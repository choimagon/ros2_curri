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이전=M05 완성 URDF, 다음=M07 Gazebo 물리을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 단일 URDF의 반복 바퀴 구조를 macro/property로 바꾸는 첫 단계다.</a:t>
            </a:r>
          </a:p>
          <a:p>
            <a:r>
              <a:t>[실행] cd ~/ros2_curri/agv_ws</a:t>
            </a:r>
          </a:p>
          <a:p>
            <a:r>
              <a:t>xacro src/agv_description/curriculum_stages/M06/agv.urdf.xacro &gt; /tmp/agv_from_xacro.urdf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하나의 wheel_radius가 좌우 바퀴에 함께 적용되어야 한다.</a:t>
            </a:r>
          </a:p>
          <a:p>
            <a:r>
              <a:t>[실행] check_urdf /tmp/agv_from_xacro.urdf</a:t>
            </a:r>
          </a:p>
          <a:p>
            <a:r>
              <a:t># wheel_radius 값을 바꾼 뒤 같은 두 명령을 다시 실행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1/5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2/5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3/5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4/5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5/5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xacro ~/ros2_curri/agv_ws/src/agv_description/curriculum_stages/M06/agv.urdf.xacro &gt; /tmp/agv.urdf</a:t>
            </a:r>
          </a:p>
          <a:p>
            <a:r>
              <a:t>check_urdf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xacro ~/ros2_curri/agv_ws/src/agv_description/curriculum_stages/M06/agv.urdf.xacro &gt; /tmp/agv.urdf</a:t>
            </a:r>
          </a:p>
          <a:p>
            <a:r>
              <a:t>rg -n 'wheel_radius|left_wheel_joint|right_wheel_joint'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M07 Gazebo 물리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M06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Xacro로 구조 모듈화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wheel_radius와 wheel_base 변경이 좌우 바퀴·충돌 형상에 함께 적용된다.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M05 완성 URDF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M06</a:t>
            </a:r>
            <a:br/>
            <a:r>
              <a:t>Xacro로 구조 모듈화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M07 Gazebo 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M05의 단일 AGV 구조가 RViz에 정상 표시되는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M05 완성 URDF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property·macro·include로 반복되는 wheel·sensor 구조를 한 번만 작성한다.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wheel_radius와 wheel_base 변경이 좌우 바퀴·충돌 형상에 함께 적용된다.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agv.urdf.xacro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include</a:t>
            </a:r>
            <a:br/>
            <a:r>
              <a:t>macro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생성 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agv_description/curriculum_stages/M06/agv.urdf.xacro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처음으로 Xacro macro를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M05 단일 URDF의 반복 바퀴 구조를 macro/property로 바꾸는 첫 단계다.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xacro src/agv_description/curriculum_stages/M06/agv.urdf.xacro &gt; /tmp/agv_from_xacro.urdf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property 변경을 검증한다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하나의 wheel_radius가 좌우 바퀴에 함께 적용되어야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check_urdf /tmp/agv_from_xacro.urdf</a:t>
            </a:r>
            <a:br/>
            <a:r>
              <a:t># wheel_radius 값을 바꾼 뒤 같은 두 명령을 다시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~/ros2_curri/agv_ws/src/agv_description/curriculum_stages/M06</a:t>
            </a:r>
            <a:br/>
            <a:r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 name="agv_m06"&gt;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name="wheel_radius" value="0.08"/&gt;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name="half_track" value="0.19"/&gt;</a:t>
            </a:r>
            <a:br/>
            <a:r>
              <a:t>  </a:t>
            </a:r>
            <a:br/>
            <a:r>
              <a:t>  </a:t>
            </a:r>
            <a:br/>
            <a:r>
              <a:t>  &lt;xacro:macro name="wheel" params="side y"&gt;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~/ros2_curri/agv_ws/src/agv_description/curriculum_stages/M06</a:t>
            </a:r>
            <a:br/>
            <a:r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&lt;link name="${side}_wheel_link"&gt;</a:t>
            </a:r>
            <a:br/>
            <a:r>
              <a:t>      &lt;visual&gt;</a:t>
            </a:r>
            <a:br/>
            <a:r>
              <a:t>        &lt;origin rpy="1.5708 0 0"/&gt;</a:t>
            </a:r>
            <a:br/>
            <a:r>
              <a:t>        &lt;geometry&gt;</a:t>
            </a:r>
            <a:br/>
            <a:r>
              <a:t>          &lt;cylinder radius="${wheel_radius}" length="0.05"/&gt;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name="${side}_wheel_joint"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~/ros2_curri/agv_ws/src/agv_description/curriculum_stages/M06</a:t>
            </a:r>
            <a:br/>
            <a:r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 link="base_link"/&gt;</a:t>
            </a:r>
            <a:br/>
            <a:r>
              <a:t>      &lt;child link="${side}_wheel_link"/&gt;</a:t>
            </a:r>
            <a:br/>
            <a:r>
              <a:t>      &lt;origin xyz="0 ${y} ${wheel_radius}"/&gt;</a:t>
            </a:r>
            <a:br/>
            <a:r>
              <a:t>      &lt;axis xyz="0 1 0"/&gt;</a:t>
            </a:r>
            <a:br/>
            <a:r>
              <a:t>    &lt;/joint&gt;</a:t>
            </a:r>
            <a:br/>
            <a:r>
              <a:t>    </a:t>
            </a:r>
            <a:br/>
            <a:r>
              <a:t>  </a:t>
            </a:r>
            <a:br/>
            <a:r>
              <a:t>  &lt;/xacro:macro&gt;</a:t>
            </a:r>
            <a:br/>
            <a:r>
              <a:t>  </a:t>
            </a:r>
            <a:br/>
            <a:r>
              <a:t>  </a:t>
            </a:r>
            <a:br/>
            <a:r>
              <a:t>  &lt;link name="base_link"&gt;</a:t>
            </a:r>
            <a:br/>
            <a:r>
              <a:t>    &lt;visual&gt;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~/ros2_curri/agv_ws/src/agv_description/curriculum_stages/M06</a:t>
            </a:r>
            <a:br/>
            <a:r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&lt;origin xyz="0 0 0.16"/&gt;</a:t>
            </a:r>
            <a:br/>
            <a:r>
              <a:t>      &lt;geometry&gt;</a:t>
            </a:r>
            <a:br/>
            <a:r>
              <a:t>        &lt;box size="0.60 0.42 0.16"/&gt;</a:t>
            </a:r>
            <a:br/>
            <a:r>
              <a:t>      &lt;/geometry&gt;</a:t>
            </a:r>
            <a:br/>
            <a:r>
              <a:t>    &lt;/visual&gt;</a:t>
            </a:r>
            <a:br/>
            <a:r>
              <a:t>  &lt;/link&gt;</a:t>
            </a:r>
            <a:br/>
            <a:r>
              <a:t>  </a:t>
            </a:r>
            <a:br/>
            <a:r>
              <a:t>  </a:t>
            </a:r>
            <a:br/>
            <a:r>
              <a:t>  &lt;xacro:wheel side="left" y="${half_track}"/&gt;</a:t>
            </a:r>
            <a:br/>
            <a:r>
              <a:t>  &lt;xacro:wheel side="right" y="${-half_track}"/&gt;</a:t>
            </a:r>
            <a:br/>
            <a:r>
              <a:t>  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~/ros2_curri/agv_ws/src/agv_description/curriculum_stages/M06</a:t>
            </a:r>
            <a:br/>
            <a:r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xacro ~/ros2_curri/agv_ws/src/agv_description/curriculum_stages/M06/agv.urdf.xacro &gt; /tmp/agv.urdf</a:t>
            </a:r>
            <a:br/>
            <a:r>
              <a:t>check_urdf /tmp/agv.urdf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xacro ~/ros2_curri/agv_ws/src/agv_description/curriculum_stages/M06/agv.urdf.xacro &gt; /tmp/agv.urdf</a:t>
            </a:r>
            <a:br/>
            <a:r>
              <a:t>rg -n 'wheel_radius|left_wheel_joint|right_wheel_joint' /tmp/agv.urdf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unknown macro/property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선언 순서·xacro namespace·철자를 확인한다.</a:t>
            </a:r>
            <a:br/>
            <a:r>
              <a:t>수정 후: xacro ~/ros2_curri/agv_ws/src/agv_description/curriculum_stages/M06/agv.urdf.xacro &gt; /tmp/agv.urdf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include file not 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패키지 이름과 설치 대상·파일 경로를 확인한다.</a:t>
            </a:r>
            <a:br/>
            <a:r>
              <a:t>수정 후: xacro ~/ros2_curri/agv_ws/src/agv_description/curriculum_stages/M06/agv.urdf.xacro &gt; /tmp/agv.urdf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wheel_radius 0.08→0.12 m를 적용한 뒤 joint origin과 cylinder radius가 함께 바뀌는지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wheel_radius와 wheel_base 변경이 좌우 바퀴·충돌 형상에 함께 적용된다.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blocks/B_robot_build/M06_xacro_modularization/complete/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M07 Gazebo 물리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