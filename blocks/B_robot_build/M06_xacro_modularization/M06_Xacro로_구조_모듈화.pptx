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  <a:br/>
            <a:r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m06_xacro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include</a:t>
            </a:r>
            <a:br/>
            <a:r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xacro로 URDF를 만든 뒤 check_urdf를 실행한다.</a:t>
            </a:r>
            <a:br/>
            <a:r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~/ros2_curri/my_agv_ws/src/agv_description/curriculum_stages/M06</a:t>
            </a:r>
            <a:br/>
            <a:r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name="agv_m06"&gt;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name="half_track" value="0.19"/&gt;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name="wheel" params="side y"&gt;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name="${side}_wheel_link"&gt;</a:t>
            </a:r>
            <a:br/>
            <a:r>
              <a:t>      &lt;visual&gt;</a:t>
            </a:r>
            <a:br/>
            <a:r>
              <a:t>        &lt;origin rpy="1.5708 0 0"/&gt;</a:t>
            </a:r>
            <a:br/>
            <a:r>
              <a:t>        &lt;geometry&gt;</a:t>
            </a:r>
            <a:br/>
            <a:r>
              <a:t>          &lt;cylinder radius="${wheel_radius}" length="0.05"/&gt;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&lt;origin xyz="0 ${y} ${wheel_radius}"/&gt;</a:t>
            </a:r>
            <a:br/>
            <a:r>
              <a:t>      &lt;axis xyz="0 1 0"/&gt;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&lt;origin xyz="0 0 0.16"/&gt;</a:t>
            </a:r>
            <a:br/>
            <a:r>
              <a:t>      &lt;geometry&gt;</a:t>
            </a:r>
            <a:br/>
            <a:r>
              <a:t>        &lt;box size="0.60 0.42 0.16"/&gt;</a:t>
            </a:r>
            <a:br/>
            <a:r>
              <a:t>      &lt;/geometry&gt;</a:t>
            </a:r>
            <a:br/>
            <a:r>
              <a:t>    &lt;/visual&gt;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&lt;xacro:wheel side="left" y="${half_track}"/&gt;</a:t>
            </a:r>
            <a:br/>
            <a:r>
              <a:t>  &lt;xacro:wheel side="right" y="${-half_track}"/&gt;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/tmp/agv_from_xacro.urdf</a:t>
            </a:r>
            <a:br/>
            <a:r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  <a:br/>
            <a:r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선언 순서·xacro namespace·철자를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패키지 이름과 설치 대상·파일 경로를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blocks/B_robot_build/M06_xacro_modularization/complete/agv_ws/src || true</a:t>
            </a:r>
            <a:br/>
            <a:r>
              <a:t>cp -a my_agv_ws/src my_agv_ws/src_before_M06</a:t>
            </a:r>
            <a:br/>
            <a:r>
              <a:t>cp -a blocks/B_robot_build/M06_xacro_modularization/complete/agv_ws/src/.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