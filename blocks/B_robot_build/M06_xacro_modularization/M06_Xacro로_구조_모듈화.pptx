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공통 관성·wheel·sensor를 파일별 책임으로 분리한다.</a:t>
            </a:r>
          </a:p>
          <a:p>
            <a:r>
              <a:t>[실행] cd ~/agv_ws/src/agv_description/urdf</a:t>
            </a:r>
          </a:p>
          <a:p>
            <a:r>
              <a:t>mkdir -p .</a:t>
            </a:r>
          </a:p>
          <a:p>
            <a:r>
              <a:t>xacro 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수치가 모든 macro 호출에 같은 값으로 전달되어야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1/10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2/10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3/10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4/10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5/10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6/10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7/10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8/10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9/10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10/10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1/5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2/5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3/5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4/5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5/5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1/4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2/4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3/4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4/4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1/4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2/4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3/4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4/4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~/agv_ws/src/agv_description/urdf/agv.urdf.xacro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~/agv_ws/src/agv_description/urdf/agv.urdf.xacro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M06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  <a:br/>
            <a:r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include</a:t>
            </a:r>
            <a:br/>
            <a:r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agv_description/urdf/agv.urdf.xacro</a:t>
            </a:r>
            <a:br/>
            <a:r>
              <a:t>└── agv_description/urdf/common.xacro</a:t>
            </a:r>
            <a:br/>
            <a:r>
              <a:t>└── agv_description/urdf/wheels.xacro</a:t>
            </a:r>
            <a:br/>
            <a:r>
              <a:t>└── agv_description/urdf/sensors.xacro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include 관계를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공통 관성·wheel·sensor를 파일별 책임으로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~/agv_ws/src/agv_description/urdf</a:t>
            </a:r>
            <a:br/>
            <a:r>
              <a:t>mkdir -p .</a:t>
            </a:r>
            <a:br/>
            <a:r>
              <a:t>xacro 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하나의 수치가 모든 macro 호출에 같은 값으로 전달되어야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/tmp/agv_from_xacro.urdf</a:t>
            </a:r>
            <a:br/>
            <a:r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 name="agv"&gt;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agv_description)/urdf/common.xacro"/&gt;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agv_description)/urdf/wheels.xacro"/&gt;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agv_description)/urdf/sensors.xacro"/&gt;</a:t>
            </a:r>
            <a:br/>
            <a:r>
              <a:t>  </a:t>
            </a:r>
            <a:br/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&lt;xacro:property name="body_length" value="0.60"/&gt;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name="body_width" value="0.42"/&gt;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name="body_height" value="0.16"/&gt;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name="wheel_radius" value="0.08"/&gt;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name="wheel_width" value="0.05"/&gt;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&lt;xacro:property name="wheel_base" value="0.38"/&gt;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&lt;link name="base_footprint"/&gt;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name="base_link"&gt;</a:t>
            </a:r>
            <a:br/>
            <a:r>
              <a:t>    </a:t>
            </a:r>
            <a:br/>
            <a:r>
              <a:t>    </a:t>
            </a:r>
            <a:br/>
            <a:r>
              <a:t>    &lt;visual&gt;</a:t>
            </a:r>
            <a:br/>
            <a:r>
              <a:t>      &lt;origin xyz="0 0 ${wheel_radius + body_height/2}"/&gt;</a:t>
            </a:r>
            <a:br/>
            <a:r>
              <a:t>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&lt;box size="${body_length} ${body_width} ${body_height}"/&gt;</a:t>
            </a:r>
            <a:br/>
            <a:r>
              <a:t>      &lt;/geometry&gt;</a:t>
            </a:r>
            <a:br/>
            <a:r>
              <a:t>      &lt;material name="agv_blue"/&gt;</a:t>
            </a:r>
            <a:br/>
            <a:r>
              <a:t>    &lt;/visual&gt;</a:t>
            </a:r>
            <a:br/>
            <a:r>
              <a:t>    </a:t>
            </a:r>
            <a:br/>
            <a:r>
              <a:t>    </a:t>
            </a:r>
            <a:br/>
            <a:r>
              <a:t>    &lt;collision&gt;</a:t>
            </a:r>
            <a:br/>
            <a:r>
              <a:t>      &lt;origin xyz="0 0 ${wheel_radius + body_height/2}"/&gt;</a:t>
            </a:r>
            <a:br/>
            <a:r>
              <a:t>      &lt;geometry&gt;</a:t>
            </a:r>
            <a:br/>
            <a:r>
              <a:t>        &lt;box size="${body_length} ${body_width} ${body_height}"/&gt;</a:t>
            </a:r>
            <a:br/>
            <a:r>
              <a:t>      &lt;/geometry&gt;</a:t>
            </a:r>
            <a:br/>
            <a:r>
              <a:t>    &lt;/collision&gt;</a:t>
            </a:r>
            <a:br/>
            <a:r>
              <a:t>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&lt;xacro:box_inertia mass="12.0" x="${body_length}" y="${body_width}"</a:t>
            </a:r>
            <a:br/>
            <a:r>
              <a:t>      z="${body_height}"/&gt;</a:t>
            </a:r>
            <a:br/>
            <a:r>
              <a:t>    </a:t>
            </a:r>
            <a:br/>
            <a:r>
              <a:t>  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  <a:br/>
            <a:r>
              <a:t>  &lt;joint name="base_footprint_joint" type="fixed"&gt;</a:t>
            </a:r>
            <a:br/>
            <a:r>
              <a:t>    &lt;parent link="base_footprint"/&gt;</a:t>
            </a:r>
            <a:br/>
            <a:r>
              <a:t>    &lt;child link="base_link"/&gt;</a:t>
            </a:r>
            <a:br/>
            <a:r>
              <a:t>  &lt;/joint&gt;</a:t>
            </a:r>
            <a:br/>
            <a:r>
              <a:t>  </a:t>
            </a:r>
            <a:br/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&lt;xacro:agv_wheel side="left" y="${wheel_base/2}" radius="${wheel_radius}"</a:t>
            </a:r>
            <a:br/>
            <a:r>
              <a:t>    width="${wheel_width}"/&gt;</a:t>
            </a:r>
            <a:br/>
            <a:r>
              <a:t>  </a:t>
            </a:r>
            <a:br/>
            <a:r>
              <a:t>  </a:t>
            </a:r>
            <a:br/>
            <a:r>
              <a:t>  &lt;xacro:agv_wheel side="right" y="${-wheel_base/2}" radius="${wheel_radius}"</a:t>
            </a:r>
            <a:br/>
            <a:r>
              <a:t>    width="${wheel_width}"/&gt;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&lt;link name="caster_link"&gt;</a:t>
            </a:r>
            <a:br/>
            <a:r>
              <a:t>    &lt;visual&gt;</a:t>
            </a:r>
            <a:br/>
            <a:r>
              <a:t>      &lt;geometry&gt;</a:t>
            </a:r>
            <a:br/>
            <a:r>
              <a:t>        &lt;sphere radius="0.04"/&gt;</a:t>
            </a:r>
            <a:br/>
            <a:r>
              <a:t>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&lt;material name="wheel_gray"/&gt;</a:t>
            </a:r>
            <a:br/>
            <a:r>
              <a:t>    &lt;/visual&gt;</a:t>
            </a:r>
            <a:br/>
            <a:r>
              <a:t>    &lt;collision&gt;</a:t>
            </a:r>
            <a:br/>
            <a:r>
              <a:t>      &lt;geometry&gt;</a:t>
            </a:r>
            <a:br/>
            <a:r>
              <a:t>        &lt;sphere radius="0.04"/&gt;</a:t>
            </a:r>
            <a:br/>
            <a:r>
              <a:t>      &lt;/geometry&gt;</a:t>
            </a:r>
            <a:br/>
            <a:r>
              <a:t>    &lt;/collision&gt;</a:t>
            </a:r>
            <a:br/>
            <a:r>
              <a:t>    &lt;inertial&gt;</a:t>
            </a:r>
            <a:br/>
            <a:r>
              <a:t>      &lt;mass value="0.15"/&gt;</a:t>
            </a:r>
            <a:br/>
            <a:r>
              <a:t>      &lt;inertia ixx="0.0001" ixy="0" ixz="0" iyy="0.0001" iyz="0" izz="0.0001"/&gt;</a:t>
            </a:r>
            <a:br/>
            <a:r>
              <a:t>    &lt;/inertial&gt;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name="caster_joint" type="fixed"&gt;</a:t>
            </a:r>
            <a:br/>
            <a:r>
              <a:t>    &lt;parent link="base_link"/&gt;</a:t>
            </a:r>
            <a:br/>
            <a:r>
              <a:t>    &lt;child link="caster_link"/&gt;</a:t>
            </a:r>
            <a:br/>
            <a:r>
              <a:t>    &lt;origin xyz="-0.24 0 0.04"/&gt;</a:t>
            </a:r>
            <a:br/>
            <a:r>
              <a:t>  &lt;/joint&gt;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&lt;xacro:fixed_sensor name="lidar" parent="base_link" xyz="0.12 0 ${wheel_radius +</a:t>
            </a:r>
            <a:br/>
            <a:r>
              <a:t>    body_height + 0.04}" rpy="0 0 0" size="0.09 0.09 0.05"/&gt;</a:t>
            </a:r>
            <a:br/>
            <a:r>
              <a:t>  </a:t>
            </a:r>
            <a:br/>
            <a:r>
              <a:t>  </a:t>
            </a:r>
            <a:br/>
            <a:r>
              <a:t>  &lt;xacro:fixed_sensor name="camera" parent="base_link" xyz="0.28 0 ${wheel_radius +</a:t>
            </a:r>
            <a:br/>
            <a:r>
              <a:t>    body_height + 0.04}" rpy="0 0 0" size="0.05 0.08 0.05"/&gt;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&lt;link name="camera_optical_frame"/&gt;</a:t>
            </a:r>
            <a:br/>
            <a:r>
              <a:t>  </a:t>
            </a:r>
            <a:br/>
            <a:r>
              <a:t>  </a:t>
            </a:r>
            <a:br/>
            <a:r>
              <a:t>  &lt;joint name="camera_optical_joint" type="fixed"&gt;</a:t>
            </a:r>
            <a:br/>
            <a:r>
              <a:t>    &lt;parent link="camera_link"/&gt;</a:t>
            </a:r>
            <a:br/>
            <a:r>
              <a:t>    &lt;child link="camera_optical_frame"/&gt;</a:t>
            </a:r>
            <a:br/>
            <a:r>
              <a:t>    &lt;origin xyz="0 0 0" rpy="-1.5708 0 -1.5708"/&gt;</a:t>
            </a:r>
            <a:br/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&lt;xacro:fixed_sensor name="imu" parent="base_link" xyz="0 0 ${wheel_radius +</a:t>
            </a:r>
            <a:br/>
            <a:r>
              <a:t>    body_height + 0.02}" rpy="0 0 0" size="0.03 0.03 0.02"/&gt;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xmlns:xacro="http://www.ros.org/wiki/xacro"&gt;</a:t>
            </a:r>
            <a:br/>
            <a:r>
              <a:t>  </a:t>
            </a:r>
            <a:br/>
            <a:r>
              <a:t>  </a:t>
            </a:r>
            <a:br/>
            <a:r>
              <a:t>  &lt;material name="agv_blue"&gt;</a:t>
            </a:r>
            <a:br/>
            <a:r>
              <a:t>    &lt;color rgba="0.10 0.35 0.80 1.0"/&gt;</a:t>
            </a:r>
            <a:br/>
            <a:r>
              <a:t>  &lt;/material&gt;</a:t>
            </a:r>
            <a:br/>
            <a:r>
              <a:t>  </a:t>
            </a:r>
            <a:br/>
            <a:r>
              <a:t>  </a:t>
            </a:r>
            <a:br/>
            <a:r>
              <a:t>  &lt;material name="sensor_black"&gt;</a:t>
            </a:r>
            <a:br/>
            <a:r>
              <a:t>    &lt;color rgba="0.06 0.06 0.06 1.0"/&gt;</a:t>
            </a:r>
            <a:br/>
            <a:r>
              <a:t>  &lt;/material&gt;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&lt;material name="wheel_gray"&gt;</a:t>
            </a:r>
            <a:br/>
            <a:r>
              <a:t>    &lt;color rgba="0.15 0.15 0.15 1.0"/&gt;</a:t>
            </a:r>
            <a:br/>
            <a:r>
              <a:t>  &lt;/material&gt;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&lt;xacro:macro name="box_inertia" params="mass x y z"&gt;</a:t>
            </a:r>
            <a:br/>
            <a:r>
              <a:t>    </a:t>
            </a:r>
            <a:br/>
            <a:r>
              <a:t>    </a:t>
            </a:r>
            <a:br/>
            <a:r>
              <a:t>    &lt;inertial&gt;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&lt;mass value="${mass}"/&gt;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&lt;origin xyz="0 0 0" rpy="0 0 0"/&gt;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 ixx="${mass * (y*y + z*z) / 12}" ixy="0" ixz="0" iyy="${mass * (x*x +</a:t>
            </a:r>
            <a:br/>
            <a:r>
              <a:t>        z*z) / 12}" iyz="0" izz="${mass * (x*x + y*y) / 12}"/&gt;</a:t>
            </a:r>
            <a:br/>
            <a:r>
              <a:t>      </a:t>
            </a:r>
            <a:br/>
            <a:r>
              <a:t>    </a:t>
            </a:r>
            <a:br/>
            <a:r>
              <a:t>    &lt;/inertial&gt;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&lt;xacro:macro name="cylinder_inertia" params="mass radius length"&gt;</a:t>
            </a:r>
            <a:br/>
            <a:r>
              <a:t>    </a:t>
            </a:r>
            <a:br/>
            <a:r>
              <a:t>    </a:t>
            </a:r>
            <a:br/>
            <a:r>
              <a:t>    &lt;inertial&gt;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&lt;mass value="${mass}"/&gt;</a:t>
            </a:r>
            <a:br/>
            <a:r>
              <a:t>      </a:t>
            </a:r>
            <a:br/>
            <a:r>
              <a:t>      </a:t>
            </a:r>
            <a:br/>
            <a:r>
              <a:t>      &lt;origin xyz="0 0 0" rpy="0 0 0"/&gt;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 ixx="${mass * (3*radius*radius + length*length) / 12}" ixy="0" ixz="0"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iyy="${mass * (3*radius*radius + length*length) / 12}" iyz="0" izz="${mass *</a:t>
            </a:r>
            <a:br/>
            <a:r>
              <a:t>        radius*radius / 2}"/&gt;</a:t>
            </a:r>
            <a:br/>
            <a:r>
              <a:t>      </a:t>
            </a:r>
            <a:br/>
            <a:r>
              <a:t>    </a:t>
            </a:r>
            <a:br/>
            <a:r>
              <a:t>    &lt;/inertial&gt;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name="agv_wheel" params="side y radius width"&gt;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name="${side}_wheel_link"&gt;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&lt;visual&gt;</a:t>
            </a:r>
            <a:br/>
            <a:r>
              <a:t>        &lt;origin xyz="0 0 0" rpy="1.5708 0 0"/&gt;</a:t>
            </a:r>
            <a:br/>
            <a:r>
              <a:t>        &lt;geometry&gt;</a:t>
            </a:r>
            <a:br/>
            <a:r>
              <a:t>          &lt;cylinder radius="${radius}" length="${width}"/&gt;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 name="wheel_gray"/&gt;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&lt;collision&gt;</a:t>
            </a:r>
            <a:br/>
            <a:r>
              <a:t>        &lt;origin xyz="0 0 0" rpy="1.5708 0 0"/&gt;</a:t>
            </a:r>
            <a:br/>
            <a:r>
              <a:t>        &lt;geometry&gt;</a:t>
            </a:r>
            <a:br/>
            <a:r>
              <a:t>          &lt;cylinder radius="${radius}" length="${width}"/&gt;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&lt;xacro:cylinder_inertia mass="0.6" radius="${radius}" length="${width}"/&gt;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name="${side}_wheel_joint" type="continuous"&gt;</a:t>
            </a:r>
            <a:br/>
            <a:r>
              <a:t>      </a:t>
            </a:r>
            <a:br/>
            <a:r>
              <a:t>      </a:t>
            </a:r>
            <a:br/>
            <a:r>
              <a:t>      &lt;parent link="base_link"/&gt;</a:t>
            </a:r>
            <a:br/>
            <a:r>
              <a:t>      &lt;child link="${side}_wheel_link"/&gt;</a:t>
            </a:r>
            <a:br/>
            <a:r>
              <a:t>      </a:t>
            </a:r>
            <a:br/>
            <a:r>
              <a:t>      </a:t>
            </a:r>
            <a:br/>
            <a:r>
              <a:t>      &lt;origin xyz="0 ${y} ${radius}" rpy="0 0 0"/&gt;</a:t>
            </a:r>
            <a:br/>
            <a:r>
              <a:t>  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name="fixed_sensor" params="name parent xyz rpy size"&gt;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name="${name}_link"&gt;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&lt;visual&gt;</a:t>
            </a:r>
            <a:br/>
            <a:r>
              <a:t>        &lt;geometry&gt;</a:t>
            </a:r>
            <a:br/>
            <a:r>
              <a:t>          &lt;box size="${size}"/&gt;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&lt;material name="sensor_black"/&gt;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&lt;collision&gt;</a:t>
            </a:r>
            <a:br/>
            <a:r>
              <a:t>        &lt;geometry&gt;</a:t>
            </a:r>
            <a:br/>
            <a:r>
              <a:t>          &lt;box size="${size}"/&gt;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&lt;inertial&gt;</a:t>
            </a:r>
            <a:br/>
            <a:r>
              <a:t>        &lt;mass value="0.05"/&gt;</a:t>
            </a:r>
            <a:br/>
            <a:r>
              <a:t>        &lt;inertia ixx="0.0001" ixy="0" ixz="0" iyy="0.0001" iyz="0" izz="0.0001"/&gt;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name="${name}_joint" type="fixed"&gt;</a:t>
            </a:r>
            <a:br/>
            <a:r>
              <a:t>      &lt;parent link="${parent}"/&gt;</a:t>
            </a:r>
            <a:br/>
            <a:r>
              <a:t>      &lt;child link="${name}_link"/&gt;</a:t>
            </a:r>
            <a:br/>
            <a:r>
              <a:t>      &lt;origin xyz="${xyz}" rpy="${rpy}"/&gt;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~/agv_ws/src/agv_description/urdf/agv.urdf.xacro &gt; /tmp/agv.urdf</a:t>
            </a:r>
            <a:br/>
            <a:r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~/agv_ws/src/agv_description/urdf/agv.urdf.xacro &gt; /tmp/agv.urdf</a:t>
            </a:r>
            <a:br/>
            <a:r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선언 순서·xacro namespace·철자를 확인한다.</a:t>
            </a:r>
            <a:br/>
            <a:r>
              <a:t>수정 후: xacro ~/agv_ws/src/agv_description/urdf/agv.urdf.xacro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패키지 이름과 설치 대상·파일 경로를 확인한다.</a:t>
            </a:r>
            <a:br/>
            <a:r>
              <a:t>수정 후: xacro ~/agv_ws/src/agv_description/urdf/agv.urdf.xacro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