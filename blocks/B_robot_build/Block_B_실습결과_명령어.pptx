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M05 URDF · M06 Xacro · M07 물리 · M08 Gazebo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body, 바퀴, caster, LiDAR, camera, IMU를 가진 AGV 모델을 URDF/Xacro와 SDF로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agv_description/urdf/common.xacro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agv_description/urdf/wheels.xacro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agv_description/urdf/sensors.xacro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agv_gazebo/models/agv/model.sdf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초심자 파일 제작 실습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73E6F"/>
                </a:solidFill>
                <a:latin typeface="Noto Sans CJK KR"/>
              </a:defRPr>
            </a:pPr>
            <a:r>
              <a:t>RViz용 로봇 조립 파일 만들기 (URDF/Xacro)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16128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4C5B74"/>
                </a:solidFill>
                <a:latin typeface="Noto Sans CJK KR"/>
              </a:defRPr>
            </a:pPr>
            <a:r>
              <a:t>실제 파일: agv_ws/src/agv_description/urdf/agv.urdf.xacro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62456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17638C"/>
                </a:solidFill>
                <a:latin typeface="Noto Sans CJK KR"/>
              </a:defRPr>
            </a:pPr>
            <a:r>
              <a:t>처음 만들 때: mkdir -p agv_description/urdf  # 패키지 안에 URDF/Xacro 폴더 준비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806440" cy="4416552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&lt;xacro:property name='wheel_radius' value='0.08'/&gt;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&lt;link name='base_link'&gt;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&lt;visual&gt;&lt;geometry&gt;&lt;box size='0.60 0.42 0.16'/&gt;&lt;/geometry&gt;&lt;/visual&gt;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&lt;/link&gt;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&lt;xacro:agv_wheel side='left' y='${wheel_base/2}'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             radius='${wheel_radius}' width='${wheel_width}'/&gt;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&lt;xacro:fixed_sensor name='lidar' parent='base_link'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                xyz='0.12 0 0.28' rpy='0 0 0' size='0.09 0.09 0.05'/&gt;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만드는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975104"/>
            <a:ext cx="4800600" cy="2258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1. base_link에 visual·collision·inertial을 정의합니다.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2. wheel_radius 같은 property를 먼저 선언하고 left/right wheel macro에 전달합니다.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3. camera·LiDAR·IMU는 fixed joint로 base_link에 연결한 뒤 xacro/check_urdf로 검사합니다.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4805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실행하면 이렇게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489204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xacro가 순수 URDF를 만들고, RViz에는 파란 body·두 바퀴·세 센서 frame이 보입니다.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초심자 파일 제작 실습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73E6F"/>
                </a:solidFill>
                <a:latin typeface="Noto Sans CJK KR"/>
              </a:defRPr>
            </a:pPr>
            <a:r>
              <a:t>Gazebo 물리·센서 파일 만들기 (SDF)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16128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4C5B74"/>
                </a:solidFill>
                <a:latin typeface="Noto Sans CJK KR"/>
              </a:defRPr>
            </a:pPr>
            <a:r>
              <a:t>실제 파일: 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62456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17638C"/>
                </a:solidFill>
                <a:latin typeface="Noto Sans CJK KR"/>
              </a:defRPr>
            </a:pPr>
            <a:r>
              <a:t>처음 만들 때: mkdir -p agv_gazebo/models/agv  # model.config와 model.sdf를 같은 폴더에 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806440" cy="4416552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&lt;sensor name='lidar' type='gpu_lidar'&gt;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&lt;topic&gt;/scan&lt;/topic&gt;&lt;update_rate&gt;10&lt;/update_rate&gt;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&lt;lidar&gt;&lt;scan&gt;&lt;horizontal&gt;&lt;samples&gt;720&lt;/samples&gt;&lt;/horizontal&gt;&lt;/scan&gt;&lt;/lidar&gt;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&lt;/sensor&gt;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&lt;plugin filename='gz-sim-diff-drive-system'&gt;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&lt;left_joint&gt;left_wheel_joint&lt;/left_joint&gt;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&lt;right_joint&gt;right_wheel_joint&lt;/right_joint&gt;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&lt;wheel_separation&gt;0.38&lt;/wheel_separation&gt;&lt;wheel_radius&gt;0.08&lt;/wheel_radius&gt;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&lt;/plugin&gt;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만드는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975104"/>
            <a:ext cx="4800600" cy="2258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1. visual과 별도로 collision·inertial을 넣어 물리 엔진이 계산할 값을 만듭니다.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2. LiDAR/camera/IMU sensor마다 topic과 update_rate를 정합니다.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3. DiffDrive plugin의 joint 이름·wheel radius·separation을 URDF와 맞춥니다.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4805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실행하면 이렇게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489204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Gazebo는 충돌·질량을 계산하고 /scan·/imu/data·/camera/image_raw·/odom을 생성합니다.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/opt/ros/jazzy/setup.bash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xacro src/agv_description/urdf/agv.urdf.xacro &gt; /tmp/agv.urdf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check_urdf /tmp/agv.urdf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동작과 설정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명령이 실제로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xacro: macro/property/include를 순수 URDF로 펼친다. 원본의 body·wheel 치수를 바꾸면 생성 결과가 함께 바뀐다.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check_urdf: root link와 joint 연결을 검사하지만 Gazebo 물리를 실행하지는 않는다.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ros2 launch: model URI 경로·World·bridge를 한 LaunchDescription으로 시작한다.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F5373"/>
                </a:solidFill>
                <a:latin typeface="Noto Sans CJK KR"/>
              </a:defRPr>
            </a:pPr>
            <a:r>
              <a:t>수치·토픽·방향을 바꿀 때는 해당 Block의 Mxx README에서 구현 파일과 기대 결과를 함께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b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Gazebo / RViz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실제 Gazebo Sim: warehouse World에 spawn된 agv entity</a:t>
            </a:r>
          </a:p>
        </p:txBody>
      </p:sp>
      <p:pic>
        <p:nvPicPr>
          <p:cNvPr id="7" name="Picture 6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67510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check_urdf 출력에 base_footprint → base_link와 두 바퀴·세 센서 link가 보이면 모델 구조가 정상이다. Gazebo에서 바닥 관통이나 진동이 없는지 이어서 확인한다.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