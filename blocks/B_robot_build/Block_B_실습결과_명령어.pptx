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73E6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042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F5373"/>
                </a:solidFill>
                <a:latin typeface="Noto Sans CJK KR"/>
              </a:defRPr>
            </a:pPr>
            <a:r>
              <a:t>M05 URDF · M06 Xacro · M07 물리 · M08 Gazebo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12B3D"/>
                </a:solidFill>
                <a:latin typeface="Noto Sans CJK KR"/>
              </a:defRPr>
            </a:pPr>
            <a:r>
              <a:t>body, 바퀴, caster, LiDAR, camera, IMU를 가진 AGV 모델을 URDF/Xacro와 SDF로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9687E"/>
                </a:solidFill>
                <a:latin typeface="Noto Sans CJK KR"/>
              </a:defRPr>
            </a:pPr>
            <a:r>
              <a:t>실제 실행 결과 캡처 포함 · 한국어 작성 · 최소 글꼴 크기 10pt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만들어진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Block에서 실제로 만든 핵심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agv_description/urdf/common.xacro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agv_description/urdf/wheels.xacro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agv_description/urdf/sensors.xacro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agv_gazebo/models/agv/model.sdf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5373"/>
                </a:solidFill>
                <a:latin typeface="Noto Sans CJK KR"/>
              </a:defRPr>
            </a:pPr>
            <a:r>
              <a:t>모듈별 만드는 방법과 상세 확인 기준은 이 폴더의 Mxx/README.md에 정리되어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실행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권장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82880"/>
          <a:lstStyle/>
          <a:p>
            <a:pPr algn="ctr"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cd /home/lab4090/ros2_curri/agv_ws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/opt/ros/jazzy/setup.bash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source install/setup.bash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xacro src/agv_description/urdf/agv.urdf.xacro &gt; /tmp/agv.urdf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check_urdf /tmp/agv.urdf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launch agv_gazebo 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C70"/>
                </a:solidFill>
                <a:latin typeface="Noto Sans CJK KR"/>
              </a:defRPr>
            </a:pPr>
            <a:r>
              <a:t>명령은 Block README의 순서와 동일합니다. 새 터미널에서도 ROS와 workspace를 source해야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동작과 설정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명령이 실제로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xacro: macro/property/include를 순수 URDF로 펼친다. 원본의 body·wheel 치수를 바꾸면 생성 결과가 함께 바뀐다.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check_urdf: root link와 joint 연결을 검사하지만 Gazebo 물리를 실행하지는 않는다.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ros2 launch: model URI 경로·World·bridge를 한 LaunchDescription으로 시작한다.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F5373"/>
                </a:solidFill>
                <a:latin typeface="Noto Sans CJK KR"/>
              </a:defRPr>
            </a:pPr>
            <a:r>
              <a:t>수치·토픽·방향을 바꿀 때는 해당 Block의 Mxx README에서 구현 파일과 기대 결과를 함께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pic>
        <p:nvPicPr>
          <p:cNvPr id="6" name="Picture 5" descr="block_b_actu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1365992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Gazebo / RViz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3E6F"/>
                </a:solidFill>
                <a:latin typeface="Noto Sans CJK KR"/>
              </a:defRPr>
            </a:pPr>
            <a:r>
              <a:t>실제 Gazebo Sim: warehouse World에 spawn된 agv entity</a:t>
            </a:r>
          </a:p>
        </p:txBody>
      </p:sp>
      <p:pic>
        <p:nvPicPr>
          <p:cNvPr id="7" name="Picture 6" descr="gazebo_agv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234440"/>
            <a:ext cx="567510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B — AGV 로봇 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확인 기준과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통과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check_urdf 출력에 base_footprint → base_link와 두 바퀴·세 센서 link가 보이면 모델 구조가 정상이다. Gazebo에서 바닥 관통이나 진동이 없는지 이어서 확인한다.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문제가 생기면 README의 '확인' 명령부터 다시 실행하고, 첫 오류 메시지를 기준으로 수정합니다.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