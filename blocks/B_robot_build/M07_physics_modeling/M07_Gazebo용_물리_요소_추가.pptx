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visual이 보인다고 collision과 inertia가 자동으로 생기지는 않는다.</a:t>
            </a:r>
          </a:p>
          <a:p>
            <a:r>
              <a:t>[실행] cd ~/agv_ws</a:t>
            </a:r>
          </a:p>
          <a:p>
            <a:r>
              <a:t>gz sdf -k 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5/24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6/24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7/24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8/24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9/24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10/24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15/24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16/24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17/24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18/24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19/24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20/24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 &amp;&amp; source install/setup.bash</a:t>
            </a:r>
          </a:p>
          <a:p>
            <a:r>
              <a:t>ros2 launch agv_gazebo gazebo.launch.py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~/agv_ws/src/agv_gazebo/models/agv/model.sdf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M07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  <a:br/>
            <a:r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visual</a:t>
            </a:r>
            <a:br/>
            <a:r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collision</a:t>
            </a:r>
            <a:br/>
            <a:r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inertial</a:t>
            </a:r>
            <a:br/>
            <a:r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friction</a:t>
            </a:r>
            <a:br/>
            <a:r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agv_gazebo/models/agv/model.sdf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visual이 보인다고 collision과 inertia가 자동으로 생기지는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gz sdf -k 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'&lt;mass&gt;|&lt;inertia&gt;|&lt;collision&gt;|&lt;friction&gt;' 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 &amp;&amp; source install/setup.bash</a:t>
            </a:r>
            <a:br/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068" y="1353312"/>
            <a:ext cx="706481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~/agv_ws/src/agv_gazebo/models/agv/model.sdf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inertia·collision overlap·너무 작은 mass를 확인한다.</a:t>
            </a:r>
            <a:br/>
            <a:r>
              <a:t>수정 후: gz sdf -k ~/agv_ws/src/agv_gazebo/models/agv/model.sdf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friction·contact·joint axis·wheel radius를 확인한다.</a:t>
            </a:r>
            <a:br/>
            <a:r>
              <a:t>수정 후: gz sdf -k ~/agv_ws/src/agv_gazebo/models/agv/model.sdf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