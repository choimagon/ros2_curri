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visual·collision·inertial·friction이 각각 물리 시뮬레이션에 미치는 영향을 구분한다.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이전=M06 Xacro 치수, 다음=M08 World/Spawn을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visual·collision·inertial·friction이 각각 물리 시뮬레이션에 미치는 영향을 구분한다.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Valid 다음에 visual/collision과 mass/friction이 서로 다른 책임임을 읽습니다.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SDF 물리 모델은 화면에 보이는 모양과 실제 접촉 계산을 서로 다른 태그로 관리합니다.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Valid 뒤 Gazebo에서 떠오름·떨림·미끄럼이 없는지 관찰합니다.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Gazebo가 질량·충돌·마찰을 계산할 수 있는 물리 AGV</a:t>
            </a:r>
          </a:p>
          <a:p>
            <a:r>
              <a:t>[실행] mkdir -p ~/ros2_curri/my_agv_ws/src/agv_description/curriculum_stages/M07</a:t>
            </a:r>
          </a:p>
          <a:p>
            <a:r>
              <a:t>nano ~/ros2_curri/my_agv_ws/src/agv_description/curriculum_stages/M07/model.sdf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1/11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2/11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3/11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4/11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5/11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6/11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7/11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8/11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9/11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10/11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~/ros2_curri/my_agv_ws/src/agv_description/curriculum_stages/M07/model.sdf의 11/11 구현 블록을 직접 입력한다.</a:t>
            </a:r>
          </a:p>
          <a:p>
            <a:r>
              <a:t>[실행] nano ~/ros2_curri/my_agv_ws/src/agv_description/curriculum_stages/M07/model.sdf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M07에는 visual·collision·inertial·friction만 있으며 sensor와 drive plugin은 아직 없다.</a:t>
            </a:r>
          </a:p>
          <a:p>
            <a:r>
              <a:t>[실행] cd ~/ros2_curri/my_agv_ws</a:t>
            </a:r>
          </a:p>
          <a:p>
            <a:r>
              <a:t>gz sdf -k src/agv_description/curriculum_stages/M07/model.sdf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증상 원인을 찾으려면 mass→inertia→collision→friction 순서를 지킨다.</a:t>
            </a:r>
          </a:p>
          <a:p>
            <a:r>
              <a:t>[실행] rg -n '&lt;mass&gt;|&lt;inertia&gt;|&lt;collision&gt;|&lt;friction&gt;' src/agv_description/curriculum_stages/M07/model.sdf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</a:t>
            </a:r>
          </a:p>
          <a:p>
            <a:r>
              <a:t>gz sdf -k src/agv_description/curriculum_stages/M07/model.sdf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gz sdf -k ~/ros2_curri/my_agv_ws/src/agv_description/curriculum_stages/M07/model.sdf</a:t>
            </a:r>
          </a:p>
          <a:p>
            <a:r>
              <a:t>rg -n '&lt;sensor|DiffDrive' ~/ros2_curri/my_agv_ws/src/agv_description/curriculum_stages/M07/model.sdf</a:t>
            </a:r>
          </a:p>
          <a:p>
            <a:r>
              <a:t>[확인] AGV가 바닥에 안정적으로 놓이고 바퀴 접촉·충돌 파라미터가 모델에 존재한다.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blocks/B_robot_build/M07_physics_modeling/complete/agv_ws/src || true</a:t>
            </a:r>
          </a:p>
          <a:p>
            <a:r>
              <a:t>cp -a my_agv_ws/src my_agv_ws/src_before_M07</a:t>
            </a:r>
          </a:p>
          <a:p>
            <a:r>
              <a:t>cp -a blocks/B_robot_build/M07_physics_modeling/complete/agv_ws/src/.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M08 World/Spawn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Gazebo용 물리 요소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AGV가 바닥에 안정적으로 놓이고 바퀴 접촉·충돌 파라미터가 모델에 존재한다.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M06 Xacro 치수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M07</a:t>
            </a:r>
            <a:br/>
            <a:r>
              <a:t>Gazebo용 물리 요소 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M08 World/Spawn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M06 Xacro가 RViz에서 보이지만 Gazebo 물리 모델은 아직 별도인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M06 Xacro 치수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visual·collision·inertial·friction이 각각 물리 시뮬레이션에 미치는 영향을 구분한다.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AGV가 바닥에 안정적으로 놓이고 바퀴 접촉·충돌 파라미터가 모델에 존재한다.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M06 Xacro 치수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visual·collision·inertial·friction이 각각 물리 시뮬레이션에 미치는 영향을 구분한다.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AGV가 바닥에 안정적으로 놓이고 바퀴 접촉·충돌 파라미터가 모델에 존재한다.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1개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4_m07_sdf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terminal: SDF Valid 검사와 visual·collision·mass·friction 태그  |  나중에 확인할 것: Valid 다음에 visual/collision과 mass/friction이 서로 다른 책임임을 읽습니다.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visual</a:t>
            </a:r>
            <a:br/>
            <a:r>
              <a:t>보이는 모양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collision</a:t>
            </a:r>
            <a:br/>
            <a:r>
              <a:t>접촉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inertial</a:t>
            </a:r>
            <a:br/>
            <a:r>
              <a:t>질량/관성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friction</a:t>
            </a:r>
            <a:br/>
            <a:r>
              <a:t>접지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agv_description/curriculum_stages/M07/model.sdf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Gazebo가 질량·충돌·마찰을 계산할 수 있는 물리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visual(보임), collision(부딪힘), inertial(무게), friction(접지)을 분리해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gz sdf -k로 문법을 검사하고 값 하나만 바꿔 다시 실행한다.</a:t>
            </a:r>
            <a:br/>
            <a:r>
              <a:t>화면/출력: terminal의 Valid와 물리 태그, Gazebo에서 바닥 위 안정 상태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SDF 물리 모델은 화면에 보이는 모양과 실제 접촉 계산을 서로 다른 태그로 관리합니다.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&lt;visual&gt;, &lt;collision&gt;, &lt;inertial&gt;, &lt;friction&gt;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visual만 바꾸면 모양만 변하고, mass/inertia/friction은 주행·접지 반응을 바꿉니다.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Valid 뒤 Gazebo에서 떠오름·떨림·미끄럼이 없는지 관찰합니다.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Gazebo가 질량·충돌·마찰을 계산할 수 있는 물리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~/ros2_curri/my_agv_ws/src/agv_description/curriculum_stages/M07</a:t>
            </a:r>
            <a:br/>
            <a:r>
              <a:t>nano ~/ros2_curri/my_agv_ws/src/agv_description/curriculum_stages/M07/model.sdf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Valid와 물리 태그, Gazebo에서 바닥 위 안정 상태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&lt;model name="agv"&gt;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&lt;link name="base_link"&gt;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로봇의 몸체·바퀴처럼 실제로 존재하는 하나의 부품을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RViz/Gazebo에서 이 부품이 별도 frame/물체로 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&lt;inertial&gt;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질량과 관성처럼 움직임에 직접 영향을 주는 물리값입니다.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Gazebo에서 가속·회전·접촉 반응이 달라집니다.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&lt;visual name="body"&gt;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사람이 화면에서 보는 모양·색·mesh를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Gazebo/RViz 화면에서 해당 부품의 외형이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&lt;collision name="body_collision"&gt;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물리 엔진이 부딪힘을 계산할 모양을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주행 중 장애물·바닥과의 접촉 결과가 이 구조를 따릅니다.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&lt;joint name="left_wheel_joint" type="revolute"&gt;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두 link를 어떤 축·방식으로 연결할지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joint 이름·축이 맞아야 바퀴와 센서 frame이 기대한 위치에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&lt;model name="agv"&gt;</a:t>
            </a:r>
            <a:br/>
            <a:r>
              <a:t>    &lt;link name="base_link"&gt;</a:t>
            </a:r>
            <a:br/>
            <a:r>
              <a:t>      &lt;pose&gt;0 0 0.16 0 0 0&lt;/pose&gt;</a:t>
            </a:r>
            <a:br/>
            <a:r>
              <a:t>      &lt;inertial&gt;</a:t>
            </a:r>
            <a:br/>
            <a:r>
              <a:t>        &lt;mass&gt;12.0&lt;/mass&gt;</a:t>
            </a:r>
            <a:br/>
            <a:r>
              <a:t>        &lt;inertia&gt;</a:t>
            </a:r>
            <a:br/>
            <a:r>
              <a:t>          &lt;ixx&gt;0.20&lt;/ixx&gt;</a:t>
            </a:r>
            <a:br/>
            <a:r>
              <a:t>          &lt;iyy&gt;0.40&lt;/iyy&gt;</a:t>
            </a:r>
            <a:br/>
            <a:r>
              <a:t>          &lt;izz&gt;0.50&lt;/izz&gt;</a:t>
            </a:r>
            <a:br/>
            <a:r>
              <a:t>        &lt;/inertia&gt;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2/11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&lt;/inertial&gt;</a:t>
            </a:r>
            <a:br/>
            <a:r>
              <a:t>      &lt;visual name="body"&gt;</a:t>
            </a:r>
            <a:br/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name="body_collision"&gt;</a:t>
            </a:r>
            <a:br/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3/11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&lt;/box&gt;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&lt;link name="left_wheel_link"&gt;</a:t>
            </a:r>
            <a:br/>
            <a:r>
              <a:t>      &lt;pose relative_to="base_link"&gt;0 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4/11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5/11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6/11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&lt;link name="right_wheel_link"&gt;</a:t>
            </a:r>
            <a:br/>
            <a:r>
              <a:t>      &lt;pose relative_to="base_link"&gt;0 -0.19 -0.08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  <a:br/>
            <a:r>
              <a:t>        &lt;/inertia&gt;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7/11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  <a:br/>
            <a:r>
              <a:t>          &lt;cylinder&gt;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8/11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  <a:br/>
            <a:r>
              <a:t>        &lt;/surface&gt;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9/11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&lt;/collision&gt;</a:t>
            </a:r>
            <a:br/>
            <a:r>
              <a:t>    &lt;/link&gt;</a:t>
            </a:r>
            <a:br/>
            <a:r>
              <a:t>    &lt;joint name="left_wheel_joint" type="revolute"&gt;</a:t>
            </a:r>
            <a:br/>
            <a:r>
              <a:t>      &lt;parent&gt;base_link&lt;/parent&gt;</a:t>
            </a:r>
            <a:br/>
            <a:r>
              <a:t>      &lt;child&gt;left_wheel_link&lt;/child&gt;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10/11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&lt;/joint&gt;</a:t>
            </a:r>
            <a:br/>
            <a:r>
              <a:t>    &lt;joint name="right_wheel_joint" type="revolute"&gt;</a:t>
            </a:r>
            <a:br/>
            <a:r>
              <a:t>      &lt;parent&gt;base_link&lt;/parent&gt;</a:t>
            </a:r>
            <a:br/>
            <a:r>
              <a:t>      &lt;child&gt;right_wheel_link&lt;/child&gt;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1/1: 코드 입력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~/ros2_curri/my_agv_ws/src/agv_description/curriculum_stages/M07/model.sdf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1/1 · 입력 11/11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~/ros2_curri/my_agv_ws/src/agv_description/curriculum_stages/M07/model.sdf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&lt;/model&gt;</a:t>
            </a:r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SDF 물리 모델을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M07에는 visual·collision·inertial·friction만 있으며 sensor와 drive plugin은 아직 없다.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</a:t>
            </a:r>
            <a:br/>
            <a:r>
              <a:t>gz sdf -k src/agv_description/curriculum_stages/M07/model.sdf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값을 한 번에 하나씩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증상 원인을 찾으려면 mass→inertia→collision→friction 순서를 지킨다.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rg -n '&lt;mass&gt;|&lt;inertia&gt;|&lt;collision&gt;|&lt;friction&gt;' src/agv_description/curriculum_stages/M07/model.sdf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</a:t>
            </a:r>
            <a:br/>
            <a:r>
              <a:t>gz sdf -k src/agv_description/curriculum_stages/M07/model.sdf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65" y="1353312"/>
            <a:ext cx="831922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gz sdf -k ~/ros2_curri/my_agv_ws/src/agv_description/curriculum_stages/M07/model.sdf</a:t>
            </a:r>
            <a:br/>
            <a:r>
              <a:t>rg -n '&lt;sensor|DiffDrive' ~/ros2_curri/my_agv_ws/src/agv_description/curriculum_stages/M07/model.sdf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AGV가 바닥에 안정적으로 놓이고 바퀴 접촉·충돌 파라미터가 모델에 존재한다.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spawn 직후 떨리거나 날아감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inertia·collision overlap·너무 작은 mass를 확인한다.</a:t>
            </a:r>
            <a:br/>
            <a:r>
              <a:t>수정 후: gz sdf -k ~/ros2_curri/my_agv_ws/src/agv_description/curriculum_stages/M07/model.sdf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바퀴가 헛돎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friction·contact·joint axis·wheel radius를 확인한다.</a:t>
            </a:r>
            <a:br/>
            <a:r>
              <a:t>수정 후: gz sdf -k ~/ros2_curri/my_agv_ws/src/agv_description/curriculum_stages/M07/model.sdf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blocks/B_robot_build/M07_physics_modeling/complete/agv_ws/src || true</a:t>
            </a:r>
            <a:br/>
            <a:r>
              <a:t>cp -a my_agv_ws/src my_agv_ws/src_before_M07</a:t>
            </a:r>
            <a:br/>
            <a:r>
              <a:t>cp -a blocks/B_robot_build/M07_physics_modeling/complete/agv_ws/src/.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wheel friction mu를 1.0에서 0.3으로만 바꾼 뒤 직진 시 미끄럼 변화를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AGV가 바닥에 안정적으로 놓이고 바퀴 접촉·충돌 파라미터가 모델에 존재한다.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blocks/B_robot_build/M07_physics_modeling/complete/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M08 World/Spawn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M07 · Block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