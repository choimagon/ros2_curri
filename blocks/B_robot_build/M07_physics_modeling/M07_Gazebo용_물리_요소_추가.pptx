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2/11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3/11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4/11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5/11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6/11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7/11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8/11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9/11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10/11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~/ros2_curri/agv_ws/src/agv_description/curriculum_stages/M07/model.sdf</a:t>
            </a:r>
          </a:p>
          <a:p>
            <a:r>
              <a:t>rg -n '&lt;sensor|DiffDrive' ~/ros2_curri/agv_ws/src/agv_description/curriculum_stages/M07/model.sdf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~/ros2_curri/agv_ws/src/agv_description/curriculum_stages/M07/model.sdf</a:t>
            </a:r>
            <a:br/>
            <a:r>
              <a:t>rg -n '&lt;sensor|DiffDrive' ~/ros2_curri/agv_ws/src/agv_description/curriculum_stages/M07/model.sdf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~/ros2_curri/agv_ws/src/agv_description/curriculum_stages/M07/model.sdf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~/ros2_curri/agv_ws/src/agv_description/curriculum_stages/M07/model.sdf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