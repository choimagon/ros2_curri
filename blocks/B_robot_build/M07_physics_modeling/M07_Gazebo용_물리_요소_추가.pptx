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visual이 보인다고 collision과 inertia가 자동으로 생기지는 않는다.</a:t>
            </a:r>
          </a:p>
          <a:p>
            <a:r>
              <a:t>[실행] cd ~/agv_ws</a:t>
            </a:r>
          </a:p>
          <a:p>
            <a:r>
              <a:t>gz sdf -k 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agv_gazebo gazebo.launch.py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~/agv_ws/src/agv_gazebo/models/agv/model.sdf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visual이 보인다고 collision과 inertia가 자동으로 생기지는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gz sdf -k 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  <a:br/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name="caster_collision"&gt;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  <a:br/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  <a:br/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  <a:br/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068" y="1353312"/>
            <a:ext cx="706481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~/agv_ws/src/agv_gazebo/models/agv/model.sdf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~/agv_ws/src/agv_gazebo/models/agv/model.sdf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~/agv_ws/src/agv_gazebo/models/agv/model.sdf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