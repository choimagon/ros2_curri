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2/11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3/11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4/11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5/11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6/11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7/11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8/11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9/11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10/11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~/ros2_curri/agv_ws/src/agv_description/curriculum_stages/M07/model.sdf</a:t>
            </a:r>
          </a:p>
          <a:p>
            <a:r>
              <a:t>rg -n '&lt;sensor|DiffDrive' ~/ros2_curri/agv_ws/src/agv_description/curriculum_stages/M07/model.sdf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  <a:br/>
            <a:r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visual</a:t>
            </a:r>
            <a:br/>
            <a:r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collision</a:t>
            </a:r>
            <a:br/>
            <a:r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inertial</a:t>
            </a:r>
            <a:br/>
            <a:r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friction</a:t>
            </a:r>
            <a:br/>
            <a:r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gz sdf -k로 문법을 검사하고 값 하나만 바꿔 다시 실행한다.</a:t>
            </a:r>
            <a:br/>
            <a:r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&lt;model name="agv"&gt;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~/ros2_curri/agv_ws/src/agv_description/curriculum_stages/M07</a:t>
            </a:r>
            <a:br/>
            <a:r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SDF Valid 검사와 visual·collision·mass·friction 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4_m07_sdf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gz sdf -k ~/ros2_curri/agv_ws/src/agv_description/curriculum_stages/M07/model.sdf</a:t>
            </a:r>
            <a:br/>
            <a:r>
              <a:t>rg -n '&lt;sensor|DiffDrive' ~/ros2_curri/agv_ws/src/agv_description/curriculum_stages/M07/model.sdf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inertia·collision overlap·너무 작은 mass를 확인한다.</a:t>
            </a:r>
            <a:br/>
            <a:r>
              <a:t>수정 후: gz sdf -k ~/ros2_curri/agv_ws/src/agv_description/curriculum_stages/M07/model.sdf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friction·contact·joint axis·wheel radius를 확인한다.</a:t>
            </a:r>
            <a:br/>
            <a:r>
              <a:t>수정 후: gz sdf -k ~/ros2_curri/agv_ws/src/agv_description/curriculum_stages/M07/model.sdf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