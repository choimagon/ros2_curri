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질량·충돌·마찰을 계산할 수 있는 물리 AGV</a:t>
            </a:r>
          </a:p>
          <a:p>
            <a:r>
              <a:t>[실행] mkdir -p ~/ros2_curri/my_agv_ws/src/agv_description/curriculum_stages/M07</a:t>
            </a:r>
          </a:p>
          <a:p>
            <a:r>
              <a:t>nano ~/ros2_curri/my_agv_ws/src/agv_description/curriculum_stages/M07/model.sdf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2/11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3/11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4/11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5/11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6/11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7/11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8/11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9/11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10/11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~/ros2_curri/my_agv_ws/src/agv_description/curriculum_stages/M07/model.sdf</a:t>
            </a:r>
          </a:p>
          <a:p>
            <a:r>
              <a:t>rg -n '&lt;sensor|DiffDrive' ~/ros2_curri/my_agv_ws/src/agv_description/curriculum_stages/M07/model.sdf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blocks/B_robot_build/M07_physics_modeling/complete/agv_ws/src || true</a:t>
            </a:r>
          </a:p>
          <a:p>
            <a:r>
              <a:t>cp -a my_agv_ws/src my_agv_ws/src_before_M07</a:t>
            </a:r>
          </a:p>
          <a:p>
            <a:r>
              <a:t>cp -a blocks/B_robot_build/M07_physics_modeling/complete/agv_ws/src/.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  <a:br/>
            <a:r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M06 Xacro 치수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m07_s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SDF Valid 검사와 visual·collision·mass·friction 태그  |  나중에 확인할 것: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visual</a:t>
            </a:r>
            <a:br/>
            <a:r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collision</a:t>
            </a:r>
            <a:br/>
            <a:r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inertial</a:t>
            </a:r>
            <a:br/>
            <a:r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friction</a:t>
            </a:r>
            <a:br/>
            <a:r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-k로 문법을 검사하고 값 하나만 바꿔 다시 실행한다.</a:t>
            </a:r>
            <a:br/>
            <a:r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Gazebo가 질량·충돌·마찰을 계산할 수 있는 물리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~/ros2_curri/my_agv_ws/src/agv_description/curriculum_stages/M07</a:t>
            </a:r>
            <a:br/>
            <a:r>
              <a:t>nano ~/ros2_curri/my_agv_ws/src/agv_description/curriculum_stages/M07/model.sdf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~/ros2_curri/my_agv_ws/src/agv_description/curriculum_stages/M07/model.sdf</a:t>
            </a:r>
            <a:br/>
            <a:r>
              <a:t>rg -n '&lt;sensor|DiffDrive' ~/ros2_curri/my_agv_ws/src/agv_description/curriculum_stages/M07/model.sdf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inertia·collision overlap·너무 작은 mass를 확인한다.</a:t>
            </a:r>
            <a:br/>
            <a:r>
              <a:t>수정 후: gz sdf -k ~/ros2_curri/my_agv_ws/src/agv_description/curriculum_stages/M07/model.sdf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friction·contact·joint axis·wheel radius를 확인한다.</a:t>
            </a:r>
            <a:br/>
            <a:r>
              <a:t>수정 후: gz sdf -k ~/ros2_curri/my_agv_ws/src/agv_description/curriculum_stages/M07/model.sdf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blocks/B_robot_build/M07_physics_modeling/complete/agv_ws/src || true</a:t>
            </a:r>
            <a:br/>
            <a:r>
              <a:t>cp -a my_agv_ws/src my_agv_ws/src_before_M07</a:t>
            </a:r>
            <a:br/>
            <a:r>
              <a:t>cp -a blocks/B_robot_build/M07_physics_modeling/complete/agv_ws/src/.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