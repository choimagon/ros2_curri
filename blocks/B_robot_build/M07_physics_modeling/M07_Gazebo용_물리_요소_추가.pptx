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다음에 visual/collision과 mass/friction이 서로 다른 책임임을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SDF 물리 모델은 화면에 보이는 모양과 실제 접촉 계산을 서로 다른 태그로 관리합니다.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뒤 Gazebo에서 떠오름·떨림·미끄럼이 없는지 관찰합니다.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질량·충돌·마찰을 계산할 수 있는 물리 AGV</a:t>
            </a:r>
          </a:p>
          <a:p>
            <a:r>
              <a:t>[실행] mkdir -p ~/ros2_curri/my_agv_ws/src/agv_description/curriculum_stages/M07</a:t>
            </a:r>
          </a:p>
          <a:p>
            <a:r>
              <a:t>nano ~/ros2_curri/my_agv_ws/src/agv_description/curriculum_stages/M07/model.sdf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2/11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3/11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4/11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5/11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6/11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7/11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8/11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9/11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10/11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M07에는 visual·collision·inertial·friction만 있으며 sensor와 drive plugin은 아직 없다.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~/ros2_curri/my_agv_ws/src/agv_description/curriculum_stages/M07/model.sdf</a:t>
            </a:r>
          </a:p>
          <a:p>
            <a:r>
              <a:t>rg -n '&lt;sensor|DiffDrive' ~/ros2_curri/my_agv_ws/src/agv_description/curriculum_stages/M07/model.sdf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blocks/B_robot_build/M07_physics_modeling/complete/agv_ws/src || true</a:t>
            </a:r>
          </a:p>
          <a:p>
            <a:r>
              <a:t>cp -a my_agv_ws/src my_agv_ws/src_before_M07</a:t>
            </a:r>
          </a:p>
          <a:p>
            <a:r>
              <a:t>cp -a blocks/B_robot_build/M07_physics_modeling/complete/agv_ws/src/.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M07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  <a:br/>
            <a:r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M06 Xacro 치수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visual·collision·inertial·friction이 각각 물리 시뮬레이션에 미치는 영향을 구분한다.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4_m07_sdf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SDF Valid 검사와 visual·collision·mass·friction 태그  |  나중에 확인할 것: Valid 다음에 visual/collision과 mass/friction이 서로 다른 책임임을 읽습니다.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visual</a:t>
            </a:r>
            <a:br/>
            <a:r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collision</a:t>
            </a:r>
            <a:br/>
            <a:r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inertial</a:t>
            </a:r>
            <a:br/>
            <a:r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friction</a:t>
            </a:r>
            <a:br/>
            <a:r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agv_description/curriculum_stages/M07/model.sdf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Gazebo가 질량·충돌·마찰을 계산할 수 있는 물리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visual(보임), collision(부딪힘), inertial(무게), friction(접지)을 분리해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sdf -k로 문법을 검사하고 값 하나만 바꿔 다시 실행한다.</a:t>
            </a:r>
            <a:br/>
            <a:r>
              <a:t>화면/출력: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SDF 물리 모델은 화면에 보이는 모양과 실제 접촉 계산을 서로 다른 태그로 관리합니다.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&lt;visual&gt;, &lt;collision&gt;, &lt;inertial&gt;, &lt;friction&gt;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visual만 바꾸면 모양만 변하고, mass/inertia/friction은 주행·접지 반응을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Valid 뒤 Gazebo에서 떠오름·떨림·미끄럼이 없는지 관찰합니다.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Gazebo가 질량·충돌·마찰을 계산할 수 있는 물리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~/ros2_curri/my_agv_ws/src/agv_description/curriculum_stages/M07</a:t>
            </a:r>
            <a:br/>
            <a:r>
              <a:t>nano ~/ros2_curri/my_agv_ws/src/agv_description/curriculum_stages/M07/model.sdf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&lt;model name="agv"&gt;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  <a:br/>
            <a:r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  <a:br/>
            <a:r>
              <a:t>    &lt;/link&gt;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~/ros2_curri/my_agv_ws/src/agv_description/curriculum_stages/M07/model.sdf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&lt;/model&gt;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M07에는 visual·collision·inertial·friction만 있으며 sensor와 drive plugin은 아직 없다.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gz sdf -k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증상 원인을 찾으려면 mass→inertia→collision→friction 순서를 지킨다.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'&lt;mass&gt;|&lt;inertia&gt;|&lt;collision&gt;|&lt;friction&gt;'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gz sdf -k 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65" y="1353312"/>
            <a:ext cx="831922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~/ros2_curri/my_agv_ws/src/agv_description/curriculum_stages/M07/model.sdf</a:t>
            </a:r>
            <a:br/>
            <a:r>
              <a:t>rg -n '&lt;sensor|DiffDrive' ~/ros2_curri/my_agv_ws/src/agv_description/curriculum_stages/M07/model.sdf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inertia·collision overlap·너무 작은 mass를 확인한다.</a:t>
            </a:r>
            <a:br/>
            <a:r>
              <a:t>수정 후: gz sdf -k ~/ros2_curri/my_agv_ws/src/agv_description/curriculum_stages/M07/model.sdf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friction·contact·joint axis·wheel radius를 확인한다.</a:t>
            </a:r>
            <a:br/>
            <a:r>
              <a:t>수정 후: gz sdf -k ~/ros2_curri/my_agv_ws/src/agv_description/curriculum_stages/M07/model.sdf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blocks/B_robot_build/M07_physics_modeling/complete/agv_ws/src || true</a:t>
            </a:r>
            <a:br/>
            <a:r>
              <a:t>cp -a my_agv_ws/src my_agv_ws/src_before_M07</a:t>
            </a:r>
            <a:br/>
            <a:r>
              <a:t>cp -a blocks/B_robot_build/M07_physics_modeling/complete/agv_ws/src/.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