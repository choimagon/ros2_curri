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box·cylinder·sphere만으로 body·wheel·caster·sensor frame을 갖춘 AGV를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RobotModel과 TF에서 base, 두 wheel, camera, lidar, imu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이전=M04 frame tree, 다음=M06 Xacro 모듈화을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box·cylinder·sphere만으로 body·wheel·caster·sensor frame을 갖춘 AGV를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RobotModel과 TF에서 base, 두 wheel, camera, lidar, imu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URDF는 로봇의 부품표가 아니라, ‘어떤 부품을 어느 frame에 고정할지’ 적는 조립도입니다.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check_urdf의 root Link와 child 목록을 먼저 읽고 RViz RobotModel로 형태를 봅니다.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M05에서는 macro·property·xacro 없이 한 파일에 link와 joint를 직접 작성한다.</a:t>
            </a:r>
          </a:p>
          <a:p>
            <a:r>
              <a:t>[실행] cd ~/ros2_curri/agv_ws</a:t>
            </a:r>
          </a:p>
          <a:p>
            <a:r>
              <a:t>check_urdf src/agv_description/curriculum_stages/M05/agv.urdf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RobotModel에는 단일 URDF 텍스트를 robot_description으로 넣고 TF를 함께 확인한다.</a:t>
            </a:r>
          </a:p>
          <a:p>
            <a:r>
              <a:t>[실행] ros2 run robot_state_publisher robot_state_publisher \</a:t>
            </a:r>
          </a:p>
          <a:p>
            <a:r>
              <a:t>  --ros-args -p robot_description:="$(cat src/agv_description/curriculum_stages/M05/agv.urdf)"</a:t>
            </a:r>
          </a:p>
          <a:p>
            <a:r>
              <a:t># 새 터미널: rviz2 → Add → RobotModel, TF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~/ros2_curri/agv_ws/src/agv_description/curriculum_stages/M05/agv.urdf의 전체 파일을 1/2 구간으로 작성한다.</a:t>
            </a:r>
          </a:p>
          <a:p>
            <a:r>
              <a:t>[실행] nano ~/ros2_curri/agv_ws/src/agv_description/curriculum_stages/M05/agv.urdf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~/ros2_curri/agv_ws/src/agv_description/curriculum_stages/M05/agv.urdf의 전체 파일을 2/2 구간으로 작성한다.</a:t>
            </a:r>
          </a:p>
          <a:p>
            <a:r>
              <a:t>[실행] nano ~/ros2_curri/agv_ws/src/agv_description/curriculum_stages/M05/agv.urdf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cd ~/ros2_curri/agv_ws</a:t>
            </a:r>
          </a:p>
          <a:p>
            <a:r>
              <a:t>check_urdf src/agv_description/curriculum_stages/M05/agv.urdf</a:t>
            </a:r>
          </a:p>
          <a:p>
            <a:r>
              <a:t># 다음 M06에서 처음으로 xacro를 사용한다.</a:t>
            </a:r>
          </a:p>
          <a:p>
            <a:r>
              <a:t>[확인] RobotModel과 TF에서 base, 두 wheel, camera, lidar, imu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root Link=base_link와 wheel·camera·lidar·imu child 이름을 찾습니다.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check_urdf ~/ros2_curri/agv_ws/src/agv_description/curriculum_stages/M05/agv.urdf</a:t>
            </a:r>
          </a:p>
          <a:p>
            <a:r>
              <a:t>rg -n '&lt;xacro:|&lt;link |&lt;joint ' ~/ros2_curri/agv_ws/src/agv_description/curriculum_stages/M05/agv.urdf</a:t>
            </a:r>
          </a:p>
          <a:p>
            <a:r>
              <a:t>[확인] RobotModel과 TF에서 base, 두 wheel, camera, lidar, imu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M06 Xacro 모듈화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M05 · Block B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URDF로 기본 AGV 제작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RobotModel과 TF에서 base, 두 wheel, camera, lidar, imu 연결을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M04 frame tree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M05</a:t>
            </a:r>
            <a:br/>
            <a:r>
              <a:t>URDF로 기본 AGV 제작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M06 Xacro 모듈화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RobotModel과 TF에서 base, 두 wheel, camera, lidar, imu 연결을 확인한다.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M04 TF2 개념을 이해하고 agv_description 패키지가 존재하는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M04 frame tree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box·cylinder·sphere만으로 body·wheel·caster·sensor frame을 갖춘 AGV를 만든다.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RobotModel과 TF에서 base, 두 wheel, camera, lidar, imu 연결을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3862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base_link</a:t>
            </a:r>
            <a:br/>
            <a:r>
              <a:t>box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68596" y="3264408"/>
            <a:ext cx="283463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79492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wheel</a:t>
            </a:r>
            <a:br/>
            <a:r>
              <a:t>cylinder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09460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420356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sensor</a:t>
            </a:r>
            <a:br/>
            <a:r>
              <a:t>fixed joint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~/ros2_curri/agv_ws/src/</a:t>
            </a:r>
            <a:br/>
            <a:r>
              <a:t>└── agv_description/curriculum_stages/M05/agv.urdf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~/ros2_curri/agv_ws/src/agv_description/curriculum_stages/M05/agv.urdf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몸체·두 바퀴·caster·camera/lidar/imu frame을 link와 joint로 조립한 기본 AGV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각 &lt;link&gt;의 geometry와 각 &lt;joint&gt;의 parent/child를 차례로 작성한다.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check_urdf로 tree를 확인한 뒤 robot_state_publisher + RViz RobotModel에 넣는다.</a:t>
            </a:r>
            <a:br/>
            <a:r>
              <a:t>화면/출력: terminal의 base_link 자식 6개와 RViz의 바퀴·센서 frame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코드를 ‘만드는 것 → 표시할 줄 → 바꾼 결과’로 읽는다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PDF 예시처럼 화면을 보기 전에 코드의 역할과 관찰 지점을 한 번 짚고 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1. 이 파일이 만드는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URDF는 로봇의 부품표가 아니라, ‘어떤 부품을 어느 frame에 고정할지’ 적는 조립도입니다.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9088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2. 먼저 찾을 코드/태그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9088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&lt;link name="base_link"&gt;, &lt;joint name="..."&gt;, &lt;parent&gt;, &lt;child&gt;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DB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DB7E22"/>
                </a:solidFill>
                <a:latin typeface="Noto Sans CJK KR"/>
              </a:defRPr>
            </a:pPr>
            <a:r>
              <a:t>3. 값을 바꾸면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wheel link의 cylinder radius를 바꾸면 보이는 바퀴 크기가 바뀌고, joint origin은 장착 위치를 바꿉니다.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BE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9088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BE3B3B"/>
                </a:solidFill>
                <a:latin typeface="Noto Sans CJK KR"/>
              </a:defRPr>
            </a:pPr>
            <a:r>
              <a:t>4. 실제로 보는 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check_urdf의 root Link와 child 목록을 먼저 읽고 RViz RobotModel로 형태를 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172200"/>
            <a:ext cx="106070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2A8B5A"/>
                </a:solidFill>
                <a:latin typeface="Noto Sans CJK KR"/>
              </a:defRPr>
            </a:pPr>
            <a:r>
              <a:t>다음 코드 슬라이드에서는 위의 태그/함수를 찾아 색으로 표시하며 한 줄씩 설명합니다.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단일 URDF를 검사한다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M05에서는 macro·property·xacro 없이 한 파일에 link와 joint를 직접 작성한다.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~/ros2_curri/agv_ws</a:t>
            </a:r>
            <a:br/>
            <a:r>
              <a:t>check_urdf src/agv_description/curriculum_stages/M05/agv.urdf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RViz로 표시한다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2/2    |    현재 폴더 ~/ros2_curri/agv_ws    |    새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RobotModel에는 단일 URDF 텍스트를 robot_description으로 넣고 TF를 함께 확인한다.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run robot_state_publisher robot_state_publisher \</a:t>
            </a:r>
            <a:br/>
            <a:r>
              <a:t>  --ros-args -p robot_description:="$(cat src/agv_description/curriculum_stages/M05/agv.urdf)"</a:t>
            </a:r>
            <a:br/>
            <a:r>
              <a:t># 새 터미널: rviz2 → Add → RobotModel, TF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~/ros2_curri/agv_ws/src/agv_description/curriculum_stages/M05/agv.urdf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3/5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~/ros2_curri/agv_ws/src/agv_description/curriculum_stages/M05</a:t>
            </a:r>
            <a:br/>
            <a:r>
              <a:t>파일 열기: nano ~/ros2_curri/agv_ws/src/agv_description/curriculum_stages/M05/agv.urdf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version="1.0"?&gt;</a:t>
            </a:r>
            <a:br/>
            <a:r>
              <a:t>&lt;robot name="agv_m05"&gt;</a:t>
            </a:r>
            <a:br/>
            <a:r>
              <a:t>  &lt;link name="base_link"&gt;&lt;visual&gt;&lt;origin xyz="0 0 0.16"/&gt;&lt;geometry&gt;&lt;box size="0.60 0.42 0.16"/&gt;&lt;/geometry&gt;&lt;/visual&gt;&lt;/link&gt;</a:t>
            </a:r>
            <a:br/>
            <a:r>
              <a:t>  &lt;link name="left_wheel_link"&gt;&lt;visual&gt;&lt;origin rpy="1.5708 0 0"/&gt;&lt;geometry&gt;&lt;cylinder radius="0.08" length="0.05"/&gt;&lt;/geometry&gt;&lt;/visual&gt;&lt;/link&gt;</a:t>
            </a:r>
            <a:br/>
            <a:r>
              <a:t>  &lt;link name="right_wheel_link"&gt;&lt;visual&gt;&lt;origin rpy="1.5708 0 0"/&gt;&lt;geometry&gt;&lt;cylinder radius="0.08" length="0.05"/&gt;&lt;/geometry&gt;&lt;/visual&gt;&lt;/link&gt;</a:t>
            </a:r>
            <a:br/>
            <a:r>
              <a:t>  &lt;link name="caster_link"&gt;&lt;visual&gt;&lt;geometry&gt;&lt;sphere radius="0.04"/&gt;&lt;/geometry&gt;&lt;/visual&gt;&lt;/link&gt;</a:t>
            </a:r>
            <a:br/>
            <a:r>
              <a:t>  &lt;link name="camera_link"/&gt;&lt;link name="lidar_link"/&gt;&lt;link name="imu_link"/&gt;</a:t>
            </a:r>
            <a:br/>
            <a:r>
              <a:t>  &lt;joint name="left_wheel_joint" type="continuous"&gt;&lt;parent link="base_link"/&gt;&lt;child link="left_wheel_link"/&gt;&lt;origin xyz="0 0.19 0.08"/&gt;&lt;axis xyz="0 1 0"/&gt;&lt;/joint&gt;</a:t>
            </a:r>
            <a:br/>
            <a:r>
              <a:t>  &lt;joint name="right_wheel_joint" type="continuous"&gt;&lt;parent link="base_link"/&gt;&lt;child link="right_wheel_link"/&gt;&lt;origin xyz="0 -0.19 0.08"/&gt;&lt;axis xyz="0 1 0"/&gt;&lt;/joint&gt;</a:t>
            </a:r>
            <a:br/>
            <a:r>
              <a:t>  &lt;joint name="caster_joint" type="fixed"&gt;&lt;parent link="base_link"/&gt;&lt;child link="caster_link"/&gt;&lt;origin xyz="-0.24 0 0.04"/&gt;&lt;/joint&gt;</a:t>
            </a:r>
            <a:br/>
            <a:r>
              <a:t>  &lt;joint name="camera_joint" type="fixed"&gt;&lt;parent link="base_link"/&gt;&lt;child link="camera_link"/&gt;&lt;origin xyz="0.30 0 0.26"/&gt;&lt;/joint&gt;</a:t>
            </a:r>
            <a:br/>
            <a:r>
              <a:t>  &lt;joint name="lidar_joint" type="fixed"&gt;&lt;parent link="base_link"/&gt;&lt;child link="lidar_link"/&gt;&lt;origin xyz="0.12 0 0.29"/&gt;&lt;/joint&gt;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~/ros2_curri/agv_ws/src/agv_description/curriculum_stages/M05/agv.urdf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4/5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~/ros2_curri/agv_ws/src/agv_description/curriculum_stages/M05</a:t>
            </a:r>
            <a:br/>
            <a:r>
              <a:t>파일 열기: nano ~/ros2_curri/agv_ws/src/agv_description/curriculum_stages/M05/agv.urdf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&lt;joint name="imu_joint" type="fixed"&gt;&lt;parent link="base_link"/&gt;&lt;child link="imu_link"/&gt;&lt;origin xyz="0 0 0.28"/&gt;&lt;/joint&gt;</a:t>
            </a:r>
            <a:br/>
            <a:r>
              <a:t>&lt;/robot&gt;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~/ros2_curri/agv_ws</a:t>
            </a:r>
            <a:br/>
            <a:r>
              <a:t>check_urdf src/agv_description/curriculum_stages/M05/agv.urdf</a:t>
            </a:r>
            <a:br/>
            <a:r>
              <a:t># 다음 M06에서 처음으로 xacro를 사용한다.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RobotModel과 TF에서 base, 두 wheel, camera, lidar, imu 연결을 확인한다.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terminal: check_urdf가 base_link와 6개 자식 link를 확인한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2_m05_urdf_terminal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9770" y="1353312"/>
            <a:ext cx="6609411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root Link=base_link와 wheel·camera·lidar·imu child 이름을 찾습니다.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check_urdf ~/ros2_curri/agv_ws/src/agv_description/curriculum_stages/M05/agv.urdf</a:t>
            </a:r>
            <a:br/>
            <a:r>
              <a:t>rg -n '&lt;xacro:|&lt;link |&lt;joint ' ~/ros2_curri/agv_ws/src/agv_description/curriculum_stages/M05/agv.urdf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RobotModel과 TF에서 base, 두 wheel, camera, lidar, imu 연결을 확인한다.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XML parsing error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닫는 태그·따옴표·중첩 구조를 확인한다.</a:t>
            </a:r>
            <a:br/>
            <a:r>
              <a:t>수정 후: check_urdf ~/ros2_curri/agv_ws/src/agv_description/curriculum_stages/M05/agv.urdf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바퀴가 눕거나 TF가 없음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cylinder rpy·joint axis·parent/child link 이름을 확인한다.</a:t>
            </a:r>
            <a:br/>
            <a:r>
              <a:t>수정 후: check_urdf ~/ros2_curri/agv_ws/src/agv_description/curriculum_stages/M05/agv.urdf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wheel_radius를 0.08 m에서 0.10 m로 바꾸고 RobotModel에서 바퀴 크기 변화를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RobotModel과 TF에서 base, 두 wheel, camera, lidar, imu 연결을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Complete 파일: blocks/B_robot_build/M05_urdf_basic_model/complete/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M06 Xacro 모듈화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