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이전=M04 frame tree, 다음=M06 Xacro 모듈화을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Xacro의 macro와 property가 유효 URDF가 되는지 먼저 확인한다.</a:t>
            </a:r>
          </a:p>
          <a:p>
            <a:r>
              <a:t>[실행] cd ~/agv_ws</a:t>
            </a:r>
          </a:p>
          <a:p>
            <a:r>
              <a:t>xacro src/agv_description/urdf/agv.urdf.xacro &gt; /tmp/agv.urdf</a:t>
            </a:r>
          </a:p>
          <a:p>
            <a:r>
              <a:t>check_urdf /tmp/agv.urdf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RobotModel과 TF를 같은 기준 frame에서 함께 확인한다.</a:t>
            </a:r>
          </a:p>
          <a:p>
            <a:r>
              <a:t>[실행] source install/setup.bash</a:t>
            </a:r>
          </a:p>
          <a:p>
            <a:r>
              <a:t>ros2 launch agv_description display.launch.py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1/11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2/11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3/11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4/11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5/11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6/11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7/11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8/11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9/11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10/11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~/agv_ws/src/agv_description/urdf/agv.urdf.xacro의 전체 파일을 11/11 구간으로 작성한다.</a:t>
            </a:r>
          </a:p>
          <a:p>
            <a:r>
              <a:t>[실행] nano ~/agv_ws/src/agv_description/urdf/agv.urdf.xacro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~/agv_ws/src/agv_description/urdf/common.xacro의 전체 파일을 1/6 구간으로 작성한다.</a:t>
            </a:r>
          </a:p>
          <a:p>
            <a:r>
              <a:t>[실행] nano ~/agv_ws/src/agv_description/urdf/common.xacro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~/agv_ws/src/agv_description/urdf/common.xacro의 전체 파일을 2/6 구간으로 작성한다.</a:t>
            </a:r>
          </a:p>
          <a:p>
            <a:r>
              <a:t>[실행] nano ~/agv_ws/src/agv_description/urdf/common.xacro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~/agv_ws/src/agv_description/urdf/common.xacro의 전체 파일을 3/6 구간으로 작성한다.</a:t>
            </a:r>
          </a:p>
          <a:p>
            <a:r>
              <a:t>[실행] nano ~/agv_ws/src/agv_description/urdf/common.xacro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~/agv_ws/src/agv_description/urdf/common.xacro의 전체 파일을 4/6 구간으로 작성한다.</a:t>
            </a:r>
          </a:p>
          <a:p>
            <a:r>
              <a:t>[실행] nano ~/agv_ws/src/agv_description/urdf/common.xacro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~/agv_ws/src/agv_description/urdf/common.xacro의 전체 파일을 5/6 구간으로 작성한다.</a:t>
            </a:r>
          </a:p>
          <a:p>
            <a:r>
              <a:t>[실행] nano ~/agv_ws/src/agv_description/urdf/common.xacro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~/agv_ws/src/agv_description/urdf/common.xacro의 전체 파일을 6/6 구간으로 작성한다.</a:t>
            </a:r>
          </a:p>
          <a:p>
            <a:r>
              <a:t>[실행] nano ~/agv_ws/src/agv_description/urdf/common.xacro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~/agv_ws/src/agv_description/urdf/wheels.xacro의 전체 파일을 1/5 구간으로 작성한다.</a:t>
            </a:r>
          </a:p>
          <a:p>
            <a:r>
              <a:t>[실행] nano ~/agv_ws/src/agv_description/urdf/wheels.xacro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~/agv_ws/src/agv_description/urdf/wheels.xacro의 전체 파일을 2/5 구간으로 작성한다.</a:t>
            </a:r>
          </a:p>
          <a:p>
            <a:r>
              <a:t>[실행] nano ~/agv_ws/src/agv_description/urdf/wheels.xacro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~/agv_ws/src/agv_description/urdf/wheels.xacro의 전체 파일을 3/5 구간으로 작성한다.</a:t>
            </a:r>
          </a:p>
          <a:p>
            <a:r>
              <a:t>[실행] nano ~/agv_ws/src/agv_description/urdf/wheels.xacro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~/agv_ws/src/agv_description/urdf/wheels.xacro의 전체 파일을 4/5 구간으로 작성한다.</a:t>
            </a:r>
          </a:p>
          <a:p>
            <a:r>
              <a:t>[실행] nano ~/agv_ws/src/agv_description/urdf/wheels.xacro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~/agv_ws/src/agv_description/urdf/wheels.xacro의 전체 파일을 5/5 구간으로 작성한다.</a:t>
            </a:r>
          </a:p>
          <a:p>
            <a:r>
              <a:t>[실행] nano ~/agv_ws/src/agv_description/urdf/wheels.xacro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~/agv_ws/src/agv_description/urdf/sensors.xacro의 전체 파일을 1/4 구간으로 작성한다.</a:t>
            </a:r>
          </a:p>
          <a:p>
            <a:r>
              <a:t>[실행] nano ~/agv_ws/src/agv_description/urdf/sensors.xacro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~/agv_ws/src/agv_description/urdf/sensors.xacro의 전체 파일을 2/4 구간으로 작성한다.</a:t>
            </a:r>
          </a:p>
          <a:p>
            <a:r>
              <a:t>[실행] nano ~/agv_ws/src/agv_description/urdf/sensors.xacro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~/agv_ws/src/agv_description/urdf/sensors.xacro의 전체 파일을 3/4 구간으로 작성한다.</a:t>
            </a:r>
          </a:p>
          <a:p>
            <a:r>
              <a:t>[실행] nano ~/agv_ws/src/agv_description/urdf/sensors.xacro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~/agv_ws/src/agv_description/urdf/sensors.xacro의 전체 파일을 4/4 구간으로 작성한다.</a:t>
            </a:r>
          </a:p>
          <a:p>
            <a:r>
              <a:t>[실행] nano ~/agv_ws/src/agv_description/urdf/sensors.xacro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~/agv_ws/src/agv_description/launch/display.launch.py의 전체 파일을 1/2 구간으로 작성한다.</a:t>
            </a:r>
          </a:p>
          <a:p>
            <a:r>
              <a:t>[실행] nano ~/agv_ws/src/agv_description/launch/display.launch.py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~/agv_ws/src/agv_description/launch/display.launch.py의 전체 파일을 2/2 구간으로 작성한다.</a:t>
            </a:r>
          </a:p>
          <a:p>
            <a:r>
              <a:t>[실행] nano ~/agv_ws/src/agv_description/launch/display.launch.py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~/agv_ws &amp;&amp; source install/setup.bash</a:t>
            </a:r>
          </a:p>
          <a:p>
            <a:r>
              <a:t>ros2 launch agv_description display.launch.py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xacro ~/agv_ws/src/agv_description/urdf/agv.urdf.xacro &gt; /tmp/agv.urdf</a:t>
            </a:r>
          </a:p>
          <a:p>
            <a:r>
              <a:t>check_urdf /tmp/agv.urdf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M06 Xacro 모듈화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M05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URDF로 기본 AGV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M04 frame tree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M05</a:t>
            </a:r>
            <a:br/>
            <a:r>
              <a:t>URDF로 기본 AGV 제작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M06 Xacro 모듈화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M04 TF2 개념을 이해하고 agv_description 패키지가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M04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box·cylinder·sphere만으로 body·wheel·caster·sensor frame을 갖춘 AGV를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RobotModel과 TF에서 base, 두 wheel, camera, lidar, imu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base_link</a:t>
            </a:r>
            <a:br/>
            <a:r>
              <a:t>box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wheel</a:t>
            </a:r>
            <a:br/>
            <a:r>
              <a:t>cylinder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sensor</a:t>
            </a:r>
            <a:br/>
            <a:r>
              <a:t>fixed 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agv_description/urdf/agv.urdf.xacro</a:t>
            </a:r>
            <a:br/>
            <a:r>
              <a:t>└── agv_description/urdf/common.xacro</a:t>
            </a:r>
            <a:br/>
            <a:r>
              <a:t>└── agv_description/urdf/wheels.xacro</a:t>
            </a:r>
            <a:br/>
            <a:r>
              <a:t>└── agv_description/urdf/sensors.xacro</a:t>
            </a:r>
            <a:br/>
            <a:r>
              <a:t>└── agv_description/launch/display.launch.py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URDF/Xacro를 펼쳐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Xacro의 macro와 property가 유효 URDF가 되는지 먼저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</a:t>
            </a:r>
            <a:br/>
            <a:r>
              <a:t>xacro src/agv_description/urdf/agv.urdf.xacro &gt; /tmp/agv.urdf</a:t>
            </a:r>
            <a:br/>
            <a:r>
              <a:t>check_urdf /tmp/agv.urdf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RViz로 표시한다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RobotModel과 TF를 같은 기준 frame에서 함께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install/setup.bash</a:t>
            </a:r>
            <a:br/>
            <a:r>
              <a:t>ros2 launch agv_description display.launch.py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&lt;robot xmlns:xacro="http://www.ros.org/wiki/xacro" name="agv"&gt;</a:t>
            </a:r>
            <a:br/>
            <a:r>
              <a:t>  </a:t>
            </a:r>
            <a:br/>
            <a:r>
              <a:t>  </a:t>
            </a:r>
            <a:br/>
            <a:r>
              <a:t>  &lt;xacro:include filename="$(find agv_description)/urdf/common.xacro"/&gt;</a:t>
            </a:r>
            <a:br/>
            <a:r>
              <a:t>  </a:t>
            </a:r>
            <a:br/>
            <a:r>
              <a:t>  </a:t>
            </a:r>
            <a:br/>
            <a:r>
              <a:t>  &lt;xacro:include filename="$(find agv_description)/urdf/wheels.xacro"/&gt;</a:t>
            </a:r>
            <a:br/>
            <a:r>
              <a:t>  </a:t>
            </a:r>
            <a:br/>
            <a:r>
              <a:t>  </a:t>
            </a:r>
            <a:br/>
            <a:r>
              <a:t>  &lt;xacro:include filename="$(find agv_description)/urdf/sensors.xacro"/&gt;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  </a:t>
            </a:r>
            <a:br/>
            <a:r>
              <a:t>  &lt;xacro:property name="body_length" value="0.60"/&gt;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name="body_width" value="0.42"/&gt;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name="body_height" value="0.16"/&gt;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name="wheel_radius" value="0.08"/&gt;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</a:t>
            </a:r>
            <a:br/>
            <a:r>
              <a:t>  &lt;xacro:property name="wheel_width" value="0.05"/&gt;</a:t>
            </a:r>
            <a:br/>
            <a:r>
              <a:t>  </a:t>
            </a:r>
            <a:br/>
            <a:r>
              <a:t>  </a:t>
            </a:r>
            <a:br/>
            <a:r>
              <a:t>  &lt;xacro:property name="wheel_base" value="0.38"/&gt;</a:t>
            </a:r>
            <a:br/>
            <a:r>
              <a:t>  </a:t>
            </a:r>
            <a:br/>
            <a:br/>
            <a:r>
              <a:t>  </a:t>
            </a:r>
            <a:br/>
            <a:r>
              <a:t>  &lt;link name="base_footprint"/&gt;</a:t>
            </a:r>
            <a:br/>
            <a:r>
              <a:t>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&lt;link name="base_link"&gt;</a:t>
            </a:r>
            <a:br/>
            <a:r>
              <a:t>    </a:t>
            </a:r>
            <a:br/>
            <a:r>
              <a:t>    </a:t>
            </a:r>
            <a:br/>
            <a:r>
              <a:t>    &lt;visual&gt;</a:t>
            </a:r>
            <a:br/>
            <a:r>
              <a:t>      &lt;origin xyz="0 0 ${wheel_radius + body_height/2}"/&gt;</a:t>
            </a:r>
            <a:br/>
            <a:r>
              <a:t>      &lt;geometry&gt;</a:t>
            </a:r>
            <a:br/>
            <a:r>
              <a:t>        &lt;box size="${body_length} ${body_width} ${body_height}"/&gt;</a:t>
            </a:r>
            <a:br/>
            <a:r>
              <a:t>      &lt;/geometry&gt;</a:t>
            </a:r>
            <a:br/>
            <a:r>
              <a:t>      &lt;material name="agv_blue"/&gt;</a:t>
            </a:r>
            <a:br/>
            <a:r>
              <a:t>    &lt;/visual&gt;</a:t>
            </a:r>
            <a:br/>
            <a:r>
              <a:t>    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&lt;collision&gt;</a:t>
            </a:r>
            <a:br/>
            <a:r>
              <a:t>      &lt;origin xyz="0 0 ${wheel_radius + body_height/2}"/&gt;</a:t>
            </a:r>
            <a:br/>
            <a:r>
              <a:t>      &lt;geometry&gt;</a:t>
            </a:r>
            <a:br/>
            <a:r>
              <a:t>        &lt;box size="${body_length} ${body_width} ${body_height}"/&gt;</a:t>
            </a:r>
            <a:br/>
            <a:r>
              <a:t>      &lt;/geometry&gt;</a:t>
            </a:r>
            <a:br/>
            <a:r>
              <a:t>    &lt;/collision&gt;</a:t>
            </a:r>
            <a:br/>
            <a:r>
              <a:t>    </a:t>
            </a:r>
            <a:br/>
            <a:r>
              <a:t>    </a:t>
            </a:r>
            <a:br/>
            <a:r>
              <a:t>    &lt;xacro:box_inertia mass="12.0" x="${body_length}" y="${body_width}"</a:t>
            </a:r>
            <a:br/>
            <a:r>
              <a:t>      z="${body_height}"/&gt;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&lt;/link&gt;</a:t>
            </a:r>
            <a:br/>
            <a:r>
              <a:t>  </a:t>
            </a:r>
            <a:br/>
            <a:r>
              <a:t>  </a:t>
            </a:r>
            <a:br/>
            <a:r>
              <a:t>  &lt;joint name="base_footprint_joint" type="fixed"&gt;</a:t>
            </a:r>
            <a:br/>
            <a:r>
              <a:t>    &lt;parent link="base_footprint"/&gt;</a:t>
            </a:r>
            <a:br/>
            <a:r>
              <a:t>    &lt;child link="base_link"/&gt;</a:t>
            </a:r>
            <a:br/>
            <a:r>
              <a:t>  &lt;/joint&gt;</a:t>
            </a:r>
            <a:br/>
            <a:r>
              <a:t>  </a:t>
            </a:r>
            <a:br/>
            <a:br/>
            <a:r>
              <a:t>  </a:t>
            </a:r>
            <a:br/>
            <a:r>
              <a:t>  &lt;xacro:agv_wheel side="left" y="${wheel_base/2}" radius="${wheel_radius}"</a:t>
            </a:r>
            <a:br/>
            <a:r>
              <a:t>    width="${wheel_width}"/&gt;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</a:t>
            </a:r>
            <a:br/>
            <a:r>
              <a:t>  &lt;xacro:agv_wheel side="right" y="${-wheel_base/2}" radius="${wheel_radius}"</a:t>
            </a:r>
            <a:br/>
            <a:r>
              <a:t>    width="${wheel_width}"/&gt;</a:t>
            </a:r>
            <a:br/>
            <a:r>
              <a:t>  </a:t>
            </a:r>
            <a:br/>
            <a:br/>
            <a:r>
              <a:t>  </a:t>
            </a:r>
            <a:br/>
            <a:r>
              <a:t>  &lt;link name="caster_link"&gt;</a:t>
            </a:r>
            <a:br/>
            <a:r>
              <a:t>    &lt;visual&gt;</a:t>
            </a:r>
            <a:br/>
            <a:r>
              <a:t>      &lt;geometry&gt;</a:t>
            </a:r>
            <a:br/>
            <a:r>
              <a:t>        &lt;sphere radius="0.04"/&gt;</a:t>
            </a:r>
            <a:br/>
            <a:r>
              <a:t>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&lt;material name="wheel_gray"/&gt;</a:t>
            </a:r>
            <a:br/>
            <a:r>
              <a:t>    &lt;/visual&gt;</a:t>
            </a:r>
            <a:br/>
            <a:r>
              <a:t>    &lt;collision&gt;</a:t>
            </a:r>
            <a:br/>
            <a:r>
              <a:t>      &lt;geometry&gt;</a:t>
            </a:r>
            <a:br/>
            <a:r>
              <a:t>        &lt;sphere radius="0.04"/&gt;</a:t>
            </a:r>
            <a:br/>
            <a:r>
              <a:t>      &lt;/geometry&gt;</a:t>
            </a:r>
            <a:br/>
            <a:r>
              <a:t>    &lt;/collision&gt;</a:t>
            </a:r>
            <a:br/>
            <a:r>
              <a:t>    &lt;inertial&gt;</a:t>
            </a:r>
            <a:br/>
            <a:r>
              <a:t>      &lt;mass value="0.15"/&gt;</a:t>
            </a:r>
            <a:br/>
            <a:r>
              <a:t>      &lt;inertia ixx="0.0001" ixy="0" ixz="0" iyy="0.0001" iyz="0" izz="0.0001"/&gt;</a:t>
            </a:r>
            <a:br/>
            <a:r>
              <a:t>    &lt;/inertial&gt;</a:t>
            </a:r>
            <a:br/>
            <a:r>
              <a:t>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</a:t>
            </a:r>
            <a:br/>
            <a:r>
              <a:t>  &lt;joint name="caster_joint" type="fixed"&gt;</a:t>
            </a:r>
            <a:br/>
            <a:r>
              <a:t>    &lt;parent link="base_link"/&gt;</a:t>
            </a:r>
            <a:br/>
            <a:r>
              <a:t>    &lt;child link="caster_link"/&gt;</a:t>
            </a:r>
            <a:br/>
            <a:r>
              <a:t>    &lt;origin xyz="-0.24 0 0.04"/&gt;</a:t>
            </a:r>
            <a:br/>
            <a:r>
              <a:t>  &lt;/joint&gt;</a:t>
            </a:r>
            <a:br/>
            <a:r>
              <a:t>  </a:t>
            </a:r>
            <a:br/>
            <a:br/>
            <a:r>
              <a:t>  </a:t>
            </a:r>
            <a:br/>
            <a:r>
              <a:t>  &lt;xacro:fixed_sensor name="lidar" parent="base_link" xyz="0.12 0 ${wheel_radius +</a:t>
            </a:r>
            <a:br/>
            <a:r>
              <a:t>    body_height + 0.04}" rpy="0 0 0" size="0.09 0.09 0.05"/&gt;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</a:t>
            </a:r>
            <a:br/>
            <a:r>
              <a:t>  &lt;xacro:fixed_sensor name="camera" parent="base_link" xyz="0.28 0 ${wheel_radius +</a:t>
            </a:r>
            <a:br/>
            <a:r>
              <a:t>    body_height + 0.04}" rpy="0 0 0" size="0.05 0.08 0.05"/&gt;</a:t>
            </a:r>
            <a:br/>
            <a:r>
              <a:t>  </a:t>
            </a:r>
            <a:br/>
            <a:r>
              <a:t>  </a:t>
            </a:r>
            <a:br/>
            <a:r>
              <a:t>  &lt;link name="camera_optical_frame"/&gt;</a:t>
            </a:r>
            <a:br/>
            <a:r>
              <a:t>  </a:t>
            </a:r>
            <a:br/>
            <a:r>
              <a:t>  </a:t>
            </a:r>
            <a:br/>
            <a:r>
              <a:t>  &lt;joint name="camera_optical_joint" type="fixed"&gt;</a:t>
            </a:r>
            <a:br/>
            <a:r>
              <a:t>    &lt;parent link="camera_link"/&gt;</a:t>
            </a:r>
            <a:br/>
            <a:r>
              <a:t>    &lt;child link="camera_optical_frame"/&gt;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13/14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&lt;origin xyz="0 0 0" rpy="-1.5708 0 -1.5708"/&gt;</a:t>
            </a:r>
            <a:br/>
            <a:r>
              <a:t>  &lt;/joint&gt;</a:t>
            </a:r>
            <a:br/>
            <a:r>
              <a:t>  </a:t>
            </a:r>
            <a:br/>
            <a:r>
              <a:t>  </a:t>
            </a:r>
            <a:br/>
            <a:r>
              <a:t>  &lt;xacro:fixed_sensor name="imu" parent="base_link" xyz="0 0 ${wheel_radius +</a:t>
            </a:r>
            <a:br/>
            <a:r>
              <a:t>    body_height + 0.02}" rpy="0 0 0" size="0.03 0.03 0.02"/&gt;</a:t>
            </a:r>
            <a:br/>
            <a:r>
              <a:t>  </a:t>
            </a:r>
            <a:br/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~/agv_ws/src/agv_description/urdf/common.xacro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~/agv_ws/src/agv_description/urdf/common.xacro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&lt;robot xmlns:xacro="http://www.ros.org/wiki/xacro"&gt;</a:t>
            </a:r>
            <a:br/>
            <a:r>
              <a:t>  </a:t>
            </a:r>
            <a:br/>
            <a:r>
              <a:t>  </a:t>
            </a:r>
            <a:br/>
            <a:r>
              <a:t>  &lt;material name="agv_blue"&gt;</a:t>
            </a:r>
            <a:br/>
            <a:r>
              <a:t>    &lt;color rgba="0.10 0.35 0.80 1.0"/&gt;</a:t>
            </a:r>
            <a:br/>
            <a:r>
              <a:t>  &lt;/material&gt;</a:t>
            </a:r>
            <a:br/>
            <a:r>
              <a:t>  </a:t>
            </a:r>
            <a:br/>
            <a:r>
              <a:t>  </a:t>
            </a:r>
            <a:br/>
            <a:r>
              <a:t>  &lt;material name="sensor_black"&gt;</a:t>
            </a:r>
            <a:br/>
            <a:r>
              <a:t>    &lt;color rgba="0.06 0.06 0.06 1.0"/&gt;</a:t>
            </a:r>
            <a:br/>
            <a:r>
              <a:t>  &lt;/material&gt;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1/6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~/agv_ws/src/agv_description/urdf/common.xacro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~/agv_ws/src/agv_description/urdf/common.xacro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</a:t>
            </a:r>
            <a:br/>
            <a:r>
              <a:t>  &lt;material name="wheel_gray"&gt;</a:t>
            </a:r>
            <a:br/>
            <a:r>
              <a:t>    &lt;color rgba="0.15 0.15 0.15 1.0"/&gt;</a:t>
            </a:r>
            <a:br/>
            <a:r>
              <a:t>  &lt;/material&gt;</a:t>
            </a:r>
            <a:br/>
            <a:r>
              <a:t>  </a:t>
            </a:r>
            <a:br/>
            <a:br/>
            <a:r>
              <a:t>  </a:t>
            </a:r>
            <a:br/>
            <a:r>
              <a:t>  &lt;xacro:macro name="box_inertia" params="mass x y z"&gt;</a:t>
            </a:r>
            <a:br/>
            <a:r>
              <a:t>    </a:t>
            </a:r>
            <a:br/>
            <a:r>
              <a:t>    </a:t>
            </a:r>
            <a:br/>
            <a:r>
              <a:t>    &lt;inertial&gt;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2/6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~/agv_ws/src/agv_description/urdf/common.xacro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~/agv_ws/src/agv_description/urdf/common.xacro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</a:t>
            </a:r>
            <a:br/>
            <a:r>
              <a:t>      &lt;mass value="${mass}"/&gt;</a:t>
            </a:r>
            <a:br/>
            <a:r>
              <a:t>      </a:t>
            </a:r>
            <a:br/>
            <a:r>
              <a:t>      </a:t>
            </a:r>
            <a:br/>
            <a:r>
              <a:t>      &lt;origin xyz="0 0 0" rpy="0 0 0"/&gt;</a:t>
            </a:r>
            <a:br/>
            <a:r>
              <a:t>      </a:t>
            </a:r>
            <a:br/>
            <a:r>
              <a:t>      </a:t>
            </a:r>
            <a:br/>
            <a:r>
              <a:t>      &lt;inertia ixx="${mass * (y*y + z*z) / 12}" ixy="0" ixz="0" iyy="${mass * (x*x +</a:t>
            </a:r>
            <a:br/>
            <a:r>
              <a:t>        z*z) / 12}" iyz="0" izz="${mass * (x*x + y*y) / 12}"/&gt;</a:t>
            </a:r>
            <a:br/>
            <a:r>
              <a:t>      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3/6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~/agv_ws/src/agv_description/urdf/common.xacro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~/agv_ws/src/agv_description/urdf/common.xacro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&lt;/inertial&gt;</a:t>
            </a:r>
            <a:br/>
            <a:r>
              <a:t>    </a:t>
            </a:r>
            <a:br/>
            <a:r>
              <a:t>  </a:t>
            </a:r>
            <a:br/>
            <a:r>
              <a:t>  &lt;/xacro:macro&gt;</a:t>
            </a:r>
            <a:br/>
            <a:r>
              <a:t>  </a:t>
            </a:r>
            <a:br/>
            <a:br/>
            <a:r>
              <a:t>  </a:t>
            </a:r>
            <a:br/>
            <a:r>
              <a:t>  &lt;xacro:macro name="cylinder_inertia" params="mass radius length"&gt;</a:t>
            </a:r>
            <a:br/>
            <a:r>
              <a:t>    </a:t>
            </a:r>
            <a:br/>
            <a:r>
              <a:t>    </a:t>
            </a:r>
            <a:br/>
            <a:r>
              <a:t>    &lt;inertial&gt;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4/6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~/agv_ws/src/agv_description/urdf/common.xacro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~/agv_ws/src/agv_description/urdf/common.xacro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&lt;mass value="${mass}"/&gt;</a:t>
            </a:r>
            <a:br/>
            <a:r>
              <a:t>      </a:t>
            </a:r>
            <a:br/>
            <a:r>
              <a:t>      </a:t>
            </a:r>
            <a:br/>
            <a:r>
              <a:t>      &lt;origin xyz="0 0 0" rpy="0 0 0"/&gt;</a:t>
            </a:r>
            <a:br/>
            <a:r>
              <a:t>      </a:t>
            </a:r>
            <a:br/>
            <a:r>
              <a:t>      </a:t>
            </a:r>
            <a:br/>
            <a:r>
              <a:t>      &lt;inertia ixx="${mass * (3*radius*radius + length*length) / 12}" ixy="0" ixz="0"</a:t>
            </a:r>
            <a:br/>
            <a:r>
              <a:t>        iyy="${mass * (3*radius*radius + length*length) / 12}" iyz="0" izz="${mass *</a:t>
            </a:r>
            <a:br/>
            <a:r>
              <a:t>        radius*radius / 2}"/&gt;</a:t>
            </a:r>
            <a:br/>
            <a:r>
              <a:t>      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5/6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~/agv_ws/src/agv_description/urdf/common.xacro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~/agv_ws/src/agv_description/urdf/common.xacro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&lt;/inertial&gt;</a:t>
            </a:r>
            <a:br/>
            <a:r>
              <a:t>    </a:t>
            </a:r>
            <a:br/>
            <a:r>
              <a:t>  </a:t>
            </a:r>
            <a:br/>
            <a:r>
              <a:t>  &lt;/xacro:macro&gt;</a:t>
            </a:r>
            <a:br/>
            <a:r>
              <a:t>  </a:t>
            </a:r>
            <a:br/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6/6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~/agv_ws/src/agv_description/urdf/wheels.xacro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~/agv_ws/src/agv_description/urdf/wheels.xacro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&lt;robot xmlns:xacro="http://www.ros.org/wiki/xacro"&gt;</a:t>
            </a:r>
            <a:br/>
            <a:r>
              <a:t>  </a:t>
            </a:r>
            <a:br/>
            <a:r>
              <a:t>  </a:t>
            </a:r>
            <a:br/>
            <a:r>
              <a:t>  &lt;xacro:macro name="agv_wheel" params="side y radius width"&gt;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name="${side}_wheel_link"&gt;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&lt;visual&gt;</a:t>
            </a:r>
            <a:br/>
            <a:r>
              <a:t>        &lt;origin xyz="0 0 0" rpy="1.5708 0 0"/&gt;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~/agv_ws/src/agv_description/urdf/wheels.xacro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~/agv_ws/src/agv_description/urdf/wheels.xacro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 radius="${radius}" length="${width}"/&gt;</a:t>
            </a:r>
            <a:br/>
            <a:r>
              <a:t>        &lt;/geometry&gt;</a:t>
            </a:r>
            <a:br/>
            <a:r>
              <a:t>        &lt;material name="wheel_gray"/&gt;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&lt;collision&gt;</a:t>
            </a:r>
            <a:br/>
            <a:r>
              <a:t>        &lt;origin xyz="0 0 0" rpy="1.5708 0 0"/&gt;</a:t>
            </a:r>
            <a:br/>
            <a:r>
              <a:t>        &lt;geometry&gt;</a:t>
            </a:r>
            <a:br/>
            <a:r>
              <a:t>          &lt;cylinder radius="${radius}" length="${width}"/&gt;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~/agv_ws/src/agv_description/urdf/wheels.xacro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~/agv_ws/src/agv_description/urdf/wheels.xacro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&lt;xacro:cylinder_inertia mass="0.6" radius="${radius}" length="${width}"/&gt;</a:t>
            </a:r>
            <a:br/>
            <a:r>
              <a:t>      </a:t>
            </a:r>
            <a:br/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name="${side}_wheel_joint" type="continuous"&gt;</a:t>
            </a:r>
            <a:br/>
            <a:r>
              <a:t>      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~/agv_ws/src/agv_description/urdf/wheels.xacro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~/agv_ws/src/agv_description/urdf/wheels.xacro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 link="base_link"/&gt;</a:t>
            </a:r>
            <a:br/>
            <a:r>
              <a:t>      &lt;child link="${side}_wheel_link"/&gt;</a:t>
            </a:r>
            <a:br/>
            <a:r>
              <a:t>      </a:t>
            </a:r>
            <a:br/>
            <a:r>
              <a:t>      </a:t>
            </a:r>
            <a:br/>
            <a:r>
              <a:t>      &lt;origin xyz="0 ${y} ${radius}" rpy="0 0 0"/&gt;</a:t>
            </a:r>
            <a:br/>
            <a:r>
              <a:t>      &lt;axis xyz="0 1 0"/&gt;</a:t>
            </a:r>
            <a:br/>
            <a:r>
              <a:t>      </a:t>
            </a:r>
            <a:br/>
            <a:r>
              <a:t>    </a:t>
            </a:r>
            <a:br/>
            <a:r>
              <a:t>    &lt;/joint&gt;</a:t>
            </a:r>
            <a:br/>
            <a:r>
              <a:t>    </a:t>
            </a:r>
            <a:br/>
            <a:r>
              <a:t>  </a:t>
            </a:r>
            <a:br/>
            <a:r>
              <a:t>  &lt;/xacro:macro&gt;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~/agv_ws/src/agv_description/urdf/wheels.xacro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24/25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~/agv_ws/src/agv_description/urdf/wheels.xacro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~/agv_ws/src/agv_description/urdf/sensors.xacro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~/agv_ws/src/agv_description/urdf/sensors.xacro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&lt;robot xmlns:xacro="http://www.ros.org/wiki/xacro"&gt;</a:t>
            </a:r>
            <a:br/>
            <a:r>
              <a:t>  </a:t>
            </a:r>
            <a:br/>
            <a:r>
              <a:t>  </a:t>
            </a:r>
            <a:br/>
            <a:r>
              <a:t>  &lt;xacro:macro name="fixed_sensor" params="name parent xyz rpy size"&gt;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name="${name}_link"&gt;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~/agv_ws/src/agv_description/urdf/sensors.xacro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~/agv_ws/src/agv_description/urdf/sensors.xacro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 size="${size}"/&gt;</a:t>
            </a:r>
            <a:br/>
            <a:r>
              <a:t>        &lt;/geometry&gt;</a:t>
            </a:r>
            <a:br/>
            <a:r>
              <a:t>        &lt;material name="sensor_black"/&gt;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&lt;collision&gt;</a:t>
            </a:r>
            <a:br/>
            <a:r>
              <a:t>        &lt;geometry&gt;</a:t>
            </a:r>
            <a:br/>
            <a:r>
              <a:t>          &lt;box size="${size}"/&gt;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~/agv_ws/src/agv_description/urdf/sensors.xacro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27/29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~/agv_ws/src/agv_description/urdf/sensors.xacro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 value="0.05"/&gt;</a:t>
            </a:r>
            <a:br/>
            <a:r>
              <a:t>        &lt;inertia ixx="0.0001" ixy="0" ixz="0" iyy="0.0001" iyz="0" izz="0.0001"/&gt;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name="${name}_joint" type="fixed"&gt;</a:t>
            </a:r>
            <a:br/>
            <a:r>
              <a:t>      &lt;parent link="${parent}"/&gt;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~/agv_ws/src/agv_description/urdf/sensors.xacro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28/29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~/agv_ws/src/agv_description/urdf</a:t>
            </a:r>
            <a:br/>
            <a:r>
              <a:t>파일 열기: nano ~/agv_ws/src/agv_description/urdf/sensors.xacro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 link="${name}_link"/&gt;</a:t>
            </a:r>
            <a:br/>
            <a:r>
              <a:t>      &lt;origin xyz="${xyz}" rpy="${rpy}"/&gt;</a:t>
            </a:r>
            <a:br/>
            <a:r>
              <a:t>    &lt;/joint&gt;</a:t>
            </a:r>
            <a:br/>
            <a:r>
              <a:t>    </a:t>
            </a:r>
            <a:br/>
            <a:r>
              <a:t>  </a:t>
            </a:r>
            <a:br/>
            <a:r>
              <a:t>  &lt;/xacro:macro&gt;</a:t>
            </a:r>
            <a:br/>
            <a:r>
              <a:t>  </a:t>
            </a:r>
            <a:br/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~/agv_ws/src/agv_description/launch/display.launch.py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29/31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~/agv_ws/src/agv_description/launch</a:t>
            </a:r>
            <a:br/>
            <a:r>
              <a:t>파일 열기: nano ~/agv_ws/src/agv_description/launch/display.launch.py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 import LaunchDescription</a:t>
            </a:r>
            <a:br/>
            <a:r>
              <a:t>from launch.substitutions import Command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r>
              <a:t>from ament_index_python.packages import get_package_share_directory</a:t>
            </a:r>
            <a:br/>
            <a:r>
              <a:t>import os</a:t>
            </a:r>
            <a:br/>
            <a:br/>
            <a:r>
              <a:t>def generate_launch_description():</a:t>
            </a:r>
            <a:br/>
            <a:r>
              <a:t>    share = get_package_share_directory('agv_description')</a:t>
            </a:r>
            <a:br/>
            <a:r>
              <a:t>    xacro_file = os.path.join(share, 'urdf', 'agv.urdf.xacro')</a:t>
            </a:r>
            <a:br/>
            <a:r>
              <a:t>    rviz_file = os.path.join(share, 'rviz', 'agv.rviz')</a:t>
            </a:r>
            <a:br/>
            <a:r>
              <a:t>    robot_description = ParameterValue(Command(['xacro ', xacro_file]), value_type=str)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~/agv_ws/src/agv_description/launch/display.launch.py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30/31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~/agv_ws/src/agv_description/launch</a:t>
            </a:r>
            <a:br/>
            <a:r>
              <a:t>파일 열기: nano ~/agv_ws/src/agv_description/launch/display.launch.py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return LaunchDescription([Node(package='joint_state_publisher_gui',</a:t>
            </a:r>
            <a:br/>
            <a:r>
              <a:t>        executable='joint_state_publisher_gui'), Node(package='robot_state_publisher',</a:t>
            </a:r>
            <a:br/>
            <a:r>
              <a:t>        executable='robot_state_publisher',</a:t>
            </a:r>
            <a:br/>
            <a:r>
              <a:t>        parameters=[{'robot_description': robot_description}]), Node(package='rviz2',</a:t>
            </a:r>
            <a:br/>
            <a:r>
              <a:t>        executable='rviz2', arguments=['-d', rviz_file])])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 &amp;&amp; source install/setup.bash</a:t>
            </a:r>
            <a:br/>
            <a:r>
              <a:t>ros2 launch agv_description display.launch.py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xacro ~/agv_ws/src/agv_description/urdf/agv.urdf.xacro &gt; /tmp/agv.urdf</a:t>
            </a:r>
            <a:br/>
            <a:r>
              <a:t>check_urdf /tmp/agv.urdf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XML parsing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닫는 태그·따옴표·중첩 구조를 확인한다.</a:t>
            </a:r>
            <a:br/>
            <a:r>
              <a:t>수정 후: xacro ~/agv_ws/src/agv_description/urdf/agv.urdf.xacro &gt; /tmp/agv.urdf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바퀴가 눕거나 TF가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cylinder rpy·joint axis·parent/child link 이름을 확인한다.</a:t>
            </a:r>
            <a:br/>
            <a:r>
              <a:t>수정 후: xacro ~/agv_ws/src/agv_description/urdf/agv.urdf.xacro &gt; /tmp/agv.urdf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wheel_radius를 0.08 m에서 0.10 m로 바꾸고 RobotModel에서 바퀴 크기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RobotModel과 TF에서 base, 두 wheel, camera, lidar, imu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blocks/B_robot_build/M05_urdf_basic_model/complete/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M06 Xacro 모듈화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