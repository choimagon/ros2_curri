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box·cylinder·sphere만으로 body·wheel·caster·sensor frame을 갖춘 AGV를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RobotModel과 TF에서 base, 두 wheel, camera, lidar, imu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이전=M04 frame tree, 다음=M06 Xacro 모듈화을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box·cylinder·sphere만으로 body·wheel·caster·sensor frame을 갖춘 AGV를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RobotModel과 TF에서 base, 두 wheel, camera, lidar, imu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M05에서는 macro·property·xacro 없이 한 파일에 link와 joint를 직접 작성한다.</a:t>
            </a:r>
          </a:p>
          <a:p>
            <a:r>
              <a:t>[실행] cd ~/ros2_curri/agv_ws</a:t>
            </a:r>
          </a:p>
          <a:p>
            <a:r>
              <a:t>check_urdf src/agv_description/curriculum_stages/M05/agv.urdf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RobotModel에는 단일 URDF 텍스트를 robot_description으로 넣고 TF를 함께 확인한다.</a:t>
            </a:r>
          </a:p>
          <a:p>
            <a:r>
              <a:t>[실행] ros2 run robot_state_publisher robot_state_publisher \</a:t>
            </a:r>
          </a:p>
          <a:p>
            <a:r>
              <a:t>  --ros-args -p robot_description:="$(cat src/agv_description/curriculum_stages/M05/agv.urdf)"</a:t>
            </a:r>
          </a:p>
          <a:p>
            <a:r>
              <a:t># 새 터미널: rviz2 → Add → RobotModel, TF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~/ros2_curri/agv_ws/src/agv_description/curriculum_stages/M05/agv.urdf의 전체 파일을 1/2 구간으로 작성한다.</a:t>
            </a:r>
          </a:p>
          <a:p>
            <a:r>
              <a:t>[실행] nano ~/ros2_curri/agv_ws/src/agv_description/curriculum_stages/M05/agv.urdf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~/ros2_curri/agv_ws/src/agv_description/curriculum_stages/M05/agv.urdf의 전체 파일을 2/2 구간으로 작성한다.</a:t>
            </a:r>
          </a:p>
          <a:p>
            <a:r>
              <a:t>[실행] nano ~/ros2_curri/agv_ws/src/agv_description/curriculum_stages/M05/agv.urdf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~/ros2_curri/agv_ws</a:t>
            </a:r>
          </a:p>
          <a:p>
            <a:r>
              <a:t>check_urdf src/agv_description/curriculum_stages/M05/agv.urdf</a:t>
            </a:r>
          </a:p>
          <a:p>
            <a:r>
              <a:t># 다음 M06에서 처음으로 xacro를 사용한다.</a:t>
            </a:r>
          </a:p>
          <a:p>
            <a:r>
              <a:t>[확인] RobotModel과 TF에서 base, 두 wheel, camera, lidar, imu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check_urdf ~/ros2_curri/agv_ws/src/agv_description/curriculum_stages/M05/agv.urdf</a:t>
            </a:r>
          </a:p>
          <a:p>
            <a:r>
              <a:t>rg -n '&lt;xacro:|&lt;link |&lt;joint ' ~/ros2_curri/agv_ws/src/agv_description/curriculum_stages/M05/agv.urdf</a:t>
            </a:r>
          </a:p>
          <a:p>
            <a:r>
              <a:t>[확인] RobotModel과 TF에서 base, 두 wheel, camera, lidar, imu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M06 Xacro 모듈화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M05 · Block B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URDF로 기본 AGV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RobotModel과 TF에서 base, 두 wheel, camera, lidar, imu 연결을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M04 frame tree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M05</a:t>
            </a:r>
            <a:br/>
            <a:r>
              <a:t>URDF로 기본 AGV 제작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M06 Xacro 모듈화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RobotModel과 TF에서 base, 두 wheel, camera, lidar, imu 연결을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M04 TF2 개념을 이해하고 agv_description 패키지가 존재하는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M04 frame tree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box·cylinder·sphere만으로 body·wheel·caster·sensor frame을 갖춘 AGV를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RobotModel과 TF에서 base, 두 wheel, camera, lidar, imu 연결을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base_link</a:t>
            </a:r>
            <a:br/>
            <a:r>
              <a:t>box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wheel</a:t>
            </a:r>
            <a:br/>
            <a:r>
              <a:t>cylinder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sensor</a:t>
            </a:r>
            <a:br/>
            <a:r>
              <a:t>fixed joint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~/ros2_curri/agv_ws/src/</a:t>
            </a:r>
            <a:br/>
            <a:r>
              <a:t>└── agv_description/curriculum_stages/M05/agv.urdf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단일 URDF를 검사한다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M05에서는 macro·property·xacro 없이 한 파일에 link와 joint를 직접 작성한다.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~/ros2_curri/agv_ws</a:t>
            </a:r>
            <a:br/>
            <a:r>
              <a:t>check_urdf src/agv_description/curriculum_stages/M05/agv.urdf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RViz로 표시한다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~/ros2_curri/agv_ws    |    새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RobotModel에는 단일 URDF 텍스트를 robot_description으로 넣고 TF를 함께 확인한다.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run robot_state_publisher robot_state_publisher \</a:t>
            </a:r>
            <a:br/>
            <a:r>
              <a:t>  --ros-args -p robot_description:="$(cat src/agv_description/curriculum_stages/M05/agv.urdf)"</a:t>
            </a:r>
            <a:br/>
            <a:r>
              <a:t># 새 터미널: rviz2 → Add → RobotModel, 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~/ros2_curri/agv_ws/src/agv_description/curriculum_stages/M05/agv.urdf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~/ros2_curri/agv_ws/src/agv_description/curriculum_stages/M05</a:t>
            </a:r>
            <a:br/>
            <a:r>
              <a:t>파일 열기: nano ~/ros2_curri/agv_ws/src/agv_description/curriculum_stages/M05/agv.urdf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version="1.0"?&gt;</a:t>
            </a:r>
            <a:br/>
            <a:r>
              <a:t>&lt;robot name="agv_m05"&gt;</a:t>
            </a:r>
            <a:br/>
            <a:r>
              <a:t>  &lt;link name="base_link"&gt;&lt;visual&gt;&lt;origin xyz="0 0 0.16"/&gt;&lt;geometry&gt;&lt;box size="0.60 0.42 0.16"/&gt;&lt;/geometry&gt;&lt;/visual&gt;&lt;/link&gt;</a:t>
            </a:r>
            <a:br/>
            <a:r>
              <a:t>  &lt;link name="left_wheel_link"&gt;&lt;visual&gt;&lt;origin rpy="1.5708 0 0"/&gt;&lt;geometry&gt;&lt;cylinder radius="0.08" length="0.05"/&gt;&lt;/geometry&gt;&lt;/visual&gt;&lt;/link&gt;</a:t>
            </a:r>
            <a:br/>
            <a:r>
              <a:t>  &lt;link name="right_wheel_link"&gt;&lt;visual&gt;&lt;origin rpy="1.5708 0 0"/&gt;&lt;geometry&gt;&lt;cylinder radius="0.08" length="0.05"/&gt;&lt;/geometry&gt;&lt;/visual&gt;&lt;/link&gt;</a:t>
            </a:r>
            <a:br/>
            <a:r>
              <a:t>  &lt;link name="caster_link"&gt;&lt;visual&gt;&lt;geometry&gt;&lt;sphere radius="0.04"/&gt;&lt;/geometry&gt;&lt;/visual&gt;&lt;/link&gt;</a:t>
            </a:r>
            <a:br/>
            <a:r>
              <a:t>  &lt;link name="camera_link"/&gt;&lt;link name="lidar_link"/&gt;&lt;link name="imu_link"/&gt;</a:t>
            </a:r>
            <a:br/>
            <a:r>
              <a:t>  &lt;joint name="left_wheel_joint" type="continuous"&gt;&lt;parent link="base_link"/&gt;&lt;child link="left_wheel_link"/&gt;&lt;origin xyz="0 0.19 0.08"/&gt;&lt;axis xyz="0 1 0"/&gt;&lt;/joint&gt;</a:t>
            </a:r>
            <a:br/>
            <a:r>
              <a:t>  &lt;joint name="right_wheel_joint" type="continuous"&gt;&lt;parent link="base_link"/&gt;&lt;child link="right_wheel_link"/&gt;&lt;origin xyz="0 -0.19 0.08"/&gt;&lt;axis xyz="0 1 0"/&gt;&lt;/joint&gt;</a:t>
            </a:r>
            <a:br/>
            <a:r>
              <a:t>  &lt;joint name="caster_joint" type="fixed"&gt;&lt;parent link="base_link"/&gt;&lt;child link="caster_link"/&gt;&lt;origin xyz="-0.24 0 0.04"/&gt;&lt;/joint&gt;</a:t>
            </a:r>
            <a:br/>
            <a:r>
              <a:t>  &lt;joint name="camera_joint" type="fixed"&gt;&lt;parent link="base_link"/&gt;&lt;child link="camera_link"/&gt;&lt;origin xyz="0.30 0 0.26"/&gt;&lt;/joint&gt;</a:t>
            </a:r>
            <a:br/>
            <a:r>
              <a:t>  &lt;joint name="lidar_joint" type="fixed"&gt;&lt;parent link="base_link"/&gt;&lt;child link="lidar_link"/&gt;&lt;origin xyz="0.12 0 0.29"/&gt;&lt;/joint&gt;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~/ros2_curri/agv_ws/src/agv_description/curriculum_stages/M05/agv.urdf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~/ros2_curri/agv_ws/src/agv_description/curriculum_stages/M05</a:t>
            </a:r>
            <a:br/>
            <a:r>
              <a:t>파일 열기: nano ~/ros2_curri/agv_ws/src/agv_description/curriculum_stages/M05/agv.urdf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&lt;joint name="imu_joint" type="fixed"&gt;&lt;parent link="base_link"/&gt;&lt;child link="imu_link"/&gt;&lt;origin xyz="0 0 0.28"/&gt;&lt;/joint&gt;</a:t>
            </a:r>
            <a:br/>
            <a:r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~/ros2_curri/agv_ws</a:t>
            </a:r>
            <a:br/>
            <a:r>
              <a:t>check_urdf src/agv_description/curriculum_stages/M05/agv.urdf</a:t>
            </a:r>
            <a:br/>
            <a:r>
              <a:t># 다음 M06에서 처음으로 xacro를 사용한다.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RobotModel과 TF에서 base, 두 wheel, camera, lidar, imu 연결을 확인한다.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check_urdf ~/ros2_curri/agv_ws/src/agv_description/curriculum_stages/M05/agv.urdf</a:t>
            </a:r>
            <a:br/>
            <a:r>
              <a:t>rg -n '&lt;xacro:|&lt;link |&lt;joint ' ~/ros2_curri/agv_ws/src/agv_description/curriculum_stages/M05/agv.urdf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RobotModel과 TF에서 base, 두 wheel, camera, lidar, imu 연결을 확인한다.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XML parsing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닫는 태그·따옴표·중첩 구조를 확인한다.</a:t>
            </a:r>
            <a:br/>
            <a:r>
              <a:t>수정 후: check_urdf ~/ros2_curri/agv_ws/src/agv_description/curriculum_stages/M05/agv.urdf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바퀴가 눕거나 TF가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cylinder rpy·joint axis·parent/child link 이름을 확인한다.</a:t>
            </a:r>
            <a:br/>
            <a:r>
              <a:t>수정 후: check_urdf ~/ros2_curri/agv_ws/src/agv_description/curriculum_stages/M05/agv.urdf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wheel_radius를 0.08 m에서 0.10 m로 바꾸고 RobotModel에서 바퀴 크기 변화를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RobotModel과 TF에서 base, 두 wheel, camera, lidar, imu 연결을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blocks/B_robot_build/M05_urdf_basic_model/complete/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M06 Xacro 모듈화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