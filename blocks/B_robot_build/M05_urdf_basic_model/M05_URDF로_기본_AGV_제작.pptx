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base_link 차체, 양쪽 검은 바퀴, 빨강·초록·파랑 TF 축을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터미널 1은 URDF를 robot_description과 TF로 계속 발행한다. 터미널 2의 RViz에서 Add → RobotModel, TF를 차례로 추가하고 Fixed Frame을 base_link로 맞춘다.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ros2 run robot_state_publisher robot_state_publisher \</a:t>
            </a:r>
          </a:p>
          <a:p>
            <a:r>
              <a:t>  --ros-args -p robot_description:="$(cat ~/ros2_curri/my_agv_ws/src/agv_description/curriculum_stages/M05/agv.urdf)"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rviz2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base_link 차체, 양쪽 검은 바퀴, 빨강·초록·파랑 TF 축을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058" y="1389888"/>
            <a:ext cx="56208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URDF RobotModel의 차체·두 바퀴·camera/lidar/imu frame  |  나중에 확인할 것: 파란 base_link 차체, 양쪽 검은 바퀴, 빨강·초록·파랑 TF 축을 순서대로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m05_ur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check_urdf로 tree를 확인한 뒤 robot_state_publisher + RViz RobotModel에 넣는다.</a:t>
            </a:r>
            <a:br/>
            <a:r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agv_description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~/ros2_curri/my_agv_ws/src/agv_description/curriculum_stages/M05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name="agv_m05"&gt;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name="base_link"&gt;&lt;visual&gt;&lt;origin xyz="0 0</a:t>
            </a:r>
            <a:br/>
            <a:r>
              <a:t>0.16"/&gt;&lt;geometry&gt;&lt;box size="0.60 0.42</a:t>
            </a:r>
            <a:br/>
            <a:r>
              <a:t>0.16"/&gt;&lt;/geometry&gt;&lt;/visual&gt;&lt;/link&gt;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type="continuous"&gt;&lt;parent</a:t>
            </a:r>
            <a:br/>
            <a:r>
              <a:t>link="base_link"/&gt;&lt;child link="left_wheel_link"/&gt;&lt;origin</a:t>
            </a:r>
            <a:br/>
            <a:r>
              <a:t>xyz="0 0.19 0.08"/&gt;&lt;axis xyz="0 1 0"/&gt;&lt;/joint&gt;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&lt;robot name="agv_m05"&gt;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name="base_link"&gt;&lt;visual&gt;&lt;origin xyz="0 0 0.16"/&gt;&lt;geometry&gt;&lt;box size="0.60 0.42 0.16"/&gt;&lt;/geometry&gt;&lt;/visual&gt;&lt;/link&gt;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name="left_wheel_link"&gt;&lt;visual&gt;&lt;origin rpy="1.5708 0 0"/&gt;&lt;geometry&gt;&lt;cylinder radius="0.08" length="0.05"/&gt;&lt;/geometry&gt;&lt;/visual&gt;&lt;/link&gt;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name="right_wheel_link"&gt;&lt;visual&gt;&lt;origin rpy="1.5708 0 0"/&gt;&lt;geometry&gt;&lt;cylinder radius="0.08" length="0.05"/&gt;&lt;/geometry&gt;&lt;/visual&gt;&lt;/link&gt;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name="caster_link"&gt;&lt;visual&gt;&lt;geometry&gt;&lt;sphere radius="0.04"/&gt;&lt;/geometry&gt;&lt;/visual&gt;&lt;/link&gt;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name="camera_link"/&gt;&lt;link name="lidar_link"/&gt;&lt;link name="imu_link"/&gt;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name="left_wheel_joint" type="continuous"&gt;&lt;parent link="base_link"/&gt;&lt;child link="left_wheel_link"/&gt;&lt;origin xyz="0 0.19 0.08"/&gt;&lt;axis xyz="0 1 0"/&gt;&lt;/joint&gt;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name="right_wheel_joint" type="continuous"&gt;&lt;parent link="base_link"/&gt;&lt;child link="right_wheel_link"/&gt;&lt;origin xyz="0 -0.19 0.08"/&gt;&lt;axis xyz="0 1 0"/&gt;&lt;/joint&gt;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name="caster_joint" type="fixed"&gt;&lt;parent link="base_link"/&gt;&lt;child link="caster_link"/&gt;&lt;origin xyz="-0.24 0 0.04"/&gt;&lt;/joint&gt;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name="camera_joint" type="fixed"&gt;&lt;parent link="base_link"/&gt;&lt;child link="camera_link"/&gt;&lt;origin xyz="0.30 0 0.26"/&gt;&lt;/joint&gt;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name="imu_joint" type="fixed"&gt;&lt;parent link="base_link"/&gt;&lt;child link="imu_link"/&gt;&lt;origin xyz="0 0 0.28"/&gt;&lt;/joint&gt;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M05에서는 macro·property·xacro 없이 한 파일에 link와 joint를 직접 작성한다.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src/agv_description/curriculum_stages/M05/agv.urdf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터미널 1은 URDF를 robot_description과 TF로 계속 발행한다. 터미널 2의 RViz에서 Add → RobotModel, TF를 차례로 추가하고 Fixed Frame을 base_link로 맞춘다.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robot_state_publisher robot_state_publisher \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--ros-args -p robot_description:="$(cat ~/ros2_curri/my_agv_ws/src/agv_description/curriculum_stages/M05/agv.urdf)"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TF/robot_description을 계속 발행하므로 이 창은 실행 상태로 유지합니다.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rviz2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터미널 2에서 이 명령만 그대로 복사해 실행합니다.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src/agv_description/curriculum_stages/M05/agv.urdf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URDF RobotModel의 차체·두 바퀴·camera/lidar/imu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파란 base_link 차체, 양쪽 검은 바퀴, 빨강·초록·파랑 TF 축을 순서대로 찾습니다.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check_urdf가 base_link와 6개 자식 link를 확인한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m05_ur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~/ros2_curri/my_agv_ws/src/agv_description/curriculum_stages/M05/agv.urdf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blocks/B_robot_build/M05_urdf_basic_model/complete/agv_ws/src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blocks/B_robot_build/M05_urdf_basic_model/complete/agv_ws/src/.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