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m05_ur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check_urdf로 tree를 확인한 뒤 robot_state_publisher + RViz RobotModel에 넣는다.</a:t>
            </a:r>
            <a:br/>
            <a:r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agv_description</a:t>
            </a:r>
            <a:br/>
            <a:r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~/ros2_curri/my_agv_ws/src/agv_description/curriculum_stages/M05</a:t>
            </a:r>
            <a:br/>
            <a:r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name="agv_m05"&gt;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name="base_link"&gt;&lt;visual&gt;&lt;origin xyz="0 0</a:t>
            </a:r>
            <a:br/>
            <a:r>
              <a:t>0.16"/&gt;&lt;geometry&gt;&lt;box size="0.60 0.42</a:t>
            </a:r>
            <a:br/>
            <a:r>
              <a:t>0.16"/&gt;&lt;/geometry&gt;&lt;/visual&gt;&lt;/link&gt;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type="continuous"&gt;&lt;parent</a:t>
            </a:r>
            <a:br/>
            <a:r>
              <a:t>link="base_link"/&gt;&lt;child link="left_wheel_link"/&gt;&lt;origin</a:t>
            </a:r>
            <a:br/>
            <a:r>
              <a:t>xyz="0 0.19 0.08"/&gt;&lt;axis xyz="0 1 0"/&gt;&lt;/joint&gt;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version="1.0"?&gt;</a:t>
            </a:r>
            <a:br/>
            <a:r>
              <a:t>&lt;robot name="agv_m05"&gt;</a:t>
            </a:r>
            <a:br/>
            <a:r>
              <a:t>  &lt;link name="base_link"&gt;&lt;visual&gt;&lt;origin xyz="0 0 0.16"/&gt;&lt;geometry&gt;&lt;box size="0.60 0.42 0.16"/&gt;&lt;/geometry&gt;&lt;/visual&gt;&lt;/link&gt;</a:t>
            </a:r>
            <a:br/>
            <a:r>
              <a:t>  &lt;link name="left_wheel_link"&gt;&lt;visual&gt;&lt;origin rpy="1.5708 0 0"/&gt;&lt;geometry&gt;&lt;cylinder radius="0.08" length="0.05"/&gt;&lt;/geometry&gt;&lt;/visual&gt;&lt;/link&gt;</a:t>
            </a:r>
            <a:br/>
            <a:r>
              <a:t>  &lt;link name="right_wheel_link"&gt;&lt;visual&gt;&lt;origin rpy="1.5708 0 0"/&gt;&lt;geometry&gt;&lt;cylinder radius="0.08" length="0.05"/&gt;&lt;/geometry&gt;&lt;/visual&gt;&lt;/link&gt;</a:t>
            </a:r>
            <a:br/>
            <a:r>
              <a:t>  &lt;link name="caster_link"&gt;&lt;visual&gt;&lt;geometry&gt;&lt;sphere radius="0.04"/&gt;&lt;/geometry&gt;&lt;/visual&gt;&lt;/link&gt;</a:t>
            </a:r>
            <a:br/>
            <a:r>
              <a:t>  &lt;link name="camera_link"/&gt;&lt;link name="lidar_link"/&gt;&lt;link name="imu_link"/&gt;</a:t>
            </a:r>
            <a:br/>
            <a:r>
              <a:t>  &lt;joint name="left_wheel_joint" type="continuous"&gt;&lt;parent link="base_link"/&gt;&lt;child link="left_wheel_link"/&gt;&lt;origin xyz="0 0.19 0.08"/&gt;&lt;axis xyz="0 1 0"/&gt;&lt;/joint&gt;</a:t>
            </a:r>
            <a:br/>
            <a:r>
              <a:t>  &lt;joint name="right_wheel_joint" type="continuous"&gt;&lt;parent link="base_link"/&gt;&lt;child link="right_wheel_link"/&gt;&lt;origin xyz="0 -0.19 0.08"/&gt;&lt;axis xyz="0 1 0"/&gt;&lt;/joint&gt;</a:t>
            </a:r>
            <a:br/>
            <a:r>
              <a:t>  &lt;joint name="caster_joint" type="fixed"&gt;&lt;parent link="base_link"/&gt;&lt;child link="caster_link"/&gt;&lt;origin xyz="-0.24 0 0.04"/&gt;&lt;/joint&gt;</a:t>
            </a:r>
            <a:br/>
            <a:r>
              <a:t>  &lt;joint name="camera_joint" type="fixed"&gt;&lt;parent link="base_link"/&gt;&lt;child link="camera_link"/&gt;&lt;origin xyz="0.30 0 0.26"/&gt;&lt;/joint&gt;</a:t>
            </a:r>
            <a:br/>
            <a:r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name="imu_joint" type="fixed"&gt;&lt;parent link="base_link"/&gt;&lt;child link="imu_link"/&gt;&lt;origin xyz="0 0 0.28"/&gt;&lt;/joint&gt;</a:t>
            </a:r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robot_state_publisher robot_state_publisher \</a:t>
            </a:r>
            <a:br/>
            <a:r>
              <a:t>  --ros-args -p robot_description:="$(cat src/agv_description/curriculum_stages/M05/agv.urdf)"</a:t>
            </a:r>
            <a:br/>
            <a:r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check_urdf src/agv_description/curriculum_stages/M05/agv.urdf</a:t>
            </a:r>
            <a:br/>
            <a:r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~/ros2_curri/my_agv_ws/src/agv_description/curriculum_stages/M05/agv.urdf</a:t>
            </a:r>
            <a:br/>
            <a:r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blocks/B_robot_build/M05_urdf_basic_model/complete/agv_ws/src || true</a:t>
            </a:r>
            <a:br/>
            <a:r>
              <a:t>cp -a my_agv_ws/src my_agv_ws/src_before_M05</a:t>
            </a:r>
            <a:br/>
            <a:r>
              <a:t>cp -a blocks/B_robot_build/M05_urdf_basic_model/complete/agv_ws/src/.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