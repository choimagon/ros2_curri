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warehouse World와 AGV model을 package 경로로 열고 충돌 환경을 준비한다.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ground·벽·박스가 있는 World에 AGV가 spawn되어 있는 Gazebo 화면을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이전=M07 물리 모델, 다음=M09 Differential Drive을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warehouse World와 AGV model을 package 경로로 열고 충돌 환경을 준비한다.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ground·벽·박스가 있는 World에 AGV가 spawn되어 있는 Gazebo 화면을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CLI의 `gz sdf -k`는 standalone World에서 model:// URI를 해석하지 못할 수 있다. AGV model 자체를 먼저 검사한다.</a:t>
            </a:r>
          </a:p>
          <a:p>
            <a:r>
              <a:t>[실행] cd ~/agv_ws</a:t>
            </a:r>
          </a:p>
          <a:p>
            <a:r>
              <a:t>gz sdf -k src/agv_gazebo/models/agv/model.sdf</a:t>
            </a:r>
          </a:p>
          <a:p>
            <a:r>
              <a:t>rg -n 'model://agv|&lt;world name=' src/agv_gazebo/worlds/warehouse.sdf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launch가 Gazebo resource path와 World 실행을 한 번에 준비하므로 World는 이 명령으로 검증한다.</a:t>
            </a:r>
          </a:p>
          <a:p>
            <a:r>
              <a:t>[실행] source install/setup.bash</a:t>
            </a:r>
          </a:p>
          <a:p>
            <a:r>
              <a:t>ros2 launch agv_gazebo gazebo.launch.py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~/agv_ws/src/agv_gazebo/worlds/warehouse.sdf의 전체 파일을 1/10 구간으로 작성한다.</a:t>
            </a:r>
          </a:p>
          <a:p>
            <a:r>
              <a:t>[실행] nano ~/agv_ws/src/agv_gazebo/worlds/warehouse.sdf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~/agv_ws/src/agv_gazebo/worlds/warehouse.sdf의 전체 파일을 2/10 구간으로 작성한다.</a:t>
            </a:r>
          </a:p>
          <a:p>
            <a:r>
              <a:t>[실행] nano ~/agv_ws/src/agv_gazebo/worlds/warehouse.sdf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~/agv_ws/src/agv_gazebo/worlds/warehouse.sdf의 전체 파일을 3/10 구간으로 작성한다.</a:t>
            </a:r>
          </a:p>
          <a:p>
            <a:r>
              <a:t>[실행] nano ~/agv_ws/src/agv_gazebo/worlds/warehouse.sdf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~/agv_ws/src/agv_gazebo/worlds/warehouse.sdf의 전체 파일을 4/10 구간으로 작성한다.</a:t>
            </a:r>
          </a:p>
          <a:p>
            <a:r>
              <a:t>[실행] nano ~/agv_ws/src/agv_gazebo/worlds/warehouse.sdf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~/agv_ws/src/agv_gazebo/worlds/warehouse.sdf의 전체 파일을 5/10 구간으로 작성한다.</a:t>
            </a:r>
          </a:p>
          <a:p>
            <a:r>
              <a:t>[실행] nano ~/agv_ws/src/agv_gazebo/worlds/warehouse.sdf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~/agv_ws/src/agv_gazebo/worlds/warehouse.sdf의 전체 파일을 6/10 구간으로 작성한다.</a:t>
            </a:r>
          </a:p>
          <a:p>
            <a:r>
              <a:t>[실행] nano ~/agv_ws/src/agv_gazebo/worlds/warehouse.sdf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~/agv_ws/src/agv_gazebo/worlds/warehouse.sdf의 전체 파일을 7/10 구간으로 작성한다.</a:t>
            </a:r>
          </a:p>
          <a:p>
            <a:r>
              <a:t>[실행] nano ~/agv_ws/src/agv_gazebo/worlds/warehouse.sdf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~/agv_ws/src/agv_gazebo/worlds/warehouse.sdf의 전체 파일을 8/10 구간으로 작성한다.</a:t>
            </a:r>
          </a:p>
          <a:p>
            <a:r>
              <a:t>[실행] nano ~/agv_ws/src/agv_gazebo/worlds/warehouse.sdf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~/agv_ws/src/agv_gazebo/worlds/warehouse.sdf의 전체 파일을 9/10 구간으로 작성한다.</a:t>
            </a:r>
          </a:p>
          <a:p>
            <a:r>
              <a:t>[실행] nano ~/agv_ws/src/agv_gazebo/worlds/warehouse.sdf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~/agv_ws/src/agv_gazebo/worlds/warehouse.sdf의 전체 파일을 10/10 구간으로 작성한다.</a:t>
            </a:r>
          </a:p>
          <a:p>
            <a:r>
              <a:t>[실행] nano ~/agv_ws/src/agv_gazebo/worlds/warehouse.sdf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~/agv_ws/src/agv_gazebo/models/agv/model.config의 전체 파일을 1/1 구간으로 작성한다.</a:t>
            </a:r>
          </a:p>
          <a:p>
            <a:r>
              <a:t>[실행] nano ~/agv_ws/src/agv_gazebo/models/agv/model.config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~/agv_ws/src/agv_gazebo/launch/gazebo.launch.py의 전체 파일을 1/2 구간으로 작성한다.</a:t>
            </a:r>
          </a:p>
          <a:p>
            <a:r>
              <a:t>[실행] nano ~/agv_ws/src/agv_gazebo/launch/gazebo.launch.py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~/agv_ws/src/agv_gazebo/launch/gazebo.launch.py의 전체 파일을 2/2 구간으로 작성한다.</a:t>
            </a:r>
          </a:p>
          <a:p>
            <a:r>
              <a:t>[실행] nano ~/agv_ws/src/agv_gazebo/launch/gazebo.launch.py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cd ~/agv_ws &amp;&amp; source install/setup.bash</a:t>
            </a:r>
          </a:p>
          <a:p>
            <a:r>
              <a:t>ros2 launch agv_gazebo gazebo.launch.py</a:t>
            </a:r>
          </a:p>
          <a:p>
            <a:r>
              <a:t>[확인] ground·벽·박스가 있는 World에 AGV가 spawn되어 있는 Gazebo 화면을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캡처의 명령과 다음 슬라이드의 검증 명령을 비교한다.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캡처의 명령과 다음 슬라이드의 검증 명령을 비교한다.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gz sdf -k ~/agv_ws/src/agv_gazebo/models/agv/model.sdf</a:t>
            </a:r>
          </a:p>
          <a:p>
            <a:r>
              <a:t>rg -n 'model://agv|&lt;world name=' ~/agv_ws/src/agv_gazebo/worlds/warehouse.sdf</a:t>
            </a:r>
          </a:p>
          <a:p>
            <a:r>
              <a:t># 이어서 ros2 launch agv_gazebo gazebo.launch.py로 World를 연다.</a:t>
            </a:r>
          </a:p>
          <a:p>
            <a:r>
              <a:t>[확인] ground·벽·박스가 있는 World에 AGV가 spawn되어 있는 Gazebo 화면을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Complete·캡처·로그를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M09 Differential Drive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t>M08 · Block B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Gazebo World와 Robot Spawn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ground·벽·박스가 있는 World에 AGV가 spawn되어 있는 Gazebo 화면을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기준 환경</a:t>
            </a:r>
            <a:br/>
            <a:r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t>이 PPT만 보고 시작 상태 → 파일 작성 → build/run → 검증 → 오류 대응 → checkpoint를 순서대로 수행합니다.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M08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t>M07 물리 모델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M08</a:t>
            </a:r>
            <a:br/>
            <a:r>
              <a:t>Gazebo World와 Robot Spawn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t>M09 Differential Drive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t>이번 모듈의 인계: ground·벽·박스가 있는 World에 AGV가 spawn되어 있는 Gazebo 화면을 확인한다.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시작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시작 상태: M07의 SDF AGV 물리 모델이 유효한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이전 Complete: M07 물리 모델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현재 폴더: ~/agv_ws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t>확인: pwd가 ~/agv_ws이고,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t>warehouse World와 AGV model을 package 경로로 열고 충돌 환경을 준비한다.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완료 화면/결과</a:t>
            </a:r>
            <a:br/>
            <a:r>
              <a:t>ground·벽·박스가 있는 World에 AGV가 spawn되어 있는 Gazebo 화면을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3862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warehouse.sdf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68596" y="3264408"/>
            <a:ext cx="283463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9492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ros_gz_sim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09460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20356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model URI</a:t>
            </a:r>
            <a:br/>
            <a:r>
              <a:t>AGV spawn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모듈에서 생성·수정하는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파일명과 package 경로를 끝까지 동일하게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~/agv_ws/src/</a:t>
            </a:r>
            <a:br/>
            <a:r>
              <a:t>└── agv_gazebo/worlds/warehouse.sdf</a:t>
            </a:r>
            <a:br/>
            <a:r>
              <a:t>└── agv_gazebo/models/agv/model.config</a:t>
            </a:r>
            <a:br/>
            <a:r>
              <a:t>└── agv_gazebo/launch/gazebo.launch.py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파일 전체 코드는 다음 슬라이드에 이어집니다. 중간 줄을 빼지 않고 끝까지 제공합니다.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model 파일을 먼저 검증한다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1/2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CLI의 `gz sdf -k`는 standalone World에서 model:// URI를 해석하지 못할 수 있다. AGV model 자체를 먼저 검사한다.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cd ~/agv_ws</a:t>
            </a:r>
            <a:br/>
            <a:r>
              <a:t>gz sdf -k src/agv_gazebo/models/agv/model.sdf</a:t>
            </a:r>
            <a:br/>
            <a:r>
              <a:t>rg -n 'model://agv|&lt;world name=' src/agv_gazebo/worlds/warehouse.sdf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launch로 World와 bridge를 시작한다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2/2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launch가 Gazebo resource path와 World 실행을 한 번에 준비하므로 World는 이 명령으로 검증한다.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source install/setup.bash</a:t>
            </a:r>
            <a:br/>
            <a:r>
              <a:t>ros2 launch agv_gazebo gazebo.launch.py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3/13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~/agv_ws/src/agv_gazebo/worlds    &amp;&amp;    nano ~/agv_ws/src/agv_gazebo/worlds/warehouse.sdf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&lt;?xml version="1.0" ?&gt;</a:t>
            </a:r>
            <a:br/>
            <a:r>
              <a:t>&lt;sdf version="1.10"&gt;</a:t>
            </a:r>
            <a:br/>
            <a:r>
              <a:t>  &lt;world name="warehouse"&gt;</a:t>
            </a:r>
            <a:br/>
            <a:r>
              <a:t>    </a:t>
            </a:r>
            <a:br/>
            <a:r>
              <a:t>  </a:t>
            </a:r>
            <a:br/>
            <a:r>
              <a:t>    &lt;gravity&gt;0 0 -9.8&lt;/gravity&gt;</a:t>
            </a:r>
            <a:br/>
            <a:r>
              <a:t>    </a:t>
            </a:r>
            <a:br/>
            <a:r>
              <a:t>  </a:t>
            </a:r>
            <a:br/>
            <a:r>
              <a:t>    &lt;plugin filename="gz-sim-physics-system" name="gz::sim::systems::Physics"/&gt;</a:t>
            </a:r>
            <a:br/>
            <a:r>
              <a:t>    &lt;plugin filename="gz-sim-user-commands-system"</a:t>
            </a:r>
            <a:br/>
            <a:r>
              <a:t>      name="gz::sim::systems::UserCommands"/&gt;</a:t>
            </a:r>
            <a:br/>
            <a:r>
              <a:t>    &lt;plugin filename="gz-sim-scene-broadcaster-system"</a:t>
            </a:r>
            <a:br/>
            <a:r>
              <a:t>      name="gz::sim::systems::SceneBroadcaster"/&gt;</a:t>
            </a:r>
            <a:br/>
            <a:r>
              <a:t>    &lt;plugin filename="gz-sim-sensors-system" name="gz::sim::systems::Sensors"/&gt;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1/10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4/13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~/agv_ws/src/agv_gazebo/worlds    &amp;&amp;    nano ~/agv_ws/src/agv_gazebo/worlds/warehouse.sdf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</a:t>
            </a:r>
            <a:br/>
            <a:r>
              <a:t>  </a:t>
            </a:r>
            <a:br/>
            <a:r>
              <a:t>    &lt;light type="directional" name="sun"&gt;</a:t>
            </a:r>
            <a:br/>
            <a:r>
              <a:t>      &lt;pose&gt;0 0 10 0 0 0&lt;/pose&gt;</a:t>
            </a:r>
            <a:br/>
            <a:r>
              <a:t>      &lt;cast_shadows&gt;true&lt;/cast_shadows&gt;</a:t>
            </a:r>
            <a:br/>
            <a:r>
              <a:t>      &lt;direction&gt;-0.5 0.1 -0.9&lt;/direction&gt;</a:t>
            </a:r>
            <a:br/>
            <a:r>
              <a:t>    &lt;/light&gt;</a:t>
            </a:r>
            <a:br/>
            <a:r>
              <a:t>    </a:t>
            </a:r>
            <a:br/>
            <a:r>
              <a:t>  </a:t>
            </a:r>
            <a:br/>
            <a:r>
              <a:t>    &lt;model name="ground"&gt;</a:t>
            </a:r>
            <a:br/>
            <a:r>
              <a:t>      &lt;static&gt;true&lt;/static&gt;</a:t>
            </a:r>
            <a:br/>
            <a:r>
              <a:t>      &lt;link name="link"&gt;</a:t>
            </a:r>
            <a:br/>
            <a:r>
              <a:t>        &lt;collision name="collision"&gt;</a:t>
            </a:r>
            <a:br/>
            <a:r>
              <a:t>          &lt;geometry&gt;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2/10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(3/10)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5/13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~/agv_ws/src/agv_gazebo/worlds    &amp;&amp;    nano ~/agv_ws/src/agv_gazebo/worlds/warehouse.sdf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  &lt;plane&gt;</a:t>
            </a:r>
            <a:br/>
            <a:r>
              <a:t>              &lt;normal&gt;0 0 1&lt;/normal&gt;</a:t>
            </a:r>
            <a:br/>
            <a:r>
              <a:t>              &lt;size&gt;30 30&lt;/size&gt;</a:t>
            </a:r>
            <a:br/>
            <a:r>
              <a:t>            &lt;/plane&gt;</a:t>
            </a:r>
            <a:br/>
            <a:r>
              <a:t>          &lt;/geometry&gt;</a:t>
            </a:r>
            <a:br/>
            <a:r>
              <a:t>        &lt;/collision&gt;</a:t>
            </a:r>
            <a:br/>
            <a:r>
              <a:t>        &lt;visual name="visual"&gt;</a:t>
            </a:r>
            <a:br/>
            <a:r>
              <a:t>          &lt;geometry&gt;</a:t>
            </a:r>
            <a:br/>
            <a:r>
              <a:t>            &lt;plane&gt;</a:t>
            </a:r>
            <a:br/>
            <a:r>
              <a:t>              &lt;normal&gt;0 0 1&lt;/normal&gt;</a:t>
            </a:r>
            <a:br/>
            <a:r>
              <a:t>              &lt;size&gt;30 30&lt;/size&gt;</a:t>
            </a:r>
            <a:br/>
            <a:r>
              <a:t>            &lt;/plane&gt;</a:t>
            </a:r>
            <a:br/>
            <a:r>
              <a:t>          &lt;/geometry&gt;</a:t>
            </a:r>
            <a:br/>
            <a:r>
              <a:t>          &lt;material&gt;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3/10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(4/10)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6/13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~/agv_ws/src/agv_gazebo/worlds    &amp;&amp;    nano ~/agv_ws/src/agv_gazebo/worlds/warehouse.sdf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  &lt;diffuse&gt;0.65 0.65 0.65 1&lt;/diffuse&gt;</a:t>
            </a:r>
            <a:br/>
            <a:r>
              <a:t>          &lt;/material&gt;</a:t>
            </a:r>
            <a:br/>
            <a:r>
              <a:t>        &lt;/visual&gt;</a:t>
            </a:r>
            <a:br/>
            <a:r>
              <a:t>      &lt;/link&gt;</a:t>
            </a:r>
            <a:br/>
            <a:r>
              <a:t>    &lt;/model&gt;</a:t>
            </a:r>
            <a:br/>
            <a:r>
              <a:t>    </a:t>
            </a:r>
            <a:br/>
            <a:r>
              <a:t>  </a:t>
            </a:r>
            <a:br/>
            <a:r>
              <a:t>    &lt;model name="wall_north"&gt;</a:t>
            </a:r>
            <a:br/>
            <a:r>
              <a:t>      &lt;static&gt;true&lt;/static&gt;</a:t>
            </a:r>
            <a:br/>
            <a:r>
              <a:t>      &lt;pose&gt;0 4 1 0 0 0&lt;/pose&gt;</a:t>
            </a:r>
            <a:br/>
            <a:r>
              <a:t>      &lt;link name="link"&gt;</a:t>
            </a:r>
            <a:br/>
            <a:r>
              <a:t>        &lt;collision name="c"&gt;</a:t>
            </a:r>
            <a:br/>
            <a:r>
              <a:t>          &lt;geometry&gt;</a:t>
            </a:r>
            <a:br/>
            <a:r>
              <a:t>            &lt;box&gt;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4/10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(5/10)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7/13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~/agv_ws/src/agv_gazebo/worlds    &amp;&amp;    nano ~/agv_ws/src/agv_gazebo/worlds/warehouse.sdf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    &lt;size&gt;8 0.15 2&lt;/size&gt;</a:t>
            </a:r>
            <a:br/>
            <a:r>
              <a:t>            &lt;/box&gt;</a:t>
            </a:r>
            <a:br/>
            <a:r>
              <a:t>          &lt;/geometry&gt;</a:t>
            </a:r>
            <a:br/>
            <a:r>
              <a:t>        &lt;/collision&gt;</a:t>
            </a:r>
            <a:br/>
            <a:r>
              <a:t>        &lt;visual name="v"&gt;</a:t>
            </a:r>
            <a:br/>
            <a:r>
              <a:t>          &lt;geometry&gt;</a:t>
            </a:r>
            <a:br/>
            <a:r>
              <a:t>            &lt;box&gt;</a:t>
            </a:r>
            <a:br/>
            <a:r>
              <a:t>              &lt;size&gt;8 0.15 2&lt;/size&gt;</a:t>
            </a:r>
            <a:br/>
            <a:r>
              <a:t>            &lt;/box&gt;</a:t>
            </a:r>
            <a:br/>
            <a:r>
              <a:t>          &lt;/geometry&gt;</a:t>
            </a:r>
            <a:br/>
            <a:r>
              <a:t>        &lt;/visual&gt;</a:t>
            </a:r>
            <a:br/>
            <a:r>
              <a:t>      &lt;/link&gt;</a:t>
            </a:r>
            <a:br/>
            <a:r>
              <a:t>    &lt;/model&gt;</a:t>
            </a:r>
            <a:br/>
            <a:r>
              <a:t>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5/10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(6/10)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8/13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~/agv_ws/src/agv_gazebo/worlds    &amp;&amp;    nano ~/agv_ws/src/agv_gazebo/worlds/warehouse.sdf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</a:t>
            </a:r>
            <a:br/>
            <a:r>
              <a:t>    &lt;model name="obstacle"&gt;</a:t>
            </a:r>
            <a:br/>
            <a:r>
              <a:t>      &lt;static&gt;true&lt;/static&gt;</a:t>
            </a:r>
            <a:br/>
            <a:r>
              <a:t>      &lt;pose&gt;1.5 0 0.4 0 0 0&lt;/pose&gt;</a:t>
            </a:r>
            <a:br/>
            <a:r>
              <a:t>      &lt;link name="link"&gt;</a:t>
            </a:r>
            <a:br/>
            <a:r>
              <a:t>        &lt;collision name="c"&gt;</a:t>
            </a:r>
            <a:br/>
            <a:r>
              <a:t>          &lt;geometry&gt;</a:t>
            </a:r>
            <a:br/>
            <a:r>
              <a:t>            &lt;box&gt;</a:t>
            </a:r>
            <a:br/>
            <a:r>
              <a:t>              &lt;size&gt;0.5 0.5 0.8&lt;/size&gt;</a:t>
            </a:r>
            <a:br/>
            <a:r>
              <a:t>            &lt;/box&gt;</a:t>
            </a:r>
            <a:br/>
            <a:r>
              <a:t>          &lt;/geometry&gt;</a:t>
            </a:r>
            <a:br/>
            <a:r>
              <a:t>        &lt;/collision&gt;</a:t>
            </a:r>
            <a:br/>
            <a:r>
              <a:t>        &lt;visual name="v"&gt;</a:t>
            </a:r>
            <a:br/>
            <a:r>
              <a:t>          &lt;geometry&gt;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6/10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(7/10)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9/13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~/agv_ws/src/agv_gazebo/worlds    &amp;&amp;    nano ~/agv_ws/src/agv_gazebo/worlds/warehouse.sdf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  &lt;box&gt;</a:t>
            </a:r>
            <a:br/>
            <a:r>
              <a:t>              &lt;size&gt;0.5 0.5 0.8&lt;/size&gt;</a:t>
            </a:r>
            <a:br/>
            <a:r>
              <a:t>            &lt;/box&gt;</a:t>
            </a:r>
            <a:br/>
            <a:r>
              <a:t>          &lt;/geometry&gt;</a:t>
            </a:r>
            <a:br/>
            <a:r>
              <a:t>          &lt;material&gt;</a:t>
            </a:r>
            <a:br/>
            <a:r>
              <a:t>            &lt;diffuse&gt;0.9 0.7 0.1 1&lt;/diffuse&gt;</a:t>
            </a:r>
            <a:br/>
            <a:r>
              <a:t>          &lt;/material&gt;</a:t>
            </a:r>
            <a:br/>
            <a:r>
              <a:t>        &lt;/visual&gt;</a:t>
            </a:r>
            <a:br/>
            <a:r>
              <a:t>      &lt;/link&gt;</a:t>
            </a:r>
            <a:br/>
            <a:r>
              <a:t>    &lt;/model&gt;</a:t>
            </a:r>
            <a:br/>
            <a:r>
              <a:t>    </a:t>
            </a:r>
            <a:br/>
            <a:r>
              <a:t>  </a:t>
            </a:r>
            <a:br/>
            <a:r>
              <a:t>    &lt;model name="target"&gt;</a:t>
            </a:r>
            <a:br/>
            <a:r>
              <a:t>      &lt;static&gt;true&lt;/static&gt;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7/10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(8/10)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10/13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~/agv_ws/src/agv_gazebo/worlds    &amp;&amp;    nano ~/agv_ws/src/agv_gazebo/worlds/warehouse.sdf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&lt;pose&gt;3 1 0.5 0 0 0&lt;/pose&gt;</a:t>
            </a:r>
            <a:br/>
            <a:r>
              <a:t>      &lt;link name="link"&gt;</a:t>
            </a:r>
            <a:br/>
            <a:r>
              <a:t>        &lt;collision name="c"&gt;</a:t>
            </a:r>
            <a:br/>
            <a:r>
              <a:t>          &lt;geometry&gt;</a:t>
            </a:r>
            <a:br/>
            <a:r>
              <a:t>            &lt;box&gt;</a:t>
            </a:r>
            <a:br/>
            <a:r>
              <a:t>              &lt;size&gt;0.25 0.25 1&lt;/size&gt;</a:t>
            </a:r>
            <a:br/>
            <a:r>
              <a:t>            &lt;/box&gt;</a:t>
            </a:r>
            <a:br/>
            <a:r>
              <a:t>          &lt;/geometry&gt;</a:t>
            </a:r>
            <a:br/>
            <a:r>
              <a:t>        &lt;/collision&gt;</a:t>
            </a:r>
            <a:br/>
            <a:r>
              <a:t>        &lt;visual name="v"&gt;</a:t>
            </a:r>
            <a:br/>
            <a:r>
              <a:t>          &lt;geometry&gt;</a:t>
            </a:r>
            <a:br/>
            <a:r>
              <a:t>            &lt;box&gt;</a:t>
            </a:r>
            <a:br/>
            <a:r>
              <a:t>              &lt;size&gt;0.25 0.25 1&lt;/size&gt;</a:t>
            </a:r>
            <a:br/>
            <a:r>
              <a:t>            &lt;/box&gt;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8/10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(9/10)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11/13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~/agv_ws/src/agv_gazebo/worlds    &amp;&amp;    nano ~/agv_ws/src/agv_gazebo/worlds/warehouse.sdf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&lt;/geometry&gt;</a:t>
            </a:r>
            <a:br/>
            <a:r>
              <a:t>          &lt;material&gt;</a:t>
            </a:r>
            <a:br/>
            <a:r>
              <a:t>            &lt;diffuse&gt;0.9 0.05 0.05 1&lt;/diffuse&gt;</a:t>
            </a:r>
            <a:br/>
            <a:r>
              <a:t>          &lt;/material&gt;</a:t>
            </a:r>
            <a:br/>
            <a:r>
              <a:t>        &lt;/visual&gt;</a:t>
            </a:r>
            <a:br/>
            <a:r>
              <a:t>      &lt;/link&gt;</a:t>
            </a:r>
            <a:br/>
            <a:r>
              <a:t>    &lt;/model&gt;</a:t>
            </a:r>
            <a:br/>
            <a:r>
              <a:t>    </a:t>
            </a:r>
            <a:br/>
            <a:r>
              <a:t>  </a:t>
            </a:r>
            <a:br/>
            <a:r>
              <a:t>    &lt;include&gt;</a:t>
            </a:r>
            <a:br/>
            <a:r>
              <a:t>      &lt;uri&gt;model://agv&lt;/uri&gt;</a:t>
            </a:r>
            <a:br/>
            <a:r>
              <a:t>      &lt;name&gt;agv&lt;/name&gt;</a:t>
            </a:r>
            <a:br/>
            <a:r>
              <a:t>      &lt;pose&gt;0 0 0.08 0 0 0&lt;/pose&gt;</a:t>
            </a:r>
            <a:br/>
            <a:r>
              <a:t>    &lt;/include&gt;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9/10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(10/10)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12/13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~/agv_ws/src/agv_gazebo/worlds    &amp;&amp;    nano ~/agv_ws/src/agv_gazebo/worlds/warehouse.sdf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</a:t>
            </a:r>
            <a:br/>
            <a:br/>
            <a:r>
              <a:t>  &lt;/world&gt;</a:t>
            </a:r>
            <a:br/>
            <a:r>
              <a:t>&lt;/sdf&gt;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10/10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~/agv_ws/src/agv_gazebo/models/agv/model.config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13/14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~/agv_ws/src/agv_gazebo/models/agv    &amp;&amp;    nano ~/agv_ws/src/agv_gazebo/models/agv/model.config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&lt;?xml version="1.0" ?&gt;</a:t>
            </a:r>
            <a:br/>
            <a:r>
              <a:t>&lt;model&gt;</a:t>
            </a:r>
            <a:br/>
            <a:r>
              <a:t>  &lt;name&gt;agv&lt;/name&gt;</a:t>
            </a:r>
            <a:br/>
            <a:r>
              <a:t>  &lt;version&gt;1.0&lt;/version&gt;</a:t>
            </a:r>
            <a:br/>
            <a:r>
              <a:t>  &lt;sdf version="1.10"&gt;model.sdf&lt;/sdf&gt;</a:t>
            </a:r>
            <a:br/>
            <a:r>
              <a:t>  &lt;author&gt;</a:t>
            </a:r>
            <a:br/>
            <a:r>
              <a:t>    &lt;name&gt;AGV course&lt;/name&gt;</a:t>
            </a:r>
            <a:br/>
            <a:r>
              <a:t>  &lt;/author&gt;</a:t>
            </a:r>
            <a:br/>
            <a:r>
              <a:t>  &lt;description&gt;Two-wheel educational AGV.&lt;/description&gt;</a:t>
            </a:r>
            <a:br/>
            <a:r>
              <a:t>&lt;/model&gt;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~/agv_ws/src/agv_gazebo/launch/gazebo.launch.py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14/16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~/agv_ws/src/agv_gazebo/launch    &amp;&amp;    nano ~/agv_ws/src/agv_gazebo/launch/gazebo.launch.py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import os</a:t>
            </a:r>
            <a:br/>
            <a:r>
              <a:t>from ament_index_python.packages import get_package_share_directory</a:t>
            </a:r>
            <a:br/>
            <a:r>
              <a:t>from launch import LaunchDescription</a:t>
            </a:r>
            <a:br/>
            <a:r>
              <a:t>from launch.actions import IncludeLaunchDescription, SetEnvironmentVariable</a:t>
            </a:r>
            <a:br/>
            <a:r>
              <a:t>from launch.launch_description_sources import PythonLaunchDescriptionSource</a:t>
            </a:r>
            <a:br/>
            <a:r>
              <a:t>from launch_ros.actions import Node</a:t>
            </a:r>
            <a:br/>
            <a:br/>
            <a:r>
              <a:t>def generate_launch_description():</a:t>
            </a:r>
            <a:br/>
            <a:r>
              <a:t>    share = get_package_share_directory('agv_gazebo')</a:t>
            </a:r>
            <a:br/>
            <a:r>
              <a:t>    world = os.path.join(share, 'worlds', 'warehouse.sdf')</a:t>
            </a:r>
            <a:br/>
            <a:r>
              <a:t>    models = os.path.join(share, 'models')</a:t>
            </a:r>
            <a:br/>
            <a:r>
              <a:t>    previous = os.environ.get('GZ_SIM_RESOURCE_PATH', '')</a:t>
            </a:r>
            <a:br/>
            <a:r>
              <a:t>    gz_launch = os.path.join(get_package_share_directory('ros_gz_sim'), 'launch', 'gz_sim.launch.py')</a:t>
            </a:r>
            <a:br/>
            <a:r>
              <a:t>    return LaunchDescription([SetEnvironmentVariable('GZ_SIM_RESOURCE_PATH',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1/2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~/agv_ws/src/agv_gazebo/launch/gazebo.launch.py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15/16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972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0972800" cy="493776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생성/열기: mkdir -p ~/agv_ws/src/agv_gazebo/launch    &amp;&amp;    nano ~/agv_ws/src/agv_gazebo/launch/gazebo.launch.py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0972800" cy="3383280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models + (':' + previous if previous else '')),</a:t>
            </a:r>
            <a:br/>
            <a:r>
              <a:t>        IncludeLaunchDescription(PythonLaunchDescriptionSource(gz_launch),</a:t>
            </a:r>
            <a:br/>
            <a:r>
              <a:t>        launch_arguments={'gz_args': '-r ' + world}.items()), Node(package='ros_gz_bridge',</a:t>
            </a:r>
            <a:br/>
            <a:r>
              <a:t>         executable='parameter_bridge', parameters=[{'config_file': os.path.join(share,</a:t>
            </a:r>
            <a:br/>
            <a:r>
              <a:t>        'config', 'bridge.yaml')}], output='screen')])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2/2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cd ~/agv_ws &amp;&amp; source install/setup.bash</a:t>
            </a:r>
            <a:br/>
            <a:r>
              <a:t>ros2 launch agv_gazebo gazebo.launch.py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ground·벽·박스가 있는 World에 AGV가 spawn되어 있는 Gazebo 화면을 확인한다.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validation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884338"/>
            <a:ext cx="10607040" cy="37385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217920"/>
            <a:ext cx="10607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Gazebo Sim에서 warehouse World에 spawn된 AGV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gazebo_agv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904" y="1353312"/>
            <a:ext cx="5417142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217920"/>
            <a:ext cx="10607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검증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gz sdf -k ~/agv_ws/src/agv_gazebo/models/agv/model.sdf</a:t>
            </a:r>
            <a:br/>
            <a:r>
              <a:t>rg -n 'model://agv|&lt;world name=' ~/agv_ws/src/agv_gazebo/worlds/warehouse.sdf</a:t>
            </a:r>
            <a:br/>
            <a:r>
              <a:t># 이어서 ros2 launch agv_gazebo gazebo.launch.py로 World를 연다.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완료 체크</a:t>
            </a:r>
            <a:br/>
            <a:r>
              <a:t>□ 명령이 오류 없이 실행된다.</a:t>
            </a:r>
            <a:br/>
            <a:r>
              <a:t>□ 기대한 파일·topic·frame·parameter 이름이 보인다.</a:t>
            </a:r>
            <a:br/>
            <a:r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완료 조건: ground·벽·박스가 있는 World에 AGV가 spawn되어 있는 Gazebo 화면을 확인한다.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오류 대응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1: world 파일을 못 찾음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launch의 package share path와 install data_files를 확인한다.</a:t>
            </a:r>
            <a:br/>
            <a:r>
              <a:t>수정 후: gz sdf -k ~/agv_ws/src/agv_gazebo/models/agv/model.sdf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2: 모델이 공중/바닥 아래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초기 z·collision origin·geometry 크기를 확인한다.</a:t>
            </a:r>
            <a:br/>
            <a:r>
              <a:t>수정 후: gz sdf -k ~/agv_ws/src/agv_gazebo/models/agv/model.sdf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미니 실습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t>World의 box pose x 좌표를 1 m 바꾼 후 저장·재실행하여 top-view 위치 변화를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현재 Complete는 다음 Starter의 기준선입니다.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체크포인트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완료 화면: ground·벽·박스가 있는 World에 AGV가 spawn되어 있는 Gazebo 화면을 확인한다.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Complete 파일: blocks/B_robot_build/M08_gazebo_world_spawn/complete/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다음 시작 조건: M09 Differential Drive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다음 모듈을 시작하기 전, 이 슬라이드의 Complete와 다음 모듈의 Starter를 비교합니다.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99669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1635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22191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99669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25B9B"/>
                </a:solidFill>
                <a:latin typeface="DejaVu Sans Mono"/>
              </a:defRPr>
            </a:pPr>
            <a:r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2803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38928"/>
            <a:ext cx="99669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