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warehouse World와 AGV model을 package 경로로 열고 충돌 환경을 준비한다.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ground·벽·박스가 있는 World에 AGV가 spawn되어 있는 Gazebo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이전=M07 물리 모델, 다음=M09 Differential Drive을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warehouse World와 AGV model을 package 경로로 열고 충돌 환경을 준비한다.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ground·벽·박스가 있는 World에 AGV가 spawn되어 있는 Gazebo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ground·벽·박스가 있는 World에 AGV가 spawn되어 있는 Gazebo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warehouse_m08, model://agv, pose 세 항목을 순서대로 찾습니다.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오른쪽 Entity Tree에서 ground·wall·target·agv가 따로 생성됐는지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World는 무대이고 model://agv include는 그 무대 위에 로봇을 놓는 한 줄입니다.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Gazebo Entity Tree에서 환경 model과 agv가 따로 보이는지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Gazebo가 model://agv 이름으로 SDF 모델을 찾게 하는 모델 등록 정보</a:t>
            </a:r>
          </a:p>
          <a:p>
            <a:r>
              <a:t>[실행] mkdir -p ~/ros2_curri/my_agv_ws/src/agv_description/curriculum_stages/M08</a:t>
            </a:r>
          </a:p>
          <a:p>
            <a:r>
              <a:t>nano ~/ros2_curri/my_agv_ws/src/agv_description/curriculum_stages/M08/model.config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~/ros2_curri/my_agv_ws/src/agv_description/curriculum_stages/M08/model.config의 1/1 구현 블록을 직접 입력한다.</a:t>
            </a:r>
          </a:p>
          <a:p>
            <a:r>
              <a:t>[실행] nano ~/ros2_curri/my_agv_ws/src/agv_description/curriculum_stages/M08/model.config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World에 배치하기 직전의 AGV 본체·바퀴·joint 모델</a:t>
            </a:r>
          </a:p>
          <a:p>
            <a:r>
              <a:t>[실행] mkdir -p ~/ros2_curri/my_agv_ws/src/agv_description/curriculum_stages/M08</a:t>
            </a:r>
          </a:p>
          <a:p>
            <a:r>
              <a:t>nano ~/ros2_curri/my_agv_ws/src/agv_description/curriculum_stages/M08/model.sdf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1/11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2/11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3/11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4/11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5/11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6/11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7/11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8/11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9/11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10/11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11/11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바닥·벽·장애물·목표물과 AGV를 배치하는 실습 공간</a:t>
            </a:r>
          </a:p>
          <a:p>
            <a:r>
              <a:t>[실행] mkdir -p ~/ros2_curri/my_agv_ws/src/agv_description/curriculum_stages/M08</a:t>
            </a:r>
          </a:p>
          <a:p>
            <a:r>
              <a:t>nano ~/ros2_curri/my_agv_ws/src/agv_description/curriculum_stages/M08/warehouse.sdf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~/ros2_curri/my_agv_ws/src/agv_description/curriculum_stages/M08/warehouse.sdf의 1/4 구현 블록을 직접 입력한다.</a:t>
            </a:r>
          </a:p>
          <a:p>
            <a:r>
              <a:t>[실행] nano ~/ros2_curri/my_agv_ws/src/agv_description/curriculum_stages/M08/warehouse.sdf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~/ros2_curri/my_agv_ws/src/agv_description/curriculum_stages/M08/warehouse.sdf의 2/4 구현 블록을 직접 입력한다.</a:t>
            </a:r>
          </a:p>
          <a:p>
            <a:r>
              <a:t>[실행] nano ~/ros2_curri/my_agv_ws/src/agv_description/curriculum_stages/M08/warehouse.sdf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~/ros2_curri/my_agv_ws/src/agv_description/curriculum_stages/M08/warehouse.sdf의 3/4 구현 블록을 직접 입력한다.</a:t>
            </a:r>
          </a:p>
          <a:p>
            <a:r>
              <a:t>[실행] nano ~/ros2_curri/my_agv_ws/src/agv_description/curriculum_stages/M08/warehouse.sdf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~/ros2_curri/my_agv_ws/src/agv_description/curriculum_stages/M08/warehouse.sdf의 4/4 구현 블록을 직접 입력한다.</a:t>
            </a:r>
          </a:p>
          <a:p>
            <a:r>
              <a:t>[실행] nano ~/ros2_curri/my_agv_ws/src/agv_description/curriculum_stages/M08/warehouse.sdf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M08은 M07 물리 AGV를 World에 배치하는 단계이며 DiffDrive·Camera·LiDAR·IMU는 아직 넣지 않는다.</a:t>
            </a:r>
          </a:p>
          <a:p>
            <a:r>
              <a:t>[실행] cd ~/ros2_curri/my_agv_ws</a:t>
            </a:r>
          </a:p>
          <a:p>
            <a:r>
              <a:t>gz sdf -k src/agv_description/curriculum_stages/M08/model.sdf</a:t>
            </a:r>
          </a:p>
          <a:p>
            <a:r>
              <a:t>rg -n 'model://agv|&lt;world name=' src/agv_description/curriculum_stages/M08/warehouse.sdf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M08 snapshot을 agv_gazebo models/worlds 경로에 복사한 뒤 Gazebo를 실행해 spawn만 확인한다.</a:t>
            </a:r>
          </a:p>
          <a:p>
            <a:r>
              <a:t>[실행] gz sim -r src/agv_description/curriculum_stages/M08/warehouse.sdf</a:t>
            </a:r>
          </a:p>
          <a:p>
            <a:r>
              <a:t># 이 단계에는 ROS bridge와 구동 topic이 없다.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~/ros2_curri/my_agv_ws</a:t>
            </a:r>
          </a:p>
          <a:p>
            <a:r>
              <a:t>gz sim -r src/agv_description/curriculum_stages/M08/warehouse.sdf</a:t>
            </a:r>
          </a:p>
          <a:p>
            <a:r>
              <a:t>[확인] ground·벽·박스가 있는 World에 AGV가 spawn되어 있는 Gazebo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gz sdf -k ~/ros2_curri/my_agv_ws/src/agv_description/curriculum_stages/M08/model.sdf</a:t>
            </a:r>
          </a:p>
          <a:p>
            <a:r>
              <a:t>rg -n '&lt;sensor|DiffDrive|/cmd_vel|/odom' ~/ros2_curri/my_agv_ws/src/agv_description/curriculum_stages/M08/model.sdf</a:t>
            </a:r>
          </a:p>
          <a:p>
            <a:r>
              <a:t>[확인] ground·벽·박스가 있는 World에 AGV가 spawn되어 있는 Gazebo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blocks/B_robot_build/M08_gazebo_world_spawn/complete/agv_ws/src || true</a:t>
            </a:r>
          </a:p>
          <a:p>
            <a:r>
              <a:t>cp -a my_agv_ws/src my_agv_ws/src_before_M08</a:t>
            </a:r>
          </a:p>
          <a:p>
            <a:r>
              <a:t>cp -a blocks/B_robot_build/M08_gazebo_world_spawn/complete/agv_ws/src/.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M09 Differential Drive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M08 · Block B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Gazebo World와 Robot Spawn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ground·벽·박스가 있는 World에 AGV가 spawn되어 있는 Gazebo 화면을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M07 물리 모델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M08</a:t>
            </a:r>
            <a:br/>
            <a:r>
              <a:t>Gazebo World와 Robot Spawn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M09 Differential Drive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ground·벽·박스가 있는 World에 AGV가 spawn되어 있는 Gazebo 화면을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M07의 SDF AGV 물리 모델이 유효한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M07 물리 모델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warehouse World와 AGV model을 package 경로로 열고 충돌 환경을 준비한다.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ground·벽·박스가 있는 World에 AGV가 spawn되어 있는 Gazebo 화면을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M07 물리 모델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warehouse World와 AGV model을 package 경로로 열고 충돌 환경을 준비한다.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ground·벽·박스가 있는 World에 AGV가 spawn되어 있는 Gazebo 화면을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3개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5_m08_world_term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terminal: World 이름과 model://agv include·spawn pose  |  나중에 확인할 것: warehouse_m08, model://agv, pose 세 항목을 순서대로 찾습니다.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1_gazebo_world_spawn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5044" y="1389888"/>
            <a:ext cx="5518863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Gazebo Sim: warehouse World와 Entity Tree에 보이는 AGV  |  나중에 확인할 것: 오른쪽 Entity Tree에서 ground·wall·target·agv가 따로 생성됐는지 확인합니다.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warehouse.sdf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ros_gz_sim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model URI</a:t>
            </a:r>
            <a:br/>
            <a:r>
              <a:t>AGV spawn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agv_description/curriculum_stages/M08/model.config</a:t>
            </a:r>
            <a:br/>
            <a:r>
              <a:t>└── agv_description/curriculum_stages/M08/model.sdf</a:t>
            </a:r>
            <a:br/>
            <a:r>
              <a:t>└── agv_description/curriculum_stages/M08/warehouse.sdf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~/ros2_curri/my_agv_ws/src/agv_description/curriculum_stages/M08/model.config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Gazebo가 model://agv 이름으로 SDF 모델을 찾게 하는 모델 등록 정보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name과 sdf 파일 이름이 실제 파일과 같은지 먼저 맞춘다.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models/ 아래에 둘 때 Gazebo가 URI를 해석한다.</a:t>
            </a:r>
            <a:br/>
            <a:r>
              <a:t>화면/출력: World의 &lt;uri&gt;model://agv&lt;/uri&gt;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~/ros2_curri/my_agv_ws/src/agv_description/curriculum_stages/M08/model.sdf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World에 배치하기 직전의 AGV 본체·바퀴·joint 모델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M07 물리 요소를 유지한 채 sensor/drive plugin이 아직 없는지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gz sdf -k 뒤 model.config와 함께 Gazebo models 경로에 둔다.</a:t>
            </a:r>
            <a:br/>
            <a:r>
              <a:t>화면/출력: Valid 출력과 World에 spawn된 AGV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~/ros2_curri/my_agv_ws/src/agv_description/curriculum_stages/M08/warehouse.sdf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바닥·벽·장애물·목표물과 AGV를 배치하는 실습 공간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world → 환경 model → include 순서로 만들고 include의 pose를 마지막에 조정한다.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gz sim으로 World를 연다.</a:t>
            </a:r>
            <a:br/>
            <a:r>
              <a:t>화면/출력: Gazebo Entity Tree의 ground·wall·target·agv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World는 무대이고 model://agv include는 그 무대 위에 로봇을 놓는 한 줄입니다.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&lt;world&gt;, &lt;include&gt;, &lt;uri&gt;model://agv&lt;/uri&gt;, &lt;pose&gt;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include pose x/y/z를 바꾸면 spawn 위치만 바뀌며 AGV 모델 파일은 바뀌지 않습니다.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Gazebo Entity Tree에서 환경 model과 agv가 따로 보이는지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~/ros2_curri/my_agv_ws/src/agv_description/curriculum_stages/M08/model.config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Gazebo가 model://agv 이름으로 SDF 모델을 찾게 하는 모델 등록 정보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~/ros2_curri/my_agv_ws/src/agv_description/curriculum_stages/M08</a:t>
            </a:r>
            <a:br/>
            <a:r>
              <a:t>nano ~/ros2_curri/my_agv_ws/src/agv_description/curriculum_stages/M08/model.config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World의 &lt;uri&gt;model://agv&lt;/uri&gt;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읽기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~/ros2_curri/my_agv_ws/src/agv_description/curriculum_stages/M08/model.config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&lt;model&gt;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&lt;name&gt;agv&lt;/name&gt;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2가 이 폴더를 부를 공식 package 이름입니다.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 뒤 `ros2 pkg prefix`가 이 이름으로 package를 찾습니다.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~/ros2_curri/my_agv_ws/src/agv_description/curriculum_stages/M08/model.config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~/ros2_curri/my_agv_ws/src/agv_description/curriculum_stages/M08/model.config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&lt;model&gt;</a:t>
            </a:r>
            <a:br/>
            <a:r>
              <a:t>  &lt;name&gt;agv&lt;/name&gt;</a:t>
            </a:r>
            <a:br/>
            <a:r>
              <a:t>  &lt;version&gt;1.0&lt;/version&gt;</a:t>
            </a:r>
            <a:br/>
            <a:r>
              <a:t>  &lt;sdf version="1.10"&gt;model.sdf&lt;/sdf&gt;</a:t>
            </a:r>
            <a:br/>
            <a:r>
              <a:t>&lt;/model&gt;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~/ros2_curri/my_agv_ws/src/agv_description/curriculum_stages/M08/model.sdf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World에 배치하기 직전의 AGV 본체·바퀴·joint 모델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~/ros2_curri/my_agv_ws/src/agv_description/curriculum_stages/M08</a:t>
            </a:r>
            <a:br/>
            <a:r>
              <a:t>nano ~/ros2_curri/my_agv_ws/src/agv_description/curriculum_stages/M08/model.sdf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Valid 출력과 World에 spawn된 AGV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~/ros2_curri/my_agv_ws/src/agv_description/curriculum_stages/M08/model.sdf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&lt;model name="agv"&gt;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&lt;link name="base_link"&gt;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로봇의 몸체·바퀴처럼 실제로 존재하는 하나의 부품을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RViz/Gazebo에서 이 부품이 별도 frame/물체로 보입니다.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~/ros2_curri/my_agv_ws/src/agv_description/curriculum_stages/M08/model.sdf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&lt;inertial&gt;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질량과 관성처럼 움직임에 직접 영향을 주는 물리값입니다.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Gazebo에서 가속·회전·접촉 반응이 달라집니다.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&lt;visual name="body"&gt;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사람이 화면에서 보는 모양·색·mesh를 설정합니다.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Gazebo/RViz 화면에서 해당 부품의 외형이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~/ros2_curri/my_agv_ws/src/agv_description/curriculum_stages/M08/model.sdf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&lt;collision name="body_collision"&gt;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물리 엔진이 부딪힘을 계산할 모양을 설정합니다.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주행 중 장애물·바닥과의 접촉 결과가 이 구조를 따릅니다.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&lt;joint name="left_wheel_joint" type="revolute"&gt;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두 link를 어떤 축·방식으로 연결할지 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joint 이름·축이 맞아야 바퀴와 센서 frame이 기대한 위치에 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1/11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~/ros2_curri/my_agv_ws/src/agv_description/curriculum_stages/M08/model.sdf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&lt;!-- M08 spawn snapshot: physical links only; no DiffDrive and no Camera/LiDAR/IMU. --&gt;</a:t>
            </a:r>
            <a:br/>
            <a:r>
              <a:t>&lt;sdf version="1.10"&gt;</a:t>
            </a:r>
            <a:br/>
            <a:r>
              <a:t>  &lt;model name="agv"&gt;</a:t>
            </a:r>
            <a:br/>
            <a:r>
              <a:t>    &lt;link name="base_link"&gt;</a:t>
            </a:r>
            <a:br/>
            <a:r>
              <a:t>      &lt;pose&gt;0 0 0.16 0 0 0&lt;/pose&gt;</a:t>
            </a:r>
            <a:br/>
            <a:r>
              <a:t>      &lt;inertial&gt;</a:t>
            </a:r>
            <a:br/>
            <a:r>
              <a:t>        &lt;mass&gt;12.0&lt;/mass&gt;</a:t>
            </a:r>
            <a:br/>
            <a:r>
              <a:t>        &lt;inertia&gt;</a:t>
            </a:r>
            <a:br/>
            <a:r>
              <a:t>          &lt;ixx&gt;0.20&lt;/ixx&gt;</a:t>
            </a:r>
            <a:br/>
            <a:r>
              <a:t>          &lt;iyy&gt;0.40&lt;/iyy&gt;</a:t>
            </a:r>
            <a:br/>
            <a:r>
              <a:t>          &lt;izz&gt;0.50&lt;/izz&gt;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(2/11)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2/11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~/ros2_curri/my_agv_ws/src/agv_description/curriculum_stages/M08/model.sdf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  <a:br/>
            <a:r>
              <a:t>      &lt;/inertial&gt;</a:t>
            </a:r>
            <a:br/>
            <a:r>
              <a:t>      &lt;visual name="body"&gt;</a:t>
            </a:r>
            <a:br/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name="body_collision"&gt;</a:t>
            </a:r>
            <a:br/>
            <a:r>
              <a:t>        &lt;geometry&gt;</a:t>
            </a:r>
            <a:br/>
            <a:r>
              <a:t>          &lt;box&gt;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(3/11)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3/11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~/ros2_curri/my_agv_ws/src/agv_description/curriculum_stages/M08/model.sdf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&lt;link name="left_wheel_link"&gt;</a:t>
            </a:r>
            <a:br/>
            <a:r>
              <a:t>      &lt;pose relative_to="base_link"&gt;0 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(4/11)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4/11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~/ros2_curri/my_agv_ws/src/agv_description/curriculum_stages/M08/model.sdf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&lt;izz&gt;0.001&lt;/izz&gt;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(5/11)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5/11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~/ros2_curri/my_agv_ws/src/agv_description/curriculum_stages/M08/model.sdf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5/11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(6/11)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6/11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~/ros2_curri/my_agv_ws/src/agv_description/curriculum_stages/M08/model.sdf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&lt;/friction&gt;</a:t>
            </a:r>
            <a:br/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&lt;link name="right_wheel_link"&gt;</a:t>
            </a:r>
            <a:br/>
            <a:r>
              <a:t>      &lt;pose relative_to="base_link"&gt;0 -0.19 -0.08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  <a:br/>
            <a:r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6/11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(7/11)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7/11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~/ros2_curri/my_agv_ws/src/agv_description/curriculum_stages/M08/model.sdf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  <a:br/>
            <a:r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7/11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(8/11)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8/11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~/ros2_curri/my_agv_ws/src/agv_description/curriculum_stages/M08/model.sdf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  <a:br/>
            <a:r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8/11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(9/11)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9/11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~/ros2_curri/my_agv_ws/src/agv_description/curriculum_stages/M08/model.sdf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&lt;joint name="left_wheel_joint" type="revolute"&gt;</a:t>
            </a:r>
            <a:br/>
            <a:r>
              <a:t>      &lt;parent&gt;base_link&lt;/parent&gt;</a:t>
            </a:r>
            <a:br/>
            <a:r>
              <a:t>      &lt;child&gt;left_wheel_link&lt;/child&gt;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  <a:br/>
            <a:r>
              <a:t>        &lt;limit&gt;</a:t>
            </a:r>
            <a:br/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9/11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(10/11)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10/11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~/ros2_curri/my_agv_ws/src/agv_description/curriculum_stages/M08/model.sdf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&lt;/axis&gt;</a:t>
            </a:r>
            <a:br/>
            <a:r>
              <a:t>    &lt;/joint&gt;</a:t>
            </a:r>
            <a:br/>
            <a:r>
              <a:t>    &lt;joint name="right_wheel_joint" type="revolute"&gt;</a:t>
            </a:r>
            <a:br/>
            <a:r>
              <a:t>      &lt;parent&gt;base_link&lt;/parent&gt;</a:t>
            </a:r>
            <a:br/>
            <a:r>
              <a:t>      &lt;child&gt;right_wheel_link&lt;/child&gt;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  <a:br/>
            <a:r>
              <a:t>        &lt;limit&gt;</a:t>
            </a:r>
            <a:br/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10/11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(11/11)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11/11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~/ros2_curri/my_agv_ws/src/agv_description/curriculum_stages/M08/model.sdf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&lt;/joint&gt;</a:t>
            </a:r>
            <a:br/>
            <a:r>
              <a:t>  &lt;/model&gt;</a:t>
            </a:r>
            <a:br/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11/11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~/ros2_curri/my_agv_ws/src/agv_description/curriculum_stages/M08/warehouse.sdf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바닥·벽·장애물·목표물과 AGV를 배치하는 실습 공간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~/ros2_curri/my_agv_ws/src/agv_description/curriculum_stages/M08</a:t>
            </a:r>
            <a:br/>
            <a:r>
              <a:t>nano ~/ros2_curri/my_agv_ws/src/agv_description/curriculum_stages/M08/warehouse.sdf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Gazebo Entity Tree의 ground·wall·target·agv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~/ros2_curri/my_agv_ws/src/agv_description/curriculum_stages/M08/warehouse.sdf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&lt;world name="warehouse_m08"&gt;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&lt;plugin filename="gz-sim-physics-system"</a:t>
            </a:r>
            <a:br/>
            <a:r>
              <a:t>name="gz::sim::systems::Physics"/&gt;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Gazebo에 구동·bridge·sensor 처리 기능을 연결하는 확장 코드입니다.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plugin 이름이 틀리면 model은 떠도 topic/구동 기능이 생기지 않습니다.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~/ros2_curri/my_agv_ws/src/agv_description/curriculum_stages/M08/warehouse.sdf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&lt;link name="link"&gt;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로봇의 몸체·바퀴처럼 실제로 존재하는 하나의 부품을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RViz/Gazebo에서 이 부품이 별도 frame/물체로 보입니다.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&lt;collision name="collision"&gt;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물리 엔진이 부딪힘을 계산할 모양을 설정합니다.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주행 중 장애물·바닥과의 접촉 결과가 이 구조를 따릅니다.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~/ros2_curri/my_agv_ws/src/agv_description/curriculum_stages/M08/warehouse.sdf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&lt;visual name="visual"&gt;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사람이 화면에서 보는 모양·색·mesh를 설정합니다.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Gazebo/RViz 화면에서 해당 부품의 외형이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&lt;name&gt;agv&lt;/name&gt;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2가 이 폴더를 부를 공식 package 이름입니다.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 뒤 `ros2 pkg prefix`가 이 이름으로 package를 찾습니다.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입력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~/ros2_curri/my_agv_ws/src/agv_description/curriculum_stages/M08/warehouse.sdf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3/3 · 입력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~/ros2_curri/my_agv_ws/src/agv_description/curriculum_stages/M08/warehouse.sdf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&lt;sdf version="1.10"&gt;</a:t>
            </a:r>
            <a:br/>
            <a:r>
              <a:t>  &lt;world name="warehouse_m08"&gt;</a:t>
            </a:r>
            <a:br/>
            <a:r>
              <a:t>    &lt;gravity&gt;0 0 -9.8&lt;/gravity&gt;</a:t>
            </a:r>
            <a:br/>
            <a:r>
              <a:t>    &lt;plugin filename="gz-sim-physics-system" name="gz::sim::systems::Physics"/&gt;</a:t>
            </a:r>
            <a:br/>
            <a:r>
              <a:t>    &lt;plugin filename="gz-sim-user-commands-system"</a:t>
            </a:r>
            <a:br/>
            <a:r>
              <a:t>      name="gz::sim::systems::UserCommands"/&gt;</a:t>
            </a:r>
            <a:br/>
            <a:r>
              <a:t>    &lt;plugin filename="gz-sim-scene-broadcaster-system"</a:t>
            </a:r>
            <a:br/>
            <a:r>
              <a:t>      name="gz::sim::systems::SceneBroadcaster"/&gt;</a:t>
            </a:r>
            <a:br/>
            <a:r>
              <a:t>    &lt;light type="directional" name="sun"&gt;</a:t>
            </a:r>
            <a:br/>
            <a:r>
              <a:t>      &lt;pose&gt;0 0 10 0 0 0&lt;/pose&gt;</a:t>
            </a:r>
            <a:br/>
            <a:r>
              <a:t>    &lt;/light&gt;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입력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~/ros2_curri/my_agv_ws/src/agv_description/curriculum_stages/M08/warehouse.sdf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3/3 · 입력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~/ros2_curri/my_agv_ws/src/agv_description/curriculum_stages/M08/warehouse.sdf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&lt;model name="ground"&gt;</a:t>
            </a:r>
            <a:br/>
            <a:r>
              <a:t>      &lt;static&gt;true&lt;/static&gt;</a:t>
            </a:r>
            <a:br/>
            <a:r>
              <a:t>      &lt;link name="link"&gt;</a:t>
            </a:r>
            <a:br/>
            <a:r>
              <a:t>        &lt;collision name="collision"&gt;</a:t>
            </a:r>
            <a:br/>
            <a:r>
              <a:t>          &lt;geometry&gt;</a:t>
            </a:r>
            <a:br/>
            <a:r>
              <a:t>            &lt;plane&gt;</a:t>
            </a:r>
            <a:br/>
            <a:r>
              <a:t>              &lt;normal&gt;0 0 1&lt;/normal&gt;</a:t>
            </a:r>
            <a:br/>
            <a:r>
              <a:t>              &lt;size&gt;30 30&lt;/size&gt;</a:t>
            </a:r>
            <a:br/>
            <a:r>
              <a:t>            &lt;/plane&gt;</a:t>
            </a:r>
            <a:br/>
            <a:r>
              <a:t>          &lt;/geometry&gt;</a:t>
            </a:r>
            <a:br/>
            <a:r>
              <a:t>        &lt;/collision&gt;</a:t>
            </a:r>
            <a:br/>
            <a:r>
              <a:t>        &lt;visual name="visual"&gt;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입력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~/ros2_curri/my_agv_ws/src/agv_description/curriculum_stages/M08/warehouse.sdf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3/3 · 입력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~/ros2_curri/my_agv_ws/src/agv_description/curriculum_stages/M08/warehouse.sdf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&lt;geometry&gt;</a:t>
            </a:r>
            <a:br/>
            <a:r>
              <a:t>            &lt;plane&gt;</a:t>
            </a:r>
            <a:br/>
            <a:r>
              <a:t>              &lt;normal&gt;0 0 1&lt;/normal&gt;</a:t>
            </a:r>
            <a:br/>
            <a:r>
              <a:t>              &lt;size&gt;30 30&lt;/size&gt;</a:t>
            </a:r>
            <a:br/>
            <a:r>
              <a:t>            &lt;/plane&gt;</a:t>
            </a:r>
            <a:br/>
            <a:r>
              <a:t>          &lt;/geometry&gt;</a:t>
            </a:r>
            <a:br/>
            <a:r>
              <a:t>        &lt;/visual&gt;</a:t>
            </a:r>
            <a:br/>
            <a:r>
              <a:t>      &lt;/link&gt;</a:t>
            </a:r>
            <a:br/>
            <a:r>
              <a:t>    &lt;/model&gt;</a:t>
            </a:r>
            <a:br/>
            <a:r>
              <a:t>    &lt;include&gt;</a:t>
            </a:r>
            <a:br/>
            <a:r>
              <a:t>      &lt;uri&gt;model://agv&lt;/uri&gt;</a:t>
            </a:r>
            <a:br/>
            <a:r>
              <a:t>      &lt;name&gt;agv&lt;/name&gt;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입력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~/ros2_curri/my_agv_ws/src/agv_description/curriculum_stages/M08/warehouse.sdf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3/3 · 입력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~/ros2_curri/my_agv_ws/src/agv_description/curriculum_stages/M08/warehouse.sdf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&lt;pose&gt;0 0 0.08 0 0 0&lt;/pose&gt;</a:t>
            </a:r>
            <a:br/>
            <a:r>
              <a:t>    &lt;/include&gt;</a:t>
            </a:r>
            <a:br/>
            <a:r>
              <a:t>  &lt;/world&gt;</a:t>
            </a:r>
            <a:br/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model과 World를 각각 검사한다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M08은 M07 물리 AGV를 World에 배치하는 단계이며 DiffDrive·Camera·LiDAR·IMU는 아직 넣지 않는다.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</a:t>
            </a:r>
            <a:br/>
            <a:r>
              <a:t>gz sdf -k src/agv_description/curriculum_stages/M08/model.sdf</a:t>
            </a:r>
            <a:br/>
            <a:r>
              <a:t>rg -n 'model://agv|&lt;world name=' src/agv_description/curriculum_stages/M08/warehouse.sdf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World를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M08 snapshot을 agv_gazebo models/worlds 경로에 복사한 뒤 Gazebo를 실행해 spawn만 확인한다.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gz sim -r src/agv_description/curriculum_stages/M08/warehouse.sdf</a:t>
            </a:r>
            <a:br/>
            <a:r>
              <a:t># 이 단계에는 ROS bridge와 구동 topic이 없다.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</a:t>
            </a:r>
            <a:br/>
            <a:r>
              <a:t>gz sim -r src/agv_description/curriculum_stages/M08/warehouse.sdf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ground·벽·박스가 있는 World에 AGV가 spawn되어 있는 Gazebo 화면을 확인한다.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gz sdf -k ~/ros2_curri/my_agv_ws/src/agv_description/curriculum_stages/M08/model.sdf</a:t>
            </a:r>
            <a:br/>
            <a:r>
              <a:t>rg -n '&lt;sensor|DiffDrive|/cmd_vel|/odom' ~/ros2_curri/my_agv_ws/src/agv_description/curriculum_stages/M08/model.sdf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ground·벽·박스가 있는 World에 AGV가 spawn되어 있는 Gazebo 화면을 확인한다.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world 파일을 못 찾음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launch의 package share path와 install data_files를 확인한다.</a:t>
            </a:r>
            <a:br/>
            <a:r>
              <a:t>수정 후: gz sdf -k ~/ros2_curri/my_agv_ws/src/agv_description/curriculum_stages/M08/model.sdf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모델이 공중/바닥 아래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초기 z·collision origin·geometry 크기를 확인한다.</a:t>
            </a:r>
            <a:br/>
            <a:r>
              <a:t>수정 후: gz sdf -k ~/ros2_curri/my_agv_ws/src/agv_description/curriculum_stages/M08/model.sdf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  <a:br/>
            <a:r>
              <a:t>diff -ru my_agv_ws/src blocks/B_robot_build/M08_gazebo_world_spawn/complete/agv_ws/src || true</a:t>
            </a:r>
            <a:br/>
            <a:r>
              <a:t>cp -a my_agv_ws/src my_agv_ws/src_before_M08</a:t>
            </a:r>
            <a:br/>
            <a:r>
              <a:t>cp -a blocks/B_robot_build/M08_gazebo_world_spawn/complete/agv_ws/src/. my_agv_ws/src/</a:t>
            </a:r>
            <a:br/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World의 box pose x 좌표를 1 m 바꾼 후 저장·재실행하여 top-view 위치 변화를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ground·벽·박스가 있는 World에 AGV가 spawn되어 있는 Gazebo 화면을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blocks/B_robot_build/M08_gazebo_world_spawn/complete/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M09 Differential Drive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