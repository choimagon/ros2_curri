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CLI의 `gz sdf -k`는 standalone World에서 model:// URI를 해석하지 못할 수 있다. AGV model 자체를 먼저 검사한다.</a:t>
            </a:r>
          </a:p>
          <a:p>
            <a:r>
              <a:t>[실행] cd ~/agv_ws</a:t>
            </a:r>
          </a:p>
          <a:p>
            <a:r>
              <a:t>gz sdf -k src/agv_gazebo/models/agv/model.sdf</a:t>
            </a:r>
          </a:p>
          <a:p>
            <a:r>
              <a:t>rg -n 'model://agv|&lt;world name=' src/agv_gazebo/worlds/warehouse.sdf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launch가 Gazebo resource path와 World 실행을 한 번에 준비하므로 World는 이 명령으로 검증한다.</a:t>
            </a:r>
          </a:p>
          <a:p>
            <a:r>
              <a:t>[실행] 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2/11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3/11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4/11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5/11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6/11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7/11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8/11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9/11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10/11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~/agv_ws/src/agv_gazebo/worlds/warehouse.sdf의 전체 파일을 11/11 구간으로 작성한다.</a:t>
            </a:r>
          </a:p>
          <a:p>
            <a:r>
              <a:t>[실행] nano ~/agv_ws/src/agv_gazebo/worlds/warehouse.sdf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~/agv_ws/src/agv_gazebo/models/agv/model.config의 전체 파일을 1/1 구간으로 작성한다.</a:t>
            </a:r>
          </a:p>
          <a:p>
            <a:r>
              <a:t>[실행] nano ~/agv_ws/src/agv_gazebo/models/agv/model.config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1/2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2/2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agv_gazebo gazebo.launch.py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~/agv_ws/src/agv_gazebo/models/agv/model.sdf</a:t>
            </a:r>
          </a:p>
          <a:p>
            <a:r>
              <a:t>rg -n 'model://agv|&lt;world name=' ~/agv_ws/src/agv_gazebo/worlds/warehouse.sdf</a:t>
            </a:r>
          </a:p>
          <a:p>
            <a:r>
              <a:t># 이어서 ros2 launch agv_gazebo gazebo.launch.py로 World를 연다.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  <a:br/>
            <a:r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model URI</a:t>
            </a:r>
            <a:br/>
            <a:r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agv_gazebo/worlds/warehouse.sdf</a:t>
            </a:r>
            <a:br/>
            <a:r>
              <a:t>└── agv_gazebo/models/agv/model.config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model 파일을 먼저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CLI의 `gz sdf -k`는 standalone World에서 model:// URI를 해석하지 못할 수 있다. AGV model 자체를 먼저 검사한다.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gz sdf -k src/agv_gazebo/models/agv/model.sdf</a:t>
            </a:r>
            <a:br/>
            <a:r>
              <a:t>rg -n 'model://agv|&lt;world name=' src/agv_gazebo/worlds/warehouse.sdf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launch로 World와 bridge를 시작한다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launch가 Gazebo resource path와 World 실행을 한 번에 준비하므로 World는 이 명령으로 검증한다.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  <a:br/>
            <a:r>
              <a:t>    &lt;model name="ground"&gt;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  <a:br/>
            <a:r>
              <a:t>    &lt;model name="obstacle"&gt;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  <a:br/>
            <a:r>
              <a:t>      &lt;pose&gt;1.5 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&lt;pose&gt;3 1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~/agv_ws/src/agv_gazebo/worlds</a:t>
            </a:r>
            <a:br/>
            <a:r>
              <a:t>파일 열기: nano ~/agv_ws/src/agv_gazebo/worlds/warehouse.sdf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&lt;model&gt;</a:t>
            </a:r>
            <a:br/>
            <a:r>
              <a:t>  &lt;name&gt;agv&lt;/name&gt;</a:t>
            </a:r>
            <a:br/>
            <a:r>
              <a:t>  &lt;version&gt;1.0&lt;/version&gt;</a:t>
            </a:r>
            <a:br/>
            <a:r>
              <a:t>  &lt;sdf version="1.10"&gt;model.sdf&lt;/sdf&gt;</a:t>
            </a:r>
            <a:br/>
            <a:r>
              <a:t>  &lt;author&gt;</a:t>
            </a:r>
            <a:br/>
            <a:r>
              <a:t>    &lt;name&gt;AGV course&lt;/name&gt;</a:t>
            </a:r>
            <a:br/>
            <a:r>
              <a:t>  &lt;/author&gt;</a:t>
            </a:r>
            <a:br/>
            <a:r>
              <a:t>  &lt;description&gt;Two-wheel educational AGV.&lt;/description&gt;</a:t>
            </a:r>
            <a:br/>
            <a:r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15/17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~/agv_ws/src/agv_gazebo/launch</a:t>
            </a:r>
            <a:br/>
            <a:r>
              <a:t>파일 열기: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16/17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~/agv_ws/src/agv_gazebo/launch</a:t>
            </a:r>
            <a:br/>
            <a:r>
              <a:t>파일 열기: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Sim에서 warehouse World에 spawn된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~/agv_ws/src/agv_gazebo/models/agv/model.sdf</a:t>
            </a:r>
            <a:br/>
            <a:r>
              <a:t>rg -n 'model://agv|&lt;world name=' ~/agv_ws/src/agv_gazebo/worlds/warehouse.sdf</a:t>
            </a:r>
            <a:br/>
            <a:r>
              <a:t># 이어서 ros2 launch agv_gazebo gazebo.launch.py로 World를 연다.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launch의 package share path와 install data_files를 확인한다.</a:t>
            </a:r>
            <a:br/>
            <a:r>
              <a:t>수정 후: gz sdf -k ~/agv_ws/src/agv_gazebo/models/agv/model.sdf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초기 z·collision origin·geometry 크기를 확인한다.</a:t>
            </a:r>
            <a:br/>
            <a:r>
              <a:t>수정 후: gz sdf -k ~/agv_ws/src/agv_gazebo/models/agv/model.sdf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