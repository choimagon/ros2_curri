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~/ros2_curri/agv_ws/src/agv_description/curriculum_stages/M08/model.config의 전체 파일을 1/1 구간으로 작성한다.</a:t>
            </a:r>
          </a:p>
          <a:p>
            <a:r>
              <a:t>[실행] nano ~/ros2_curri/agv_ws/src/agv_description/curriculum_stages/M08/model.config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2/11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3/11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4/11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5/11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6/11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7/11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8/11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9/11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10/11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11/11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1/4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2/4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3/4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4/4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~/ros2_curri/agv_ws/src/agv_description/curriculum_stages/M08/model.sdf</a:t>
            </a:r>
          </a:p>
          <a:p>
            <a:r>
              <a:t>rg -n '&lt;sensor|DiffDrive|/cmd_vel|/odom' ~/ros2_curri/agv_ws/src/agv_description/curriculum_stages/M08/model.sdf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M08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  <a:br/>
            <a:r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model URI</a:t>
            </a:r>
            <a:br/>
            <a:r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agv_description/curriculum_stages/M08/model.config</a:t>
            </a:r>
            <a:br/>
            <a:r>
              <a:t>└── agv_description/curriculum_stages/M08/model.sdf</a:t>
            </a:r>
            <a:br/>
            <a:r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gz sdf -k src/agv_description/curriculum_stages/M08/model.sdf</a:t>
            </a:r>
            <a:br/>
            <a:r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sim -r src/agv_description/curriculum_stages/M08/warehouse.sdf</a:t>
            </a:r>
            <a:br/>
            <a:r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~/ros2_curri/agv_ws/src/agv_description/curriculum_stages/M08/model.config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&lt;model&gt;</a:t>
            </a:r>
            <a:br/>
            <a:r>
              <a:t>  &lt;name&gt;agv&lt;/name&gt;</a:t>
            </a:r>
            <a:br/>
            <a:r>
              <a:t>  &lt;version&gt;1.0&lt;/version&gt;</a:t>
            </a:r>
            <a:br/>
            <a:r>
              <a:t>  &lt;sdf version="1.10"&gt;model.sdf&lt;/sdf&gt;</a:t>
            </a:r>
            <a:br/>
            <a:r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M08 spawn snapshot: physical links only; no DiffDrive and no Camera/LiDAR/IMU. --&gt;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  <a:br/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name="warehouse_m08"&gt;</a:t>
            </a:r>
            <a:br/>
            <a:r>
              <a:t>    &lt;gravity&gt;0 0 -9.8&lt;/gravity&gt;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  <a:br/>
            <a:r>
              <a:t>      name="gz::sim::systems::SceneBroadcaster"/&gt;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0.08 0 0 0&lt;/pose&gt;</a:t>
            </a:r>
            <a:br/>
            <a:r>
              <a:t>    &lt;/include&gt;</a:t>
            </a:r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Sim에서 warehouse World에 spawn된 AGV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world_spawn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~/ros2_curri/agv_ws/src/agv_description/curriculum_stages/M08/model.sdf</a:t>
            </a:r>
            <a:br/>
            <a:r>
              <a:t>rg -n '&lt;sensor|DiffDrive|/cmd_vel|/odom' ~/ros2_curri/agv_ws/src/agv_description/curriculum_stages/M08/model.sdf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launch의 package share path와 install data_files를 확인한다.</a:t>
            </a:r>
            <a:br/>
            <a:r>
              <a:t>수정 후: gz sdf -k ~/ros2_curri/agv_ws/src/agv_description/curriculum_stages/M08/model.sdf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초기 z·collision origin·geometry 크기를 확인한다.</a:t>
            </a:r>
            <a:br/>
            <a:r>
              <a:t>수정 후: gz sdf -k ~/ros2_curri/agv_ws/src/agv_description/curriculum_stages/M08/model.sdf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