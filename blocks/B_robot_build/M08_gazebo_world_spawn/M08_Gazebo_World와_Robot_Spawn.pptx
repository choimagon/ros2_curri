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이전=M07 물리 모델, 다음=M09 Differential Drive을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warehouse_m08, model://agv, pose 세 항목을 순서대로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오른쪽 Entity Tree에서 ground·wall·target·agv가 따로 생성됐는지, 왼쪽 World에 파란 AGV가 놓였는지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World는 무대이고 model://agv include는 그 무대 위에 로봇을 놓는 한 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Gazebo Entity Tree에서 환경 model과 agv가 따로 보이는지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Gazebo가 model://agv 이름으로 SDF 모델을 찾게 하는 모델 등록 정보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~/ros2_curri/my_agv_ws/src/agv_description/curriculum_stages/M08/model.config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~/ros2_curri/my_agv_ws/src/agv_description/curriculum_stages/M08/model.config의 1/1 구현 블록을 직접 입력한다.</a:t>
            </a:r>
          </a:p>
          <a:p>
            <a:r>
              <a:t>[실행] nano ~/ros2_curri/my_agv_ws/src/agv_description/curriculum_stages/M08/model.config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World에 배치하기 직전의 AGV 본체·바퀴·joint 모델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2/11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3/11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4/11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5/11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6/11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7/11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8/11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9/11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10/11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11/11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바닥·벽·장애물·목표물과 AGV를 배치하는 실습 공간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1/4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2/4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3/4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4/4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M08은 M07 물리 AGV를 World에 배치하는 단계이며 DiffDrive·Camera·LiDAR·IMU는 아직 넣지 않는다.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src/agv_description/curriculum_stages/M08/model.sdf</a:t>
            </a:r>
          </a:p>
          <a:p>
            <a:r>
              <a:t>rg -n 'model://agv|&lt;world name=' src/agv_description/curriculum_stages/M08/warehouse.sdf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 snapshot을 agv_gazebo models/worlds 경로에 복사한 뒤 Gazebo를 실행해 spawn만 확인한다.</a:t>
            </a:r>
          </a:p>
          <a:p>
            <a:r>
              <a:t>[실행] gz sim -r src/agv_description/curriculum_stages/M08/warehouse.sdf</a:t>
            </a:r>
          </a:p>
          <a:p>
            <a:r>
              <a:t># 이 단계에는 ROS bridge와 구동 topic이 없다.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gz sim -r src/agv_description/curriculum_stages/M08/warehouse.sdf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warehouse_m08, model://agv, pose 세 항목을 순서대로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오른쪽 Entity Tree에서 ground·wall·target·agv가 따로 생성됐는지, 왼쪽 World에 파란 AGV가 놓였는지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~/ros2_curri/my_agv_ws/src/agv_description/curriculum_stages/M08/model.sdf</a:t>
            </a:r>
          </a:p>
          <a:p>
            <a:r>
              <a:t>rg -n '&lt;sensor|DiffDrive|/cmd_vel|/odom' ~/ros2_curri/my_agv_ws/src/agv_description/curriculum_stages/M08/model.sdf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blocks/B_robot_build/M08_gazebo_world_spawn/complete/agv_ws/src || true</a:t>
            </a:r>
          </a:p>
          <a:p>
            <a:r>
              <a:t>cp -a my_agv_ws/src my_agv_ws/src_before_M08</a:t>
            </a:r>
          </a:p>
          <a:p>
            <a:r>
              <a:t>cp -a blocks/B_robot_build/M08_gazebo_world_spawn/complete/agv_ws/src/.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M09 Differential Drive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Gazebo World와 Robot Spawn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ground·벽·박스가 있는 World에 AGV가 spawn되어 있는 Gazebo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M07 물리 모델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M08</a:t>
            </a:r>
            <a:br/>
            <a:r>
              <a:t>Gazebo World와 Robot Spawn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M09 Differential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M07의 SDF AGV 물리 모델이 유효한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M07 물리 모델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warehouse World와 AGV model을 package 경로로 열고 충돌 환경을 준비한다.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ground·벽·박스가 있는 World에 AGV가 spawn되어 있는 Gazebo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M07 물리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warehouse World와 AGV model을 package 경로로 열고 충돌 환경을 준비한다.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ground·벽·박스가 있는 World에 AGV가 spawn되어 있는 Gazebo 화면을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m08_world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World 이름과 model://agv include·spawn pose  |  나중에 확인할 것: warehouse_m08, model://agv, pose 세 항목을 순서대로 찾습니다.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gazebo_agv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292" y="1389888"/>
            <a:ext cx="5262366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Gazebo Sim: warehouse World와 Entity Tree에 보이는 AGV  |  나중에 확인할 것: 오른쪽 Entity Tree에서 ground·wall·target·agv가 따로 생성됐는지, 왼쪽 World에 파란 AGV가 놓였는지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warehouse.sdf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ros_gz_sim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model URI</a:t>
            </a:r>
            <a:br/>
            <a:r>
              <a:t>AGV 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agv_description/curriculum_stages/M08/model.config</a:t>
            </a:r>
            <a:br/>
            <a:r>
              <a:t>└── agv_description/curriculum_stages/M08/model.sdf</a:t>
            </a:r>
            <a:br/>
            <a:r>
              <a:t>└── agv_description/curriculum_stages/M08/warehouse.sdf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Gazebo가 model://agv 이름으로 SDF 모델을 찾게 하는 모델 등록 정보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name과 sdf 파일 이름이 실제 파일과 같은지 먼저 맞춘다.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models/ 아래에 둘 때 Gazebo가 URI를 해석한다.</a:t>
            </a:r>
            <a:br/>
            <a:r>
              <a:t>화면/출력: World의 &lt;uri&gt;model://agv&lt;/uri&gt;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World에 배치하기 직전의 AGV 본체·바퀴·joint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M07 물리 요소를 유지한 채 sensor/drive plugin이 아직 없는지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gz sdf -k 뒤 model.config와 함께 Gazebo models 경로에 둔다.</a:t>
            </a:r>
            <a:br/>
            <a:r>
              <a:t>화면/출력: Valid 출력과 World에 spawn된 AGV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바닥·벽·장애물·목표물과 AGV를 배치하는 실습 공간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world → 환경 model → include 순서로 만들고 include의 pose를 마지막에 조정한다.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gz sim으로 World를 연다.</a:t>
            </a:r>
            <a:br/>
            <a:r>
              <a:t>화면/출력: Gazebo Entity Tree의 ground·wall·target·agv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World는 무대이고 model://agv include는 그 무대 위에 로봇을 놓는 한 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&lt;world&gt;, &lt;include&gt;, &lt;uri&gt;model://agv&lt;/uri&gt;, &lt;pose&gt;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include pose x/y/z를 바꾸면 spawn 위치만 바뀌며 AGV 모델 파일은 바뀌지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Gazebo Entity Tree에서 환경 model과 agv가 따로 보이는지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Gazebo가 model://agv 이름으로 SDF 모델을 찾게 하는 모델 등록 정보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~/ros2_curri/my_agv_ws/src/agv_description/curriculum_stages/M08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~/ros2_curri/my_agv_ws/src/agv_description/curriculum_stages/M08/model.config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World의 &lt;uri&gt;model://agv&lt;/uri&gt;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~/ros2_curri/my_agv_ws/src/agv_description/curriculum_stages/M08/model.config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&lt;name&gt;agv&lt;/name&gt;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&lt;version&gt;1.0&lt;/version&gt;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&lt;sdf version="1.10"&gt;model.sdf&lt;/sdf&gt;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World에 배치하기 직전의 AGV 본체·바퀴·joint 모델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~/ros2_curri/my_agv_ws/src/agv_description/curriculum_stages/M08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~/ros2_curri/my_agv_ws/src/agv_description/curriculum_stages/M08/model.sdf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Valid 출력과 World에 spawn된 AGV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&lt;!-- M08 spawn snapshot: physical links only; no DiffDrive and no Camera/LiDAR/IMU. --&gt;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&lt;sdf version="1.10"&gt;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&lt;model name="agv"&gt;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name="base_link"&gt;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0.16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&lt;mass&gt;12.0&lt;/mass&gt;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&lt;ixx&gt;0.20&lt;/ixx&gt;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&lt;iyy&gt;0.40&lt;/iyy&gt;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&lt;izz&gt;0.50&lt;/izz&gt;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name="body"&gt;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name="body_collision"&gt;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name="left_wheel_link"&gt;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 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name="right_wheel_link"&gt;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relative_to="base_link"&gt;0 -0.19 -0.08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name="wheel_collision"&gt;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name="left_wheel_joint"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&lt;child&gt;left_wheel_link&lt;/child&gt;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&lt;xyz&gt;0 1 0&lt;/xyz&gt;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name="right_wheel_joint"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&lt;child&gt;right_wheel_link&lt;/child&gt;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&lt;xyz&gt;0 1 0&lt;/xyz&gt;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바닥·벽·장애물·목표물과 AGV를 배치하는 실습 공간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~/ros2_curri/my_agv_ws/src/agv_description/curriculum_stages/M08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~/ros2_curri/my_agv_ws/src/agv_description/curriculum_stages/M08/warehouse.sdf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 Entity Tree의 ground·wall·target·agv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&lt;world name="warehouse_m08"&gt;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&lt;plugin filename="gz-sim-physics-system"</a:t>
            </a:r>
            <a:br/>
            <a:r>
              <a:t>name="gz::sim::systems::Physics"/&gt;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name="link"&gt;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name="collision"&gt;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name="visual"&gt;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&lt;sdf version="1.10"&gt;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&lt;world name="warehouse_m08"&gt;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&lt;gravity&gt;0 0 -9.8&lt;/gravity&gt;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filename="gz-sim-physics-system" name="gz::sim::systems::Physics"/&gt;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filename="gz-sim-user-commands-system"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name="gz::sim::systems::UserCommands"/&gt;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filename="gz-sim-scene-broadcaster-system"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name="gz::sim::systems::SceneBroadcaster"/&gt;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&lt;light type="directional" name="sun"&gt;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10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&lt;/light&gt;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name="ground"&gt;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&lt;static&gt;true&lt;/static&gt;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&lt;link name="link"&gt;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&lt;collision name="collision"&gt;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&lt;normal&gt;0 0 1&lt;/normal&gt;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&lt;size&gt;30 30&lt;/size&gt;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&lt;normal&gt;0 0 1&lt;/normal&gt;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&lt;size&gt;30 30&lt;/size&gt;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&lt;include&gt;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&lt;uri&gt;model://agv&lt;/uri&gt;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&lt;name&gt;agv&lt;/name&gt;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0.08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&lt;/include&gt;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&lt;/world&gt;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model과 World를 각각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M08은 M07 물리 AGV를 World에 배치하는 단계이며 DiffDrive·Camera·LiDAR·IMU는 아직 넣지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src/agv_description/curriculum_stages/M08/model.sdf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'model://agv|&lt;world name=' src/agv_description/curriculum_stages/M08/warehouse.sdf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World를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M08 snapshot을 agv_gazebo models/worlds 경로에 복사한 뒤 Gazebo를 실행해 spawn만 확인한다.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sim -r src/agv_description/curriculum_stages/M08/warehouse.sdf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sim -r src/agv_description/curriculum_stages/M08/warehouse.sdf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terminal: World 이름과 model://agv include·spawn 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m08_world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warehouse_m08, model://agv, pose 세 항목을 순서대로 찾습니다.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Gazebo Sim: warehouse World와 Entity Tree에 보이는 AGV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gazebo_agv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904" y="1353312"/>
            <a:ext cx="5417142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오른쪽 Entity Tree에서 ground·wall·target·agv가 따로 생성됐는지, 왼쪽 World에 파란 AGV가 놓였는지 확인합니다.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~/ros2_curri/my_agv_ws/src/agv_description/curriculum_stages/M08/model.sdf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'&lt;sensor|DiffDrive|/cmd_vel|/odom' ~/ros2_curri/my_agv_ws/src/agv_description/curriculum_stages/M08/model.sdf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world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launch의 package share path와 install data_files를 확인한다.</a:t>
            </a:r>
            <a:br/>
            <a:r>
              <a:t>수정 후: gz sdf -k ~/ros2_curri/my_agv_ws/src/agv_description/curriculum_stages/M08/model.sdf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모델이 공중/바닥 아래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초기 z·collision origin·geometry 크기를 확인한다.</a:t>
            </a:r>
            <a:br/>
            <a:r>
              <a:t>수정 후: gz sdf -k ~/ros2_curri/my_agv_ws/src/agv_description/curriculum_stages/M08/model.sdf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blocks/B_robot_build/M08_gazebo_world_spawn/complete/agv_ws/src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my_agv_ws/src_before_M08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blocks/B_robot_build/M08_gazebo_world_spawn/complete/agv_ws/src/.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World의 box pose x 좌표를 1 m 바꾼 후 저장·재실행하여 top-view 위치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ground·벽·박스가 있는 World에 AGV가 spawn되어 있는 Gazebo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blocks/B_robot_build/M08_gazebo_world_spawn/complete/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M09 Differential Drive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