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~/ros2_curri/agv_ws/src/agv_description/curriculum_stages/M08/model.config의 전체 파일을 1/1 구간으로 작성한다.</a:t>
            </a:r>
          </a:p>
          <a:p>
            <a:r>
              <a:t>[실행] nano ~/ros2_curri/agv_ws/src/agv_description/curriculum_stages/M08/model.config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2/11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3/11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4/11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5/11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6/11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7/11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8/11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9/11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10/11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1/4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2/4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3/4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4/4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~/ros2_curri/agv_ws/src/agv_description/curriculum_stages/M08/model.sdf</a:t>
            </a:r>
          </a:p>
          <a:p>
            <a:r>
              <a:t>rg -n '&lt;sensor|DiffDrive|/cmd_vel|/odom' ~/ros2_curri/agv_ws/src/agv_description/curriculum_stages/M08/model.sdf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models/ 아래에 둘 때 Gazebo가 URI를 해석한다.</a:t>
            </a:r>
            <a:br/>
            <a:r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 뒤 model.config와 함께 Gazebo models 경로에 둔다.</a:t>
            </a:r>
            <a:br/>
            <a:r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sim으로 World를 연다.</a:t>
            </a:r>
            <a:br/>
            <a:r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src/agv_description/curriculum_stages/M08/model.sdf</a:t>
            </a:r>
            <a:br/>
            <a:r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  <a:br/>
            <a:r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M08 spawn snapshot: physical links only; no DiffDrive and no Camera/LiDAR/IMU. --&gt;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  <a:br/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name="warehouse_m08"&gt;</a:t>
            </a:r>
            <a:br/>
            <a:r>
              <a:t>    &lt;gravity&gt;0 0 -9.8&lt;/gravity&gt;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~/ros2_curri/agv_ws/src/agv_description/curriculum_stages/M08</a:t>
            </a:r>
            <a:br/>
            <a:r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  <a:br/>
            <a:r>
              <a:t>    &lt;/include&gt;</a:t>
            </a:r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World 이름과 model://agv include·spawn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warehouse World와 Entity Tree에 보이는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~/ros2_curri/agv_ws/src/agv_description/curriculum_stages/M08/model.sdf</a:t>
            </a:r>
            <a:br/>
            <a:r>
              <a:t>rg -n '&lt;sensor|DiffDrive|/cmd_vel|/odom' ~/ros2_curri/agv_ws/src/agv_description/curriculum_stages/M08/model.sdf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