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models/ 아래에 둘 때 Gazebo가 URI를 해석한다.</a:t>
            </a:r>
            <a:br/>
            <a:r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 뒤 model.config와 함께 Gazebo models 경로에 둔다.</a:t>
            </a:r>
            <a:br/>
            <a:r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sim으로 World를 연다.</a:t>
            </a:r>
            <a:br/>
            <a:r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~/ros2_curri/my_agv_ws/src/agv_description/curriculum_stages/M08/model.config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M08 spawn snapshot: physical links only; no DiffDrive and no Camera/LiDAR/IMU. --&gt;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  <a:br/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name="warehouse_m08"&gt;</a:t>
            </a:r>
            <a:br/>
            <a:r>
              <a:t>    &lt;gravity&gt;0 0 -9.8&lt;/gravity&gt;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  <a:br/>
            <a:r>
              <a:t>    &lt;/include&gt;</a:t>
            </a:r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src/agv_description/curriculum_stages/M08/model.sdf</a:t>
            </a:r>
            <a:br/>
            <a:r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  <a:br/>
            <a:r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~/ros2_curri/my_agv_ws/src/agv_description/curriculum_stages/M08/model.sdf</a:t>
            </a:r>
            <a:br/>
            <a:r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blocks/B_robot_build/M08_gazebo_world_spawn/complete/agv_ws/src || true</a:t>
            </a:r>
            <a:br/>
            <a:r>
              <a:t>cp -a my_agv_ws/src my_agv_ws/src_before_M08</a:t>
            </a:r>
            <a:br/>
            <a:r>
              <a:t>cp -a blocks/B_robot_build/M08_gazebo_world_spawn/complete/agv_ws/src/.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