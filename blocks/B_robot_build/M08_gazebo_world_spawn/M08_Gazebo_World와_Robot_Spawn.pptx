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model://agv 이름으로 SDF 모델을 찾게 하는 모델 등록 정보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~/ros2_curri/my_agv_ws/src/agv_description/curriculum_stages/M08/model.config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~/ros2_curri/my_agv_ws/src/agv_description/curriculum_stages/M08/model.config의 1/1 구현 블록을 직접 입력한다.</a:t>
            </a:r>
          </a:p>
          <a:p>
            <a:r>
              <a:t>[실행] nano ~/ros2_curri/my_agv_ws/src/agv_description/curriculum_stages/M08/model.config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World에 배치하기 직전의 AGV 본체·바퀴·joint 모델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2/11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3/11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4/11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5/11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6/11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7/11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8/11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9/11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10/11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바닥·벽·장애물·목표물과 AGV를 배치하는 실습 공간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1/4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2/4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3/4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4/4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~/ros2_curri/my_agv_ws/src/agv_description/curriculum_stages/M08/model.sdf</a:t>
            </a:r>
          </a:p>
          <a:p>
            <a:r>
              <a:t>rg -n '&lt;sensor|DiffDrive|/cmd_vel|/odom' ~/ros2_curri/my_agv_ws/src/agv_description/curriculum_stages/M08/model.sdf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blocks/B_robot_build/M08_gazebo_world_spawn/complete/agv_ws/src || true</a:t>
            </a:r>
          </a:p>
          <a:p>
            <a:r>
              <a:t>cp -a my_agv_ws/src my_agv_ws/src_before_M08</a:t>
            </a:r>
          </a:p>
          <a:p>
            <a:r>
              <a:t>cp -a blocks/B_robot_build/M08_gazebo_world_spawn/complete/agv_ws/src/.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  <a:br/>
            <a:r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M07 물리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m08_world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World 이름과 model://agv include·spawn pose  |  나중에 확인할 것: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world_spawn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warehouse World와 Entity Tree에 보이는 AGV  |  나중에 확인할 것: 오른쪽 Entity Tree에서 ground·wall·target·agv가 따로 생성됐는지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model URI</a:t>
            </a:r>
            <a:br/>
            <a:r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agv_description/curriculum_stages/M08/model.config</a:t>
            </a:r>
            <a:br/>
            <a:r>
              <a:t>└── agv_description/curriculum_stages/M08/model.sdf</a:t>
            </a:r>
            <a:br/>
            <a:r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models/ 아래에 둘 때 Gazebo가 URI를 해석한다.</a:t>
            </a:r>
            <a:br/>
            <a:r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 뒤 model.config와 함께 Gazebo models 경로에 둔다.</a:t>
            </a:r>
            <a:br/>
            <a:r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sim으로 World를 연다.</a:t>
            </a:r>
            <a:br/>
            <a:r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Gazebo가 model://agv 이름으로 SDF 모델을 찾게 하는 모델 등록 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  <a:br/>
            <a:r>
              <a:t>nano ~/ros2_curri/my_agv_ws/src/agv_description/curriculum_stages/M08/model.config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World의 &lt;uri&gt;model://agv&lt;/uri&gt;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~/ros2_curri/my_agv_ws/src/agv_description/curriculum_stages/M08/model.config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&lt;model&gt;</a:t>
            </a:r>
            <a:br/>
            <a:r>
              <a:t>  &lt;name&gt;agv&lt;/name&gt;</a:t>
            </a:r>
            <a:br/>
            <a:r>
              <a:t>  &lt;version&gt;1.0&lt;/version&gt;</a:t>
            </a:r>
            <a:br/>
            <a:r>
              <a:t>  &lt;sdf version="1.10"&gt;model.sdf&lt;/sdf&gt;</a:t>
            </a:r>
            <a:br/>
            <a:r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World에 배치하기 직전의 AGV 본체·바퀴·joint 모델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  <a:br/>
            <a:r>
              <a:t>nano ~/ros2_curri/my_agv_ws/src/agv_description/curriculum_stages/M08/model.sdf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Valid 출력과 World에 spawn된 AGV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M08 spawn snapshot: physical links only; no DiffDrive and no Camera/LiDAR/IMU. --&gt;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  <a:br/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바닥·벽·장애물·목표물과 AGV를 배치하는 실습 공간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  <a:br/>
            <a:r>
              <a:t>nano ~/ros2_curri/my_agv_ws/src/agv_description/curriculum_stages/M08/warehouse.sdf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Entity Tree의 ground·wall·target·agv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&lt;world name="warehouse_m08"&gt;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 filename="gz-sim-physics-system"</a:t>
            </a:r>
            <a:br/>
            <a:r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name="warehouse_m08"&gt;</a:t>
            </a:r>
            <a:br/>
            <a:r>
              <a:t>    &lt;gravity&gt;0 0 -9.8&lt;/gravity&gt;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  <a:br/>
            <a:r>
              <a:t>      name="gz::sim::systems::SceneBroadcaster"/&gt;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0.08 0 0 0&lt;/pose&gt;</a:t>
            </a:r>
            <a:br/>
            <a:r>
              <a:t>    &lt;/include&gt;</a:t>
            </a:r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sdf -k src/agv_description/curriculum_stages/M08/model.sdf</a:t>
            </a:r>
            <a:br/>
            <a:r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sim -r src/agv_description/curriculum_stages/M08/warehouse.sdf</a:t>
            </a:r>
            <a:br/>
            <a:r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~/ros2_curri/my_agv_ws/src/agv_description/curriculum_stages/M08/model.sdf</a:t>
            </a:r>
            <a:br/>
            <a:r>
              <a:t>rg -n '&lt;sensor|DiffDrive|/cmd_vel|/odom' ~/ros2_curri/my_agv_ws/src/agv_description/curriculum_stages/M08/model.sdf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launch의 package share path와 install data_files를 확인한다.</a:t>
            </a:r>
            <a:br/>
            <a:r>
              <a:t>수정 후: gz sdf -k ~/ros2_curri/my_agv_ws/src/agv_description/curriculum_stages/M08/model.sdf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초기 z·collision origin·geometry 크기를 확인한다.</a:t>
            </a:r>
            <a:br/>
            <a:r>
              <a:t>수정 후: gz sdf -k ~/ros2_curri/my_agv_ws/src/agv_description/curriculum_stages/M08/model.sdf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blocks/B_robot_build/M08_gazebo_world_spawn/complete/agv_ws/src || true</a:t>
            </a:r>
            <a:br/>
            <a:r>
              <a:t>cp -a my_agv_ws/src my_agv_ws/src_before_M08</a:t>
            </a:r>
            <a:br/>
            <a:r>
              <a:t>cp -a blocks/B_robot_build/M08_gazebo_world_spawn/complete/agv_ws/src/.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M08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