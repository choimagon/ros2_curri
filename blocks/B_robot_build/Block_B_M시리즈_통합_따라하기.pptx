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이전=M04 frame tree, 다음=M06 Xacro 모듈화을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box·cylinder·sphere만으로 body·wheel·caster·sensor frame을 갖춘 AGV를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URDF는 로봇의 부품표가 아니라, ‘어떤 부품을 어느 frame에 고정할지’ 적는 조립도입니다.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check_urdf의 root Link와 child 목록을 먼저 읽고 RViz RobotModel로 형태를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M05에서는 macro·property·xacro 없이 한 파일에 link와 joint를 직접 작성한다.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RobotModel에는 단일 URDF 텍스트를 robot_description으로 넣고 TF를 함께 확인한다.</a:t>
            </a:r>
          </a:p>
          <a:p>
            <a:r>
              <a:t>[실행] ros2 run robot_state_publisher robot_state_publisher \</a:t>
            </a:r>
          </a:p>
          <a:p>
            <a:r>
              <a:t>  --ros-args -p robot_description:="$(cat src/agv_description/curriculum_stages/M05/agv.urdf)"</a:t>
            </a:r>
          </a:p>
          <a:p>
            <a:r>
              <a:t># 새 터미널: rviz2 → Add → RobotModel,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1/2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~/ros2_curri/agv_ws/src/agv_description/curriculum_stages/M05/agv.urdf의 전체 파일을 2/2 구간으로 작성한다.</a:t>
            </a:r>
          </a:p>
          <a:p>
            <a:r>
              <a:t>[실행] nano ~/ros2_curri/agv_ws/src/agv_description/curriculum_stages/M05/agv.urdf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check_urdf src/agv_description/curriculum_stages/M05/agv.urdf</a:t>
            </a:r>
          </a:p>
          <a:p>
            <a:r>
              <a:t># 다음 M06에서 처음으로 xacro를 사용한다.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root Link=base_link와 wheel·camera·lidar·imu child 이름을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check_urdf ~/ros2_curri/agv_ws/src/agv_description/curriculum_stages/M05/agv.urdf</a:t>
            </a:r>
          </a:p>
          <a:p>
            <a:r>
              <a:t>rg -n '&lt;xacro:|&lt;link |&lt;joint ' ~/ros2_curri/agv_ws/src/agv_description/curriculum_stages/M05/agv.urdf</a:t>
            </a:r>
          </a:p>
          <a:p>
            <a:r>
              <a:t>[확인] RobotModel과 TF에서 base, 두 wheel, camera, lidar, imu 연결을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M06 Xacro 모듈화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1/5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2/5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3/5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4/5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~/ros2_curri/agv_ws/src/agv_description/curriculum_stages/M06/agv.urdf.xacro의 전체 파일을 5/5 구간으로 작성한다.</a:t>
            </a:r>
          </a:p>
          <a:p>
            <a:r>
              <a:t>[실행] nano ~/ros2_curri/agv_ws/src/agv_description/curriculum_stages/M06/agv.urdf.xacro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이전=M06 Xacro 치수, 다음=M08 World/Spawn을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visual·collision·inertial·friction이 각각 물리 시뮬레이션에 미치는 영향을 구분한다.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SDF 물리 모델은 화면에 보이는 모양과 실제 접촉 계산을 서로 다른 태그로 관리합니다.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뒤 Gazebo에서 떠오름·떨림·미끄럼이 없는지 관찰합니다.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M07에는 visual·collision·inertial·friction만 있으며 sensor와 drive plugin은 아직 없다.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증상 원인을 찾으려면 mass→inertia→collision→friction 순서를 지킨다.</a:t>
            </a:r>
          </a:p>
          <a:p>
            <a:r>
              <a:t>[실행] rg -n '&lt;mass&gt;|&lt;inertia&gt;|&lt;collision&gt;|&lt;friction&gt;' src/agv_description/curriculum_stages/M07/model.sdf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2/11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3/11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4/11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5/11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6/11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7/11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8/11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9/11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10/11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~/ros2_curri/agv_ws/src/agv_description/curriculum_stages/M07/model.sdf의 전체 파일을 11/11 구간으로 작성한다.</a:t>
            </a:r>
          </a:p>
          <a:p>
            <a:r>
              <a:t>[실행] nano ~/ros2_curri/agv_ws/src/agv_description/curriculum_stages/M07/model.sdf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sdf -k 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Valid 다음에 visual/collision과 mass/friction이 서로 다른 책임임을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~/ros2_curri/agv_ws/src/agv_description/curriculum_stages/M07/model.sdf</a:t>
            </a:r>
          </a:p>
          <a:p>
            <a:r>
              <a:t>rg -n '&lt;sensor|DiffDrive' ~/ros2_curri/agv_ws/src/agv_description/curriculum_stages/M07/model.sdf</a:t>
            </a:r>
          </a:p>
          <a:p>
            <a:r>
              <a:t>[확인] AGV가 바닥에 안정적으로 놓이고 바퀴 접촉·충돌 파라미터가 모델에 존재한다.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M08 World/Spawn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이전=M07 물리 모델, 다음=M09 Differential Drive을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warehouse World와 AGV model을 package 경로로 열고 충돌 환경을 준비한다.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World는 무대이고 model://agv include는 그 무대 위에 로봇을 놓는 한 줄입니다.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Gazebo Entity Tree에서 환경 model과 agv가 따로 보이는지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M08은 M07 물리 AGV를 World에 배치하는 단계이며 DiffDrive·Camera·LiDAR·IMU는 아직 넣지 않는다.</a:t>
            </a:r>
          </a:p>
          <a:p>
            <a:r>
              <a:t>[실행] cd ~/ros2_curri/agv_ws</a:t>
            </a:r>
          </a:p>
          <a:p>
            <a:r>
              <a:t>gz sdf -k src/agv_description/curriculum_stages/M08/model.sdf</a:t>
            </a:r>
          </a:p>
          <a:p>
            <a:r>
              <a:t>rg -n 'model://agv|&lt;world name=' src/agv_description/curriculum_stages/M08/warehouse.sdf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M08 snapshot을 agv_gazebo models/worlds 경로에 복사한 뒤 Gazebo를 실행해 spawn만 확인한다.</a:t>
            </a:r>
          </a:p>
          <a:p>
            <a:r>
              <a:t>[실행] gz sim -r src/agv_description/curriculum_stages/M08/warehouse.sdf</a:t>
            </a:r>
          </a:p>
          <a:p>
            <a:r>
              <a:t># 이 단계에는 ROS bridge와 구동 topic이 없다.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~/ros2_curri/agv_ws/src/agv_description/curriculum_stages/M08/model.config의 전체 파일을 1/1 구간으로 작성한다.</a:t>
            </a:r>
          </a:p>
          <a:p>
            <a:r>
              <a:t>[실행] nano ~/ros2_curri/agv_ws/src/agv_description/curriculum_stages/M08/model.config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2/11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3/11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4/11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5/11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6/11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7/11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8/11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9/11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10/11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~/ros2_curri/agv_ws/src/agv_description/curriculum_stages/M08/model.sdf의 전체 파일을 11/11 구간으로 작성한다.</a:t>
            </a:r>
          </a:p>
          <a:p>
            <a:r>
              <a:t>[실행] nano ~/ros2_curri/agv_ws/src/agv_description/curriculum_stages/M08/model.sdf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1/4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2/4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3/4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~/ros2_curri/agv_ws/src/agv_description/curriculum_stages/M08/warehouse.sdf의 전체 파일을 4/4 구간으로 작성한다.</a:t>
            </a:r>
          </a:p>
          <a:p>
            <a:r>
              <a:t>[실행] nano ~/ros2_curri/agv_ws/src/agv_description/curriculum_stages/M08/warehouse.sdf</a:t>
            </a:r>
          </a:p>
          <a:p>
            <a:r>
              <a:t>[확인] 코드를 저장하고 다음 코드 슬라이드 또는 build 단계로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~/ros2_curri/agv_ws</a:t>
            </a:r>
          </a:p>
          <a:p>
            <a:r>
              <a:t>gz sim -r src/agv_description/curriculum_stages/M08/warehouse.sdf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warehouse_m08, model://agv, pose 세 항목을 순서대로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오른쪽 Entity Tree에서 ground·wall·target·agv가 따로 생성됐는지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gz sdf -k ~/ros2_curri/agv_ws/src/agv_description/curriculum_stages/M08/model.sdf</a:t>
            </a:r>
          </a:p>
          <a:p>
            <a:r>
              <a:t>rg -n '&lt;sensor|DiffDrive|/cmd_vel|/odom' ~/ros2_curri/agv_ws/src/agv_description/curriculum_stages/M08/model.sdf</a:t>
            </a:r>
          </a:p>
          <a:p>
            <a:r>
              <a:t>[확인] ground·벽·박스가 있는 World에 AGV가 spawn되어 있는 Gazebo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M09 Differential Drive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1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3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AGV 로봇 제작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M05 → M06 → M07 → M08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B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1/4 · M05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단일 URDF 기본 모델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M05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URDF로 기본 AGV 제작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M04 frame tree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M05</a:t>
            </a:r>
            <a:r>
              <a:rPr/>
              <a:t>URDF로 기본 AGV 제작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M06 Xacro 모듈화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M04 TF2 개념을 이해하고 agv_description 패키지가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M04 frame tree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box·cylinder·sphere만으로 body·wheel·caster·sensor frame을 갖춘 AGV를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RobotModel과 TF에서 base, 두 wheel, camera, lidar, imu 연결을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base_link</a:t>
            </a:r>
            <a:r>
              <a:rPr/>
              <a:t>box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</a:t>
            </a:r>
            <a:r>
              <a:rPr/>
              <a:t>cylinder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</a:t>
            </a:r>
            <a:r>
              <a:rPr/>
              <a:t>fixed joint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agv_description/curriculum_stages/M05/agv.urdf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~/ros2_curri/agv_ws/src/agv_description/curriculum_stages/M05/agv.urdf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몸체·두 바퀴·caster·camera/lidar/imu frame을 link와 joint로 조립한 기본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&lt;link&gt;의 geometry와 각 &lt;joint&gt;의 parent/child를 차례로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check_urdf로 tree를 확인한 뒤 robot_state_publisher + RViz RobotModel에 넣는다.</a:t>
            </a:r>
            <a:r>
              <a:rPr/>
              <a:t>화면/출력: terminal의 base_link 자식 6개와 RViz의 바퀴·센서 frame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URDF는 로봇의 부품표가 아니라, ‘어떤 부품을 어느 frame에 고정할지’ 적는 조립도입니다.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&lt;link name="base_link"&gt;, &lt;joint name="..."&gt;, &lt;parent&gt;, &lt;child&gt;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 link의 cylinder radius를 바꾸면 보이는 바퀴 크기가 바뀌고, joint origin은 장착 위치를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check_urdf의 root Link와 child 목록을 먼저 읽고 RViz RobotModel로 형태를 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단일 URDF를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M05에서는 macro·property·xacro 없이 한 파일에 link와 joint를 직접 작성한다.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check_urdf src/agv_description/curriculum_stages/M05/agv.urdf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RViz로 표시한다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새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RobotModel에는 단일 URDF 텍스트를 robot_description으로 넣고 TF를 함께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run robot_state_publisher robot_state_publisher \</a:t>
            </a:r>
            <a:r>
              <a:rPr/>
              <a:t>  --ros-args -p robot_description:="$(cat src/agv_description/curriculum_stages/M05/agv.urdf)"</a:t>
            </a:r>
            <a:r>
              <a:rPr/>
              <a:t># 새 터미널: rviz2 → Add → RobotModel,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~/ros2_curri/agv_ws/src/agv_description/curriculum_stages/M05</a:t>
            </a:r>
            <a:r>
              <a:rPr/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version="1.0"?&gt;</a:t>
            </a:r>
            <a:r>
              <a:rPr/>
              <a:t>&lt;robot name="agv_m05"&gt;</a:t>
            </a:r>
            <a:r>
              <a:rPr/>
              <a:t>  &lt;link name="base_link"&gt;&lt;visual&gt;&lt;origin xyz="0 0 0.16"/&gt;&lt;geometry&gt;&lt;box size="0.60 0.42 0.16"/&gt;&lt;/geometry&gt;&lt;/visual&gt;&lt;/link&gt;</a:t>
            </a:r>
            <a:r>
              <a:rPr/>
              <a:t>  &lt;link name="left_wheel_link"&gt;&lt;visual&gt;&lt;origin rpy="1.5708 0 0"/&gt;&lt;geometry&gt;&lt;cylinder radius="0.08" length="0.05"/&gt;&lt;/geometry&gt;&lt;/visual&gt;&lt;/link&gt;</a:t>
            </a:r>
            <a:r>
              <a:rPr/>
              <a:t>  &lt;link name="right_wheel_link"&gt;&lt;visual&gt;&lt;origin rpy="1.5708 0 0"/&gt;&lt;geometry&gt;&lt;cylinder radius="0.08" length="0.05"/&gt;&lt;/geometry&gt;&lt;/visual&gt;&lt;/link&gt;</a:t>
            </a:r>
            <a:r>
              <a:rPr/>
              <a:t>  &lt;link name="caster_link"&gt;&lt;visual&gt;&lt;geometry&gt;&lt;sphere radius="0.04"/&gt;&lt;/geometry&gt;&lt;/visual&gt;&lt;/link&gt;</a:t>
            </a:r>
            <a:r>
              <a:rPr/>
              <a:t>  &lt;link name="camera_link"/&gt;&lt;link name="lidar_link"/&gt;&lt;link name="imu_link"/&gt;</a:t>
            </a:r>
            <a:r>
              <a:rPr/>
              <a:t>  &lt;joint name="left_wheel_joint" type="continuous"&gt;&lt;parent link="base_link"/&gt;&lt;child link="left_wheel_link"/&gt;&lt;origin xyz="0 0.19 0.08"/&gt;&lt;axis xyz="0 1 0"/&gt;&lt;/joint&gt;</a:t>
            </a:r>
            <a:r>
              <a:rPr/>
              <a:t>  &lt;joint name="right_wheel_joint" type="continuous"&gt;&lt;parent link="base_link"/&gt;&lt;child link="right_wheel_link"/&gt;&lt;origin xyz="0 -0.19 0.08"/&gt;&lt;axis xyz="0 1 0"/&gt;&lt;/joint&gt;</a:t>
            </a:r>
            <a:r>
              <a:rPr/>
              <a:t>  &lt;joint name="caster_joint" type="fixed"&gt;&lt;parent link="base_link"/&gt;&lt;child link="caster_link"/&gt;&lt;origin xyz="-0.24 0 0.04"/&gt;&lt;/joint&gt;</a:t>
            </a:r>
            <a:r>
              <a:rPr/>
              <a:t>  &lt;joint name="camera_joint" type="fixed"&gt;&lt;parent link="base_link"/&gt;&lt;child link="camera_link"/&gt;&lt;origin xyz="0.30 0 0.26"/&gt;&lt;/joint&gt;</a:t>
            </a:r>
            <a:r>
              <a:rPr/>
              <a:t>  &lt;joint name="lidar_joint" type="fixed"&gt;&lt;parent link="base_link"/&gt;&lt;child link="lidar_link"/&gt;&lt;origin xyz="0.12 0 0.29"/&gt;&lt;/joint&gt;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~/ros2_curri/agv_ws/src/agv_description/curriculum_stages/M05/agv.urdf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~/ros2_curri/agv_ws/src/agv_description/curriculum_stages/M05</a:t>
            </a:r>
            <a:r>
              <a:rPr/>
              <a:t>파일 열기: nano ~/ros2_curri/agv_ws/src/agv_description/curriculum_stages/M05/agv.urdf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&lt;joint name="imu_joint" type="fixed"&gt;&lt;parent link="base_link"/&gt;&lt;child link="imu_link"/&gt;&lt;origin xyz="0 0 0.28"/&gt;&lt;/joint&gt;</a:t>
            </a: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2/2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check_urdf src/agv_description/curriculum_stages/M05/agv.urdf</a:t>
            </a:r>
            <a:r>
              <a:rPr/>
              <a:t># 다음 M06에서 처음으로 xacro를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check_urdf가 base_link와 6개 자식 link를 확인한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root Link=base_link와 wheel·camera·lidar·imu child 이름을 찾습니다.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~/ros2_curri/agv_ws/src/agv_description/curriculum_stages/M05/agv.urdf</a:t>
            </a:r>
            <a:r>
              <a:rPr/>
              <a:t>rg -n '&lt;xacro:|&lt;link |&lt;joint ' ~/ros2_curri/agv_ws/src/agv_description/curriculum_stages/M05/agv.urdf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RobotModel과 TF에서 base, 두 wheel, camera, lidar, imu 연결을 확인한다.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XML parsing 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닫는 태그·따옴표·중첩 구조를 확인한다.</a:t>
            </a:r>
            <a:r>
              <a:rPr/>
              <a:t>수정 후: check_urdf ~/ros2_curri/agv_ws/src/agv_description/curriculum_stages/M05/agv.urdf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눕거나 TF가 없음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cylinder rpy·joint axis·parent/child link 이름을 확인한다.</a:t>
            </a:r>
            <a:r>
              <a:rPr/>
              <a:t>수정 후: check_urdf ~/ros2_curri/agv_ws/src/agv_description/curriculum_stages/M05/agv.urdf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wheel_radius를 0.08 m에서 0.10 m로 바꾸고 RobotModel에서 바퀴 크기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RobotModel과 TF에서 base, 두 wheel, camera, lidar, imu 연결을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blocks/B_robot_build/M05_urdf_basic_model/complete/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M06 Xacro 모듈화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2/4 · M06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 macro·property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M06의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M06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M06</a:t>
            </a:r>
            <a:r>
              <a:rPr/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include</a:t>
            </a:r>
            <a:r>
              <a:rPr/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xacro로 URDF를 만든 뒤 check_urdf를 실행한다.</a:t>
            </a:r>
            <a:r>
              <a:rPr/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M05 단일 URDF의 반복 바퀴 구조를 macro/property로 바꾸는 첫 단계다.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xacro src/agv_description/curriculum_stages/M06/agv.urdf.xacro &gt; /tmp/agv_from_xacro.urdf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하나의 wheel_radius가 좌우 바퀴에 함께 적용되어야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check_urdf /tmp/agv_from_xacro.urdf</a:t>
            </a:r>
            <a:r>
              <a:rPr/>
              <a:t># wheel_radius 값을 바꾼 뒤 같은 두 명령을 다시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&lt;robot xmlns:xacro="http://www.ros.org/wiki/xacro" name="agv_m06"&gt;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name="wheel_radius" value="0.08"/&gt;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&lt;xacro:property name="half_track" value="0.19"/&gt;</a:t>
            </a:r>
            <a:r>
              <a:rPr/>
              <a:t>  </a:t>
            </a:r>
            <a:r>
              <a:rPr/>
              <a:t>  </a:t>
            </a:r>
            <a:r>
              <a:rPr/>
              <a:t>  &lt;xacro:macro name="wheel" params="side y"&gt;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&lt;link name="${side}_wheel_link"&gt;</a:t>
            </a:r>
            <a:r>
              <a:rPr/>
              <a:t>      &lt;visual&gt;</a:t>
            </a:r>
            <a:r>
              <a:rPr/>
              <a:t>        &lt;origin rpy="1.5708 0 0"/&gt;</a:t>
            </a:r>
            <a:r>
              <a:rPr/>
              <a:t>        &lt;geometry&gt;</a:t>
            </a:r>
            <a:r>
              <a:rPr/>
              <a:t>          &lt;cylinder radius="${wheel_radius}" length="0.05"/&gt;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 link="base_link"/&gt;</a:t>
            </a:r>
            <a:r>
              <a:rPr/>
              <a:t>      &lt;child link="${side}_wheel_link"/&gt;</a:t>
            </a:r>
            <a:r>
              <a:rPr/>
              <a:t>      &lt;origin xyz="0 ${y} ${wheel_radius}"/&gt;</a:t>
            </a:r>
            <a:r>
              <a:rPr/>
              <a:t>      &lt;axis xyz="0 1 0"/&gt;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</a:t>
            </a:r>
            <a:r>
              <a:rPr/>
              <a:t>  &lt;/xacro:macro&gt;</a:t>
            </a:r>
            <a:r>
              <a:rPr/>
              <a:t>  </a:t>
            </a:r>
            <a:r>
              <a:rPr/>
              <a:t>  </a:t>
            </a:r>
            <a:r>
              <a:rPr/>
              <a:t>  &lt;link name="base_link"&gt;</a:t>
            </a:r>
            <a:r>
              <a:rPr/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&lt;origin xyz="0 0 0.16"/&gt;</a:t>
            </a:r>
            <a:r>
              <a:rPr/>
              <a:t>      &lt;geometry&gt;</a:t>
            </a:r>
            <a:r>
              <a:rPr/>
              <a:t>        &lt;box size="0.60 0.42 0.16"/&gt;</a:t>
            </a:r>
            <a:r>
              <a:rPr/>
              <a:t>      &lt;/geometry&gt;</a:t>
            </a:r>
            <a:r>
              <a:rPr/>
              <a:t>    &lt;/visual&gt;</a:t>
            </a:r>
            <a:r>
              <a:rPr/>
              <a:t>  &lt;/link&gt;</a:t>
            </a:r>
            <a:r>
              <a:rPr/>
              <a:t>  </a:t>
            </a:r>
            <a:r>
              <a:rPr/>
              <a:t>  </a:t>
            </a:r>
            <a:r>
              <a:rPr/>
              <a:t>  &lt;xacro:wheel side="left" y="${half_track}"/&gt;</a:t>
            </a:r>
            <a:r>
              <a:rPr/>
              <a:t>  &lt;xacro:wheel side="right" y="${-half_track}"/&gt;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7/8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~/ros2_curri/agv_ws/src/agv_description/curriculum_stages/M06</a:t>
            </a:r>
            <a:r>
              <a:rPr/>
              <a:t>파일 열기: nano ~/ros2_curri/agv_ws/src/agv_description/curriculum_stages/M06/agv.urdf.xacro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5/5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~/ros2_curri/agv_ws/src/agv_description/curriculum_stages/M06/agv.urdf.xacro &gt; /tmp/agv.urdf</a:t>
            </a:r>
            <a:r>
              <a:rPr/>
              <a:t>check_urdf /tmp/agv.urdf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Xacro 변환 뒤 생성 URDF를 check_urdf로 검사한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xacro ~/ros2_curri/agv_ws/src/agv_description/curriculum_stages/M06/agv.urdf.xacro &gt; /tmp/agv.urdf</a:t>
            </a:r>
            <a:r>
              <a:rPr/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선언 순서·xacro namespace·철자를 확인한다.</a:t>
            </a:r>
            <a:r>
              <a:rPr/>
              <a:t>수정 후: xacro ~/ros2_curri/agv_ws/src/agv_description/curriculum_stages/M06/agv.urdf.xacro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패키지 이름과 설치 대상·파일 경로를 확인한다.</a:t>
            </a:r>
            <a:r>
              <a:rPr/>
              <a:t>수정 후: xacro ~/ros2_curri/agv_ws/src/agv_description/curriculum_stages/M06/agv.urdf.xacro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M06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3/4 · M07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물리·collision·inertia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M07의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M07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Gazebo용 물리 요소 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M06 Xacro 치수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M07</a:t>
            </a:r>
            <a:r>
              <a:rPr/>
              <a:t>Gazebo용 물리 요소 추가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M08 World/Spawn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M06 Xacro가 RViz에서 보이지만 Gazebo 물리 모델은 아직 별도인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M06 Xacro 치수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visual·collision·inertial·friction이 각각 물리 시뮬레이션에 미치는 영향을 구분한다.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AGV가 바닥에 안정적으로 놓이고 바퀴 접촉·충돌 파라미터가 모델에 존재한다.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visual</a:t>
            </a:r>
            <a:r>
              <a:rPr/>
              <a:t>보이는 모양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collision</a:t>
            </a:r>
            <a:r>
              <a:rPr/>
              <a:t>접촉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inertial</a:t>
            </a:r>
            <a:r>
              <a:rPr/>
              <a:t>질량/관성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friction</a:t>
            </a:r>
            <a:r>
              <a:rPr/>
              <a:t>접지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agv_description/curriculum_stages/M07/model.sdf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질량·충돌·마찰을 계산할 수 있는 물리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visual(보임), collision(부딪힘), inertial(무게), friction(접지)을 분리해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-k로 문법을 검사하고 값 하나만 바꿔 다시 실행한다.</a:t>
            </a:r>
            <a:r>
              <a:rPr/>
              <a:t>화면/출력: terminal의 Valid와 물리 태그, Gazebo에서 바닥 위 안정 상태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모델은 화면에 보이는 모양과 실제 접촉 계산을 서로 다른 태그로 관리합니다.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&lt;visual&gt;, &lt;collision&gt;, &lt;inertial&gt;, &lt;friction&gt;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visual만 바꾸면 모양만 변하고, mass/inertia/friction은 주행·접지 반응을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Valid 뒤 Gazebo에서 떠오름·떨림·미끄럼이 없는지 관찰합니다.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SDF 물리 모델을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M07에는 visual·collision·inertial·friction만 있으며 sensor와 drive plugin은 아직 없다.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값을 한 번에 하나씩 바꾼다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증상 원인을 찾으려면 mass→inertia→collision→friction 순서를 지킨다.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'&lt;mass&gt;|&lt;inertia&gt;|&lt;collision&gt;|&lt;friction&gt;' src/agv_description/curriculum_stages/M07/model.sdf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  <a:r>
              <a:rPr/>
              <a:t>        &lt;/inertia&gt;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  <a:r>
              <a:rPr/>
              <a:t>          &lt;cylinder&gt;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  <a:r>
              <a:rPr/>
              <a:t>        &lt;/surface&gt;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~/ros2_curri/agv_ws/src/agv_description/curriculum_stages/M07/model.sdf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~/ros2_curri/agv_ws/src/agv_description/curriculum_stages/M07</a:t>
            </a:r>
            <a:r>
              <a:rPr/>
              <a:t>파일 열기: nano ~/ros2_curri/agv_ws/src/agv_description/curriculum_stages/M07/model.sdf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src/agv_description/curriculum_stages/M07/model.sdf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65" y="1353312"/>
            <a:ext cx="831922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SDF Valid 검사와 visual·collision·mass·friction 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Valid 다음에 visual/collision과 mass/friction이 서로 다른 책임임을 읽습니다.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~/ros2_curri/agv_ws/src/agv_description/curriculum_stages/M07/model.sdf</a:t>
            </a:r>
            <a:r>
              <a:rPr/>
              <a:t>rg -n '&lt;sensor|DiffDrive' ~/ros2_curri/agv_ws/src/agv_description/curriculum_stages/M07/model.sdf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AGV가 바닥에 안정적으로 놓이고 바퀴 접촉·충돌 파라미터가 모델에 존재한다.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spawn 직후 떨리거나 날아감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inertia·collision overlap·너무 작은 mass를 확인한다.</a:t>
            </a:r>
            <a:r>
              <a:rPr/>
              <a:t>수정 후: gz sdf -k ~/ros2_curri/agv_ws/src/agv_description/curriculum_stages/M07/model.sdf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바퀴가 헛돎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friction·contact·joint axis·wheel radius를 확인한다.</a:t>
            </a:r>
            <a:r>
              <a:rPr/>
              <a:t>수정 후: gz sdf -k ~/ros2_curri/agv_ws/src/agv_description/curriculum_stages/M07/model.sdf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wheel friction mu를 1.0에서 0.3으로만 바꾼 뒤 직진 시 미끄럼 변화를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AGV가 바닥에 안정적으로 놓이고 바퀴 접촉·충돌 파라미터가 모델에 존재한다.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blocks/B_robot_build/M07_physics_modeling/complete/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M08 World/Spawn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B · 4/4 · M08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World와 spawn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M08의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M08 · Block B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World와 Robot Spawn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M07 물리 모델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M08</a:t>
            </a:r>
            <a:r>
              <a:rPr/>
              <a:t>Gazebo World와 Robot Spawn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M09 Differential Drive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M07의 SDF AGV 물리 모델이 유효한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M07 물리 모델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 World와 AGV model을 package 경로로 열고 충돌 환경을 준비한다.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ground·벽·박스가 있는 World에 AGV가 spawn되어 있는 Gazebo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warehouse.sdf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ros_gz_sim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 URI</a:t>
            </a:r>
            <a:r>
              <a:rPr/>
              <a:t>AGV spawn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~/ros2_curri/agv_ws/src/</a:t>
            </a:r>
            <a:r>
              <a:rPr/>
              <a:t>└── agv_description/curriculum_stages/M08/model.config</a:t>
            </a:r>
            <a:r>
              <a:rPr/>
              <a:t>└── agv_description/curriculum_stages/M08/model.sdf</a:t>
            </a:r>
            <a:r>
              <a:rPr/>
              <a:t>└── agv_description/curriculum_stages/M08/warehouse.sdf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~/ros2_curri/agv_ws/src/agv_description/curriculum_stages/M08/model.config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Gazebo가 model://agv 이름으로 SDF 모델을 찾게 하는 모델 등록 정보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name과 sdf 파일 이름이 실제 파일과 같은지 먼저 맞춘다.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models/ 아래에 둘 때 Gazebo가 URI를 해석한다.</a:t>
            </a:r>
            <a:r>
              <a:rPr/>
              <a:t>화면/출력: World의 &lt;uri&gt;model://agv&lt;/uri&gt;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World에 배치하기 직전의 AGV 본체·바퀴·joint 모델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M07 물리 요소를 유지한 채 sensor/drive plugin이 아직 없는지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sdf -k 뒤 model.config와 함께 Gazebo models 경로에 둔다.</a:t>
            </a:r>
            <a:r>
              <a:rPr/>
              <a:t>화면/출력: Valid 출력과 World에 spawn된 AGV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바닥·벽·장애물·목표물과 AGV를 배치하는 실습 공간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 → 환경 model → include 순서로 만들고 include의 pose를 마지막에 조정한다.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gz sim으로 World를 연다.</a:t>
            </a:r>
            <a:r>
              <a:rPr/>
              <a:t>화면/출력: Gazebo Entity Tree의 ground·wall·target·agv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World는 무대이고 model://agv include는 그 무대 위에 로봇을 놓는 한 줄입니다.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&lt;world&gt;, &lt;include&gt;, &lt;uri&gt;model://agv&lt;/uri&gt;, &lt;pose&gt;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include pose x/y/z를 바꾸면 spawn 위치만 바뀌며 AGV 모델 파일은 바뀌지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Entity Tree에서 환경 model과 agv가 따로 보이는지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model과 World를 각각 검사한다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M08은 M07 물리 AGV를 World에 배치하는 단계이며 DiffDrive·Camera·LiDAR·IMU는 아직 넣지 않는다.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sdf -k src/agv_description/curriculum_stages/M08/model.sdf</a:t>
            </a:r>
            <a:r>
              <a:rPr/>
              <a:t>rg -n 'model://agv|&lt;world name=' src/agv_description/curriculum_stages/M08/warehouse.sdf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2/2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M08 snapshot을 agv_gazebo models/worlds 경로에 복사한 뒤 Gazebo를 실행해 spawn만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sim -r src/agv_description/curriculum_stages/M08/warehouse.sdf</a:t>
            </a:r>
            <a:r>
              <a:rPr/>
              <a:t># 이 단계에는 ROS bridge와 구동 topic이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3/4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~/ros2_curri/agv_ws/src/agv_description/curriculum_stages/M08/model.config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&lt;model&gt;</a:t>
            </a:r>
            <a:r>
              <a:rPr/>
              <a:t>  &lt;name&gt;agv&lt;/name&gt;</a:t>
            </a:r>
            <a:r>
              <a:rPr/>
              <a:t>  &lt;version&gt;1.0&lt;/version&gt;</a:t>
            </a:r>
            <a:r>
              <a:rPr/>
              <a:t>  &lt;sdf version="1.10"&gt;model.sdf&lt;/sdf&gt;</a:t>
            </a:r>
            <a:r>
              <a:rPr/>
              <a:t>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&lt;!-- M08 spawn snapshot: physical links only; no DiffDrive and no Camera/LiDAR/IMU. --&gt;</a:t>
            </a:r>
            <a:r>
              <a:rPr/>
              <a:t>&lt;sdf version="1.10"&gt;</a:t>
            </a:r>
            <a:r>
              <a:rPr/>
              <a:t>  &lt;model name="agv"&gt;</a:t>
            </a:r>
            <a:r>
              <a:rPr/>
              <a:t>    &lt;link name="base_link"&gt;</a:t>
            </a:r>
            <a:r>
              <a:rPr/>
              <a:t>      &lt;pose&gt;0 0 0.16 0 0 0&lt;/pose&gt;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5/15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name="body"&gt;</a:t>
            </a: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name="body_collision"&gt;</a:t>
            </a:r>
            <a:r>
              <a:rPr/>
              <a:t>        &lt;geometry&gt;</a:t>
            </a:r>
            <a:r>
              <a:rPr/>
              <a:t>          &lt;box&gt;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6/15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7/15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8/15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5/11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9/15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6/11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10/15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7/11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11/15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8/11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12/15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9/11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13/15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&lt;/axis&gt;</a:t>
            </a:r>
            <a:r>
              <a:rPr/>
              <a:t>    &lt;/joint&gt;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10/11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14/15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~/ros2_curri/agv_ws/src/agv_description/curriculum_stages/M08/model.sdf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&lt;/joint&gt;</a:t>
            </a:r>
            <a:r>
              <a:rPr/>
              <a:t>  &lt;/model&gt;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11/11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새로 만들고 저장한다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15/19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name="warehouse_m08"&gt;</a:t>
            </a:r>
            <a:r>
              <a:rPr/>
              <a:t>    &lt;gravity&gt;0 0 -9.8&lt;/gravity&gt;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  <a:r>
              <a:rPr/>
              <a:t>      name="gz::sim::systems::SceneBroadcaster"/&gt;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&lt;/light&gt;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1/4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16/19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2/4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17/19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3/4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파일을 계속 작성하고 저장한다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~/ros2_curri/agv_ws/src/agv_description/curriculum_stages/M08/warehouse.sdf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18/19    |    현재 폴더 ~/ros2_curri/agv_ws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27632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단계: 파일의 전체 내용을 중간 생략 없이 작성합니다. 아래 줄 범위를 끝까지 입력하세요.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DejaVu Sans Mono"/>
              </a:defRPr>
            </a:pPr>
            <a:r>
              <a:rPr/>
              <a:t>파일 생성: mkdir -p ~/ros2_curri/agv_ws/src/agv_description/curriculum_stages/M08</a:t>
            </a:r>
            <a:r>
              <a:rPr/>
              <a:t>파일 열기: nano ~/ros2_curri/agv_ws/src/agv_description/curriculum_stages/M08/warehouse.sdf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전체 4/4 · 이 슬라이드 다음에 같은 파일의 나머지 줄이 이어집니다.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~/ros2_curri/agv_ws</a:t>
            </a:r>
            <a:r>
              <a:rPr/>
              <a:t>gz sim -r src/agv_description/curriculum_stages/M08/warehouse.sdf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terminal: World 이름과 model://agv include·spawn 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warehouse_m08, model://agv, pose 세 항목을 순서대로 찾습니다.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Gazebo Sim: warehouse World와 Entity Tree에 보이는 AGV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884" y="1353312"/>
            <a:ext cx="568118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오른쪽 Entity Tree에서 ground·wall·target·agv가 따로 생성됐는지 확인합니다.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gz sdf -k ~/ros2_curri/agv_ws/src/agv_description/curriculum_stages/M08/model.sdf</a:t>
            </a:r>
            <a:r>
              <a:rPr/>
              <a:t>rg -n '&lt;sensor|DiffDrive|/cmd_vel|/odom' ~/ros2_curri/agv_ws/src/agv_description/curriculum_stages/M08/model.sdf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ground·벽·박스가 있는 World에 AGV가 spawn되어 있는 Gazebo 화면을 확인한다.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world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launch의 package share path와 install data_files를 확인한다.</a:t>
            </a:r>
            <a:r>
              <a:rPr/>
              <a:t>수정 후: gz sdf -k ~/ros2_curri/agv_ws/src/agv_description/curriculum_stages/M08/model.sdf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모델이 공중/바닥 아래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초기 z·collision origin·geometry 크기를 확인한다.</a:t>
            </a:r>
            <a:r>
              <a:rPr/>
              <a:t>수정 후: gz sdf -k ~/ros2_curri/agv_ws/src/agv_description/curriculum_stages/M08/model.sdf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World의 box pose x 좌표를 1 m 바꾼 후 저장·재실행하여 top-view 위치 변화를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ground·벽·박스가 있는 World에 AGV가 spawn되어 있는 Gazebo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Complete 파일: blocks/B_robot_build/M08_gazebo_world_spawn/complete/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M09 Differential 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M08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