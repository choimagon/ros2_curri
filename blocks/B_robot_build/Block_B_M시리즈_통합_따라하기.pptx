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box·cylinder·sphere만으로 body·wheel·caster·sensor frame을 갖춘 AGV를 만든다.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RobotModel과 TF에서 base, 두 wheel, camera, lidar, imu 연결을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이전=M04 frame tree, 다음=M06 Xacro 모듈화을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~/ros2_curri/agv_ws/install/setup.bash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box·cylinder·sphere만으로 body·wheel·caster·sensor frame을 갖춘 AGV를 만든다.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RobotModel과 TF에서 base, 두 wheel, camera, lidar, imu 연결을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URDF는 로봇의 부품표가 아니라, ‘어떤 부품을 어느 frame에 고정할지’ 적는 조립도입니다.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check_urdf의 root Link와 child 목록을 먼저 읽고 RViz RobotModel로 형태를 봅니다.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M05에서는 macro·property·xacro 없이 한 파일에 link와 joint를 직접 작성한다.</a:t>
            </a:r>
          </a:p>
          <a:p>
            <a:r>
              <a:t>[실행] cd ~/ros2_curri/agv_ws</a:t>
            </a:r>
          </a:p>
          <a:p>
            <a:r>
              <a:t>check_urdf src/agv_description/curriculum_stages/M05/agv.urdf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RobotModel에는 단일 URDF 텍스트를 robot_description으로 넣고 TF를 함께 확인한다.</a:t>
            </a:r>
          </a:p>
          <a:p>
            <a:r>
              <a:t>[실행] ros2 run robot_state_publisher robot_state_publisher \</a:t>
            </a:r>
          </a:p>
          <a:p>
            <a:r>
              <a:t>  --ros-args -p robot_description:="$(cat src/agv_description/curriculum_stages/M05/agv.urdf)"</a:t>
            </a:r>
          </a:p>
          <a:p>
            <a:r>
              <a:t># 새 터미널: rviz2 → Add → RobotModel, TF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~/ros2_curri/agv_ws/src/agv_description/curriculum_stages/M05/agv.urdf의 전체 파일을 1/2 구간으로 작성한다.</a:t>
            </a:r>
          </a:p>
          <a:p>
            <a:r>
              <a:t>[실행] nano ~/ros2_curri/agv_ws/src/agv_description/curriculum_stages/M05/agv.urdf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~/ros2_curri/agv_ws/src/agv_description/curriculum_stages/M05/agv.urdf의 전체 파일을 2/2 구간으로 작성한다.</a:t>
            </a:r>
          </a:p>
          <a:p>
            <a:r>
              <a:t>[실행] nano ~/ros2_curri/agv_ws/src/agv_description/curriculum_stages/M05/agv.urdf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cd ~/ros2_curri/agv_ws</a:t>
            </a:r>
          </a:p>
          <a:p>
            <a:r>
              <a:t>check_urdf src/agv_description/curriculum_stages/M05/agv.urdf</a:t>
            </a:r>
          </a:p>
          <a:p>
            <a:r>
              <a:t># 다음 M06에서 처음으로 xacro를 사용한다.</a:t>
            </a:r>
          </a:p>
          <a:p>
            <a:r>
              <a:t>[확인] RobotModel과 TF에서 base, 두 wheel, camera, lidar, imu 연결을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① 명령/설정  ② 정상 출력 또는 화면  ③ 다음 검증 명령으로 재확인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root Link=base_link와 wheel·camera·lidar·imu child 이름을 찾습니다.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check_urdf ~/ros2_curri/agv_ws/src/agv_description/curriculum_stages/M05/agv.urdf</a:t>
            </a:r>
          </a:p>
          <a:p>
            <a:r>
              <a:t>rg -n '&lt;xacro:|&lt;link |&lt;joint ' ~/ros2_curri/agv_ws/src/agv_description/curriculum_stages/M05/agv.urdf</a:t>
            </a:r>
          </a:p>
          <a:p>
            <a:r>
              <a:t>[확인] RobotModel과 TF에서 base, 두 wheel, camera, lidar, imu 연결을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Complete·캡처·로그를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M06 Xacro 모듈화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property·macro·include로 반복되는 wheel·sensor 구조를 한 번만 작성한다.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wheel_radius와 wheel_base 변경이 좌우 바퀴·충돌 형상에 함께 적용된다.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이전=M05 완성 URDF, 다음=M07 Gazebo 물리을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~/ros2_curri/agv_ws/install/setup.bash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property·macro·include로 반복되는 wheel·sensor 구조를 한 번만 작성한다.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wheel_radius와 wheel_base 변경이 좌우 바퀴·충돌 형상에 함께 적용된다.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Xacro는 같은 바퀴 코드를 복사하지 않고 ‘값 한 번, 생성 여러 번’으로 바꾸는 도구입니다.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xacro → /tmp/agv.urdf → check_urdf 순서가 변환과 검증을 분리합니다.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M05 단일 URDF의 반복 바퀴 구조를 macro/property로 바꾸는 첫 단계다.</a:t>
            </a:r>
          </a:p>
          <a:p>
            <a:r>
              <a:t>[실행] cd ~/ros2_curri/agv_ws</a:t>
            </a:r>
          </a:p>
          <a:p>
            <a:r>
              <a:t>xacro src/agv_description/curriculum_stages/M06/agv.urdf.xacro &gt; /tmp/agv_from_xacro.urdf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하나의 wheel_radius가 좌우 바퀴에 함께 적용되어야 한다.</a:t>
            </a:r>
          </a:p>
          <a:p>
            <a:r>
              <a:t>[실행] check_urdf /tmp/agv_from_xacro.urdf</a:t>
            </a:r>
          </a:p>
          <a:p>
            <a:r>
              <a:t># wheel_radius 값을 바꾼 뒤 같은 두 명령을 다시 실행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~/ros2_curri/agv_ws/src/agv_description/curriculum_stages/M06/agv.urdf.xacro의 전체 파일을 1/5 구간으로 작성한다.</a:t>
            </a:r>
          </a:p>
          <a:p>
            <a:r>
              <a:t>[실행] nano ~/ros2_curri/agv_ws/src/agv_description/curriculum_stages/M06/agv.urdf.xacro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~/ros2_curri/agv_ws/src/agv_description/curriculum_stages/M06/agv.urdf.xacro의 전체 파일을 2/5 구간으로 작성한다.</a:t>
            </a:r>
          </a:p>
          <a:p>
            <a:r>
              <a:t>[실행] nano ~/ros2_curri/agv_ws/src/agv_description/curriculum_stages/M06/agv.urdf.xacro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~/ros2_curri/agv_ws/src/agv_description/curriculum_stages/M06/agv.urdf.xacro의 전체 파일을 3/5 구간으로 작성한다.</a:t>
            </a:r>
          </a:p>
          <a:p>
            <a:r>
              <a:t>[실행] nano ~/ros2_curri/agv_ws/src/agv_description/curriculum_stages/M06/agv.urdf.xacro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~/ros2_curri/agv_ws/src/agv_description/curriculum_stages/M06/agv.urdf.xacro의 전체 파일을 4/5 구간으로 작성한다.</a:t>
            </a:r>
          </a:p>
          <a:p>
            <a:r>
              <a:t>[실행] nano ~/ros2_curri/agv_ws/src/agv_description/curriculum_stages/M06/agv.urdf.xacro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~/ros2_curri/agv_ws/src/agv_description/curriculum_stages/M06/agv.urdf.xacro의 전체 파일을 5/5 구간으로 작성한다.</a:t>
            </a:r>
          </a:p>
          <a:p>
            <a:r>
              <a:t>[실행] nano ~/ros2_curri/agv_ws/src/agv_description/curriculum_stages/M06/agv.urdf.xacro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xacro ~/ros2_curri/agv_ws/src/agv_description/curriculum_stages/M06/agv.urdf.xacro &gt; /tmp/agv.urdf</a:t>
            </a:r>
          </a:p>
          <a:p>
            <a:r>
              <a:t>check_urdf /tmp/agv.urdf</a:t>
            </a:r>
          </a:p>
          <a:p>
            <a:r>
              <a:t>[확인] wheel_radius와 wheel_base 변경이 좌우 바퀴·충돌 형상에 함께 적용된다.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① 명령/설정  ② 정상 출력 또는 화면  ③ 다음 검증 명령으로 재확인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xacro 명령 다음의 Successfully Parsed XML과 left/right wheel child를 찾습니다.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xacro ~/ros2_curri/agv_ws/src/agv_description/curriculum_stages/M06/agv.urdf.xacro &gt; /tmp/agv.urdf</a:t>
            </a:r>
          </a:p>
          <a:p>
            <a:r>
              <a:t>rg -n 'wheel_radius|left_wheel_joint|right_wheel_joint' /tmp/agv.urdf</a:t>
            </a:r>
          </a:p>
          <a:p>
            <a:r>
              <a:t>[확인] wheel_radius와 wheel_base 변경이 좌우 바퀴·충돌 형상에 함께 적용된다.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Complete·캡처·로그를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M07 Gazebo 물리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visual·collision·inertial·friction이 각각 물리 시뮬레이션에 미치는 영향을 구분한다.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AGV가 바닥에 안정적으로 놓이고 바퀴 접촉·충돌 파라미터가 모델에 존재한다.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이전=M06 Xacro 치수, 다음=M08 World/Spawn을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~/ros2_curri/agv_ws/install/setup.bash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visual·collision·inertial·friction이 각각 물리 시뮬레이션에 미치는 영향을 구분한다.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AGV가 바닥에 안정적으로 놓이고 바퀴 접촉·충돌 파라미터가 모델에 존재한다.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SDF 물리 모델은 화면에 보이는 모양과 실제 접촉 계산을 서로 다른 태그로 관리합니다.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Valid 뒤 Gazebo에서 떠오름·떨림·미끄럼이 없는지 관찰합니다.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M07에는 visual·collision·inertial·friction만 있으며 sensor와 drive plugin은 아직 없다.</a:t>
            </a:r>
          </a:p>
          <a:p>
            <a:r>
              <a:t>[실행] cd ~/ros2_curri/agv_ws</a:t>
            </a:r>
          </a:p>
          <a:p>
            <a:r>
              <a:t>gz sdf -k src/agv_description/curriculum_stages/M07/model.sdf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증상 원인을 찾으려면 mass→inertia→collision→friction 순서를 지킨다.</a:t>
            </a:r>
          </a:p>
          <a:p>
            <a:r>
              <a:t>[실행] rg -n '&lt;mass&gt;|&lt;inertia&gt;|&lt;collision&gt;|&lt;friction&gt;' src/agv_description/curriculum_stages/M07/model.sdf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~/ros2_curri/agv_ws/src/agv_description/curriculum_stages/M07/model.sdf의 전체 파일을 1/11 구간으로 작성한다.</a:t>
            </a:r>
          </a:p>
          <a:p>
            <a:r>
              <a:t>[실행] nano ~/ros2_curri/agv_ws/src/agv_description/curriculum_stages/M07/model.sdf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~/ros2_curri/agv_ws/src/agv_description/curriculum_stages/M07/model.sdf의 전체 파일을 2/11 구간으로 작성한다.</a:t>
            </a:r>
          </a:p>
          <a:p>
            <a:r>
              <a:t>[실행] nano ~/ros2_curri/agv_ws/src/agv_description/curriculum_stages/M07/model.sdf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~/ros2_curri/agv_ws/src/agv_description/curriculum_stages/M07/model.sdf의 전체 파일을 3/11 구간으로 작성한다.</a:t>
            </a:r>
          </a:p>
          <a:p>
            <a:r>
              <a:t>[실행] nano ~/ros2_curri/agv_ws/src/agv_description/curriculum_stages/M07/model.sdf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~/ros2_curri/agv_ws/src/agv_description/curriculum_stages/M07/model.sdf의 전체 파일을 4/11 구간으로 작성한다.</a:t>
            </a:r>
          </a:p>
          <a:p>
            <a:r>
              <a:t>[실행] nano ~/ros2_curri/agv_ws/src/agv_description/curriculum_stages/M07/model.sdf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~/ros2_curri/agv_ws/src/agv_description/curriculum_stages/M07/model.sdf의 전체 파일을 5/11 구간으로 작성한다.</a:t>
            </a:r>
          </a:p>
          <a:p>
            <a:r>
              <a:t>[실행] nano ~/ros2_curri/agv_ws/src/agv_description/curriculum_stages/M07/model.sdf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~/ros2_curri/agv_ws/src/agv_description/curriculum_stages/M07/model.sdf의 전체 파일을 6/11 구간으로 작성한다.</a:t>
            </a:r>
          </a:p>
          <a:p>
            <a:r>
              <a:t>[실행] nano ~/ros2_curri/agv_ws/src/agv_description/curriculum_stages/M07/model.sdf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~/ros2_curri/agv_ws/src/agv_description/curriculum_stages/M07/model.sdf의 전체 파일을 7/11 구간으로 작성한다.</a:t>
            </a:r>
          </a:p>
          <a:p>
            <a:r>
              <a:t>[실행] nano ~/ros2_curri/agv_ws/src/agv_description/curriculum_stages/M07/model.sdf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~/ros2_curri/agv_ws/src/agv_description/curriculum_stages/M07/model.sdf의 전체 파일을 8/11 구간으로 작성한다.</a:t>
            </a:r>
          </a:p>
          <a:p>
            <a:r>
              <a:t>[실행] nano ~/ros2_curri/agv_ws/src/agv_description/curriculum_stages/M07/model.sdf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~/ros2_curri/agv_ws/src/agv_description/curriculum_stages/M07/model.sdf의 전체 파일을 9/11 구간으로 작성한다.</a:t>
            </a:r>
          </a:p>
          <a:p>
            <a:r>
              <a:t>[실행] nano ~/ros2_curri/agv_ws/src/agv_description/curriculum_stages/M07/model.sdf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~/ros2_curri/agv_ws/src/agv_description/curriculum_stages/M07/model.sdf의 전체 파일을 10/11 구간으로 작성한다.</a:t>
            </a:r>
          </a:p>
          <a:p>
            <a:r>
              <a:t>[실행] nano ~/ros2_curri/agv_ws/src/agv_description/curriculum_stages/M07/model.sdf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~/ros2_curri/agv_ws/src/agv_description/curriculum_stages/M07/model.sdf의 전체 파일을 11/11 구간으로 작성한다.</a:t>
            </a:r>
          </a:p>
          <a:p>
            <a:r>
              <a:t>[실행] nano ~/ros2_curri/agv_ws/src/agv_description/curriculum_stages/M07/model.sdf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cd ~/ros2_curri/agv_ws</a:t>
            </a:r>
          </a:p>
          <a:p>
            <a:r>
              <a:t>gz sdf -k src/agv_description/curriculum_stages/M07/model.sdf</a:t>
            </a:r>
          </a:p>
          <a:p>
            <a:r>
              <a:t>[확인] AGV가 바닥에 안정적으로 놓이고 바퀴 접촉·충돌 파라미터가 모델에 존재한다.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① 명령/설정  ② 정상 출력 또는 화면  ③ 다음 검증 명령으로 재확인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Valid 다음에 visual/collision과 mass/friction이 서로 다른 책임임을 읽습니다.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gz sdf -k ~/ros2_curri/agv_ws/src/agv_description/curriculum_stages/M07/model.sdf</a:t>
            </a:r>
          </a:p>
          <a:p>
            <a:r>
              <a:t>rg -n '&lt;sensor|DiffDrive' ~/ros2_curri/agv_ws/src/agv_description/curriculum_stages/M07/model.sdf</a:t>
            </a:r>
          </a:p>
          <a:p>
            <a:r>
              <a:t>[확인] AGV가 바닥에 안정적으로 놓이고 바퀴 접촉·충돌 파라미터가 모델에 존재한다.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Complete·캡처·로그를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M08 World/Spawn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warehouse World와 AGV model을 package 경로로 열고 충돌 환경을 준비한다.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ground·벽·박스가 있는 World에 AGV가 spawn되어 있는 Gazebo 화면을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이전=M07 물리 모델, 다음=M09 Differential Drive을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~/ros2_curri/agv_ws/install/setup.bash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warehouse World와 AGV model을 package 경로로 열고 충돌 환경을 준비한다.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ground·벽·박스가 있는 World에 AGV가 spawn되어 있는 Gazebo 화면을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World는 무대이고 model://agv include는 그 무대 위에 로봇을 놓는 한 줄입니다.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Gazebo Entity Tree에서 환경 model과 agv가 따로 보이는지 확인합니다.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M08은 M07 물리 AGV를 World에 배치하는 단계이며 DiffDrive·Camera·LiDAR·IMU는 아직 넣지 않는다.</a:t>
            </a:r>
          </a:p>
          <a:p>
            <a:r>
              <a:t>[실행] cd ~/ros2_curri/agv_ws</a:t>
            </a:r>
          </a:p>
          <a:p>
            <a:r>
              <a:t>gz sdf -k src/agv_description/curriculum_stages/M08/model.sdf</a:t>
            </a:r>
          </a:p>
          <a:p>
            <a:r>
              <a:t>rg -n 'model://agv|&lt;world name=' src/agv_description/curriculum_stages/M08/warehouse.sdf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M08 snapshot을 agv_gazebo models/worlds 경로에 복사한 뒤 Gazebo를 실행해 spawn만 확인한다.</a:t>
            </a:r>
          </a:p>
          <a:p>
            <a:r>
              <a:t>[실행] gz sim -r src/agv_description/curriculum_stages/M08/warehouse.sdf</a:t>
            </a:r>
          </a:p>
          <a:p>
            <a:r>
              <a:t># 이 단계에는 ROS bridge와 구동 topic이 없다.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~/ros2_curri/agv_ws/src/agv_description/curriculum_stages/M08/model.config의 전체 파일을 1/1 구간으로 작성한다.</a:t>
            </a:r>
          </a:p>
          <a:p>
            <a:r>
              <a:t>[실행] nano ~/ros2_curri/agv_ws/src/agv_description/curriculum_stages/M08/model.config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~/ros2_curri/agv_ws/src/agv_description/curriculum_stages/M08/model.sdf의 전체 파일을 1/11 구간으로 작성한다.</a:t>
            </a:r>
          </a:p>
          <a:p>
            <a:r>
              <a:t>[실행] nano ~/ros2_curri/agv_ws/src/agv_description/curriculum_stages/M08/model.sdf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~/ros2_curri/agv_ws/src/agv_description/curriculum_stages/M08/model.sdf의 전체 파일을 2/11 구간으로 작성한다.</a:t>
            </a:r>
          </a:p>
          <a:p>
            <a:r>
              <a:t>[실행] nano ~/ros2_curri/agv_ws/src/agv_description/curriculum_stages/M08/model.sdf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~/ros2_curri/agv_ws/src/agv_description/curriculum_stages/M08/model.sdf의 전체 파일을 3/11 구간으로 작성한다.</a:t>
            </a:r>
          </a:p>
          <a:p>
            <a:r>
              <a:t>[실행] nano ~/ros2_curri/agv_ws/src/agv_description/curriculum_stages/M08/model.sdf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~/ros2_curri/agv_ws/src/agv_description/curriculum_stages/M08/model.sdf의 전체 파일을 4/11 구간으로 작성한다.</a:t>
            </a:r>
          </a:p>
          <a:p>
            <a:r>
              <a:t>[실행] nano ~/ros2_curri/agv_ws/src/agv_description/curriculum_stages/M08/model.sdf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~/ros2_curri/agv_ws/src/agv_description/curriculum_stages/M08/model.sdf의 전체 파일을 5/11 구간으로 작성한다.</a:t>
            </a:r>
          </a:p>
          <a:p>
            <a:r>
              <a:t>[실행] nano ~/ros2_curri/agv_ws/src/agv_description/curriculum_stages/M08/model.sdf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~/ros2_curri/agv_ws/src/agv_description/curriculum_stages/M08/model.sdf의 전체 파일을 6/11 구간으로 작성한다.</a:t>
            </a:r>
          </a:p>
          <a:p>
            <a:r>
              <a:t>[실행] nano ~/ros2_curri/agv_ws/src/agv_description/curriculum_stages/M08/model.sdf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~/ros2_curri/agv_ws/src/agv_description/curriculum_stages/M08/model.sdf의 전체 파일을 7/11 구간으로 작성한다.</a:t>
            </a:r>
          </a:p>
          <a:p>
            <a:r>
              <a:t>[실행] nano ~/ros2_curri/agv_ws/src/agv_description/curriculum_stages/M08/model.sdf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~/ros2_curri/agv_ws/src/agv_description/curriculum_stages/M08/model.sdf의 전체 파일을 8/11 구간으로 작성한다.</a:t>
            </a:r>
          </a:p>
          <a:p>
            <a:r>
              <a:t>[실행] nano ~/ros2_curri/agv_ws/src/agv_description/curriculum_stages/M08/model.sdf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~/ros2_curri/agv_ws/src/agv_description/curriculum_stages/M08/model.sdf의 전체 파일을 9/11 구간으로 작성한다.</a:t>
            </a:r>
          </a:p>
          <a:p>
            <a:r>
              <a:t>[실행] nano ~/ros2_curri/agv_ws/src/agv_description/curriculum_stages/M08/model.sdf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~/ros2_curri/agv_ws/src/agv_description/curriculum_stages/M08/model.sdf의 전체 파일을 10/11 구간으로 작성한다.</a:t>
            </a:r>
          </a:p>
          <a:p>
            <a:r>
              <a:t>[실행] nano ~/ros2_curri/agv_ws/src/agv_description/curriculum_stages/M08/model.sdf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~/ros2_curri/agv_ws/src/agv_description/curriculum_stages/M08/model.sdf의 전체 파일을 11/11 구간으로 작성한다.</a:t>
            </a:r>
          </a:p>
          <a:p>
            <a:r>
              <a:t>[실행] nano ~/ros2_curri/agv_ws/src/agv_description/curriculum_stages/M08/model.sdf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~/ros2_curri/agv_ws/src/agv_description/curriculum_stages/M08/warehouse.sdf의 전체 파일을 1/4 구간으로 작성한다.</a:t>
            </a:r>
          </a:p>
          <a:p>
            <a:r>
              <a:t>[실행] nano ~/ros2_curri/agv_ws/src/agv_description/curriculum_stages/M08/warehouse.sdf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~/ros2_curri/agv_ws/src/agv_description/curriculum_stages/M08/warehouse.sdf의 전체 파일을 2/4 구간으로 작성한다.</a:t>
            </a:r>
          </a:p>
          <a:p>
            <a:r>
              <a:t>[실행] nano ~/ros2_curri/agv_ws/src/agv_description/curriculum_stages/M08/warehouse.sdf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~/ros2_curri/agv_ws/src/agv_description/curriculum_stages/M08/warehouse.sdf의 전체 파일을 3/4 구간으로 작성한다.</a:t>
            </a:r>
          </a:p>
          <a:p>
            <a:r>
              <a:t>[실행] nano ~/ros2_curri/agv_ws/src/agv_description/curriculum_stages/M08/warehouse.sdf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~/ros2_curri/agv_ws/src/agv_description/curriculum_stages/M08/warehouse.sdf의 전체 파일을 4/4 구간으로 작성한다.</a:t>
            </a:r>
          </a:p>
          <a:p>
            <a:r>
              <a:t>[실행] nano ~/ros2_curri/agv_ws/src/agv_description/curriculum_stages/M08/warehouse.sdf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cd ~/ros2_curri/agv_ws</a:t>
            </a:r>
          </a:p>
          <a:p>
            <a:r>
              <a:t>gz sim -r src/agv_description/curriculum_stages/M08/warehouse.sdf</a:t>
            </a:r>
          </a:p>
          <a:p>
            <a:r>
              <a:t>[확인] ground·벽·박스가 있는 World에 AGV가 spawn되어 있는 Gazebo 화면을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① 명령/설정  ② 정상 출력 또는 화면  ③ 다음 검증 명령으로 재확인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warehouse_m08, model://agv, pose 세 항목을 순서대로 찾습니다.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오른쪽 Entity Tree에서 ground·wall·target·agv가 따로 생성됐는지 확인합니다.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gz sdf -k ~/ros2_curri/agv_ws/src/agv_description/curriculum_stages/M08/model.sdf</a:t>
            </a:r>
          </a:p>
          <a:p>
            <a:r>
              <a:t>rg -n '&lt;sensor|DiffDrive|/cmd_vel|/odom' ~/ros2_curri/agv_ws/src/agv_description/curriculum_stages/M08/model.sdf</a:t>
            </a:r>
          </a:p>
          <a:p>
            <a:r>
              <a:t>[확인] ground·벽·박스가 있는 World에 AGV가 spawn되어 있는 Gazebo 화면을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Complete·캡처·로그를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M09 Differential Drive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3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CJK KR"/>
              </a:defRPr>
            </a:pPr>
            <a:r>
              <a:t>Block B · M 시리즈 통합 따라 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6949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3600" b="1">
                <a:solidFill>
                  <a:srgbClr val="122C4E"/>
                </a:solidFill>
                <a:latin typeface="Noto Sans CJK KR"/>
              </a:defRPr>
            </a:pPr>
            <a:r>
              <a:t>AGV 로봇 제작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2971800"/>
            <a:ext cx="9921240" cy="137160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이 파일은 Block 안의 모든 M 시리즈 PPT를 순서와 발표자 노트까지 유지해 한 번에 볼 수 있도록 합친 자료입니다.</a:t>
            </a:r>
            <a:br/>
            <a:r>
              <a:t>개별 M PPT는 실습 때, 이 통합본은 Block 전체 흐름을 복습·강의할 때 사용합니다.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698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t>포함 모듈: M05 → M06 → M07 → M08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97280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3000" b="1">
                <a:solidFill>
                  <a:srgbClr val="122C4E"/>
                </a:solidFill>
                <a:latin typeface="Noto Sans CJK KR"/>
              </a:defRPr>
            </a:pPr>
            <a:r>
              <a:t>Block B 커리큘럼 요약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234440"/>
            <a:ext cx="10652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344168"/>
            <a:ext cx="1143000" cy="2468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900" b="1">
                <a:solidFill>
                  <a:srgbClr val="225B9B"/>
                </a:solidFill>
                <a:latin typeface="Noto Sans CJK KR"/>
              </a:defRPr>
            </a:pPr>
            <a:r>
              <a:t>M05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325880"/>
            <a:ext cx="859536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단일 URDF 기본 모델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20290"/>
            <a:ext cx="10652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430018"/>
            <a:ext cx="1143000" cy="2468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900" b="1">
                <a:solidFill>
                  <a:srgbClr val="225B9B"/>
                </a:solidFill>
                <a:latin typeface="Noto Sans CJK KR"/>
              </a:defRPr>
            </a:pPr>
            <a:r>
              <a:t>M06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411730"/>
            <a:ext cx="859536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Xacro macro·property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406140"/>
            <a:ext cx="10652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3515868"/>
            <a:ext cx="1143000" cy="2468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900" b="1">
                <a:solidFill>
                  <a:srgbClr val="225B9B"/>
                </a:solidFill>
                <a:latin typeface="Noto Sans CJK KR"/>
              </a:defRPr>
            </a:pPr>
            <a:r>
              <a:t>M07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3497580"/>
            <a:ext cx="859536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물리·collision·inertia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491990"/>
            <a:ext cx="10652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4601718"/>
            <a:ext cx="1143000" cy="2468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900" b="1">
                <a:solidFill>
                  <a:srgbClr val="225B9B"/>
                </a:solidFill>
                <a:latin typeface="Noto Sans CJK KR"/>
              </a:defRPr>
            </a:pPr>
            <a:r>
              <a:t>M08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4583429"/>
            <a:ext cx="859536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World와 spawn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053328"/>
            <a:ext cx="1051560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400" b="1">
                <a:solidFill>
                  <a:srgbClr val="2A8B5A"/>
                </a:solidFill>
                <a:latin typeface="Noto Sans CJK KR"/>
              </a:defRPr>
            </a:pPr>
            <a:r>
              <a:t>각 모듈의 완료 조건을 통과한 뒤에만 다음 모듈로 진행합니다.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CJK KR"/>
              </a:defRPr>
            </a:pPr>
            <a:r>
              <a:t>Block B · 1/4 · M05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단일 URDF 기본 모델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3108960"/>
            <a:ext cx="102870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M05의 독립 PPT 전체를 바로 다음 슬라이드부터 순서대로 진행합니다.</a:t>
            </a:r>
            <a:br/>
            <a:r>
              <a:t>이 Block 통합본에서도 Starter → 파일 작성 → 실행 → 검증 → 오류 대응 → Checkpoint 순서는 바뀌지 않습니다.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97880"/>
            <a:ext cx="104241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모듈을 건너뛰지 말고, 이전 M의 Complete가 준비된 뒤 다음 M으로 이동합니다.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rPr/>
              <a:t>M05 · Block B · ROS 2 + Gazebo Sim AGV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rPr/>
              <a:t>URDF로 기본 AGV 제작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RobotModel과 TF에서 base, 두 wheel, camera, lidar, imu 연결을 확인한다.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rPr/>
              <a:t>기준 환경</a:t>
            </a:r>
            <a:r>
              <a:rPr/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rPr/>
              <a:t>이 PPT만 보고 시작 상태 → 파일 작성 → build/run → 검증 → 오류 대응 → checkpoint를 순서대로 수행합니다.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M05 · 따라 하기형 AGV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rPr/>
              <a:t>M04 frame tree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M05</a:t>
            </a:r>
            <a:r>
              <a:rPr/>
              <a:t>URDF로 기본 AGV 제작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rPr/>
              <a:t>M06 Xacro 모듈화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인계: RobotModel과 TF에서 base, 두 wheel, camera, lidar, imu 연결을 확인한다.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시작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시작 상태: M04 TF2 개념을 이해하고 agv_description 패키지가 존재하는 상태.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이전 Complete: M04 frame tree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현재 폴더: ~/ros2_curri/agv_ws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확인: pwd가 ~/ros2_curri/agv_ws이고,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rPr/>
              <a:t>box·cylinder·sphere만으로 body·wheel·caster·sensor frame을 갖춘 AGV를 만든다.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화면/결과</a:t>
            </a:r>
            <a:r>
              <a:rPr/>
              <a:t>RobotModel과 TF에서 base, 두 wheel, camera, lidar, imu 연결을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3862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base_link</a:t>
            </a:r>
            <a:r>
              <a:rPr/>
              <a:t>box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68596" y="3264408"/>
            <a:ext cx="283463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79492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wheel</a:t>
            </a:r>
            <a:r>
              <a:rPr/>
              <a:t>cylinder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09460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20356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sensor</a:t>
            </a:r>
            <a:r>
              <a:rPr/>
              <a:t>fixed joint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모듈에서 생성·수정하는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파일명과 package 경로를 끝까지 동일하게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~/ros2_curri/agv_ws/src/</a:t>
            </a:r>
            <a:r>
              <a:rPr/>
              <a:t>└── agv_description/curriculum_stages/M05/agv.urdf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코드는 다음 슬라이드에 이어집니다. 중간 줄을 빼지 않고 끝까지 제공합니다.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코드/설정이 실제로 만드는 것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역할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~/ros2_curri/agv_ws/src/agv_description/curriculum_stages/M05/agv.urdf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몸체·두 바퀴·caster·camera/lidar/imu frame을 link와 joint로 조립한 기본 AGV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각 &lt;link&gt;의 geometry와 각 &lt;joint&gt;의 parent/child를 차례로 작성한다.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check_urdf로 tree를 확인한 뒤 robot_state_publisher + RViz RobotModel에 넣는다.</a:t>
            </a:r>
            <a:r>
              <a:rPr/>
              <a:t>화면/출력: terminal의 base_link 자식 6개와 RViz의 바퀴·센서 frame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코드를 ‘만드는 것 → 표시할 줄 → 바꾼 결과’로 읽는다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PDF 예시처럼 화면을 보기 전에 코드의 역할과 관찰 지점을 한 번 짚고 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9536" y="1828800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1. 이 파일이 만드는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4028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URDF는 로봇의 부품표가 아니라, ‘어떤 부품을 어느 frame에 고정할지’ 적는 조립도입니다.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6420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19088" y="1828800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 먼저 찾을 코드/태그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4028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&lt;link name="base_link"&gt;, &lt;joint name="..."&gt;, &lt;parent&gt;, &lt;child&gt;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1304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DB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59536" y="3977639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DB7E22"/>
                </a:solidFill>
                <a:latin typeface="Noto Sans CJK KR"/>
              </a:defRPr>
            </a:pPr>
            <a:r>
              <a:rPr/>
              <a:t>3. 값을 바꾸면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38912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wheel link의 cylinder radius를 바꾸면 보이는 바퀴 크기가 바뀌고, joint origin은 장착 위치를 바꿉니다.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1304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BE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19088" y="3977639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BE3B3B"/>
                </a:solidFill>
                <a:latin typeface="Noto Sans CJK KR"/>
              </a:defRPr>
            </a:pPr>
            <a:r>
              <a:rPr/>
              <a:t>4. 실제로 보는 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38912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check_urdf의 root Link와 child 목록을 먼저 읽고 RViz RobotModel로 형태를 봅니다.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172200"/>
            <a:ext cx="106070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코드 슬라이드에서는 위의 태그/함수를 찾아 색으로 표시하며 한 줄씩 설명합니다.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단일 URDF를 검사한다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1/2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rPr/>
              <a:t>M05에서는 macro·property·xacro 없이 한 파일에 link와 joint를 직접 작성한다.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cd ~/ros2_curri/agv_ws</a:t>
            </a:r>
            <a:r>
              <a:rPr/>
              <a:t>check_urdf src/agv_description/curriculum_stages/M05/agv.urdf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RViz로 표시한다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2/2    |    현재 폴더 ~/ros2_curri/agv_ws    |    새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rPr/>
              <a:t>RobotModel에는 단일 URDF 텍스트를 robot_description으로 넣고 TF를 함께 확인한다.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run robot_state_publisher robot_state_publisher \</a:t>
            </a:r>
            <a:r>
              <a:rPr/>
              <a:t>  --ros-args -p robot_description:="$(cat src/agv_description/curriculum_stages/M05/agv.urdf)"</a:t>
            </a:r>
            <a:r>
              <a:rPr/>
              <a:t># 새 터미널: rviz2 → Add → RobotModel, TF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새로 만들고 저장한다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~/ros2_curri/agv_ws/src/agv_description/curriculum_stages/M05/agv.urdf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3/5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~/ros2_curri/agv_ws/src/agv_description/curriculum_stages/M05</a:t>
            </a:r>
            <a:r>
              <a:rPr/>
              <a:t>파일 열기: nano ~/ros2_curri/agv_ws/src/agv_description/curriculum_stages/M05/agv.urdf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&lt;?xml version="1.0"?&gt;</a:t>
            </a:r>
            <a:r>
              <a:rPr/>
              <a:t>&lt;robot name="agv_m05"&gt;</a:t>
            </a:r>
            <a:r>
              <a:rPr/>
              <a:t>  &lt;link name="base_link"&gt;&lt;visual&gt;&lt;origin xyz="0 0 0.16"/&gt;&lt;geometry&gt;&lt;box size="0.60 0.42 0.16"/&gt;&lt;/geometry&gt;&lt;/visual&gt;&lt;/link&gt;</a:t>
            </a:r>
            <a:r>
              <a:rPr/>
              <a:t>  &lt;link name="left_wheel_link"&gt;&lt;visual&gt;&lt;origin rpy="1.5708 0 0"/&gt;&lt;geometry&gt;&lt;cylinder radius="0.08" length="0.05"/&gt;&lt;/geometry&gt;&lt;/visual&gt;&lt;/link&gt;</a:t>
            </a:r>
            <a:r>
              <a:rPr/>
              <a:t>  &lt;link name="right_wheel_link"&gt;&lt;visual&gt;&lt;origin rpy="1.5708 0 0"/&gt;&lt;geometry&gt;&lt;cylinder radius="0.08" length="0.05"/&gt;&lt;/geometry&gt;&lt;/visual&gt;&lt;/link&gt;</a:t>
            </a:r>
            <a:r>
              <a:rPr/>
              <a:t>  &lt;link name="caster_link"&gt;&lt;visual&gt;&lt;geometry&gt;&lt;sphere radius="0.04"/&gt;&lt;/geometry&gt;&lt;/visual&gt;&lt;/link&gt;</a:t>
            </a:r>
            <a:r>
              <a:rPr/>
              <a:t>  &lt;link name="camera_link"/&gt;&lt;link name="lidar_link"/&gt;&lt;link name="imu_link"/&gt;</a:t>
            </a:r>
            <a:r>
              <a:rPr/>
              <a:t>  &lt;joint name="left_wheel_joint" type="continuous"&gt;&lt;parent link="base_link"/&gt;&lt;child link="left_wheel_link"/&gt;&lt;origin xyz="0 0.19 0.08"/&gt;&lt;axis xyz="0 1 0"/&gt;&lt;/joint&gt;</a:t>
            </a:r>
            <a:r>
              <a:rPr/>
              <a:t>  &lt;joint name="right_wheel_joint" type="continuous"&gt;&lt;parent link="base_link"/&gt;&lt;child link="right_wheel_link"/&gt;&lt;origin xyz="0 -0.19 0.08"/&gt;&lt;axis xyz="0 1 0"/&gt;&lt;/joint&gt;</a:t>
            </a:r>
            <a:r>
              <a:rPr/>
              <a:t>  &lt;joint name="caster_joint" type="fixed"&gt;&lt;parent link="base_link"/&gt;&lt;child link="caster_link"/&gt;&lt;origin xyz="-0.24 0 0.04"/&gt;&lt;/joint&gt;</a:t>
            </a:r>
            <a:r>
              <a:rPr/>
              <a:t>  &lt;joint name="camera_joint" type="fixed"&gt;&lt;parent link="base_link"/&gt;&lt;child link="camera_link"/&gt;&lt;origin xyz="0.30 0 0.26"/&gt;&lt;/joint&gt;</a:t>
            </a:r>
            <a:r>
              <a:rPr/>
              <a:t>  &lt;joint name="lidar_joint" type="fixed"&gt;&lt;parent link="base_link"/&gt;&lt;child link="lidar_link"/&gt;&lt;origin xyz="0.12 0 0.29"/&gt;&lt;/joint&gt;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1/2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~/ros2_curri/agv_ws/src/agv_description/curriculum_stages/M05/agv.urdf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4/5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~/ros2_curri/agv_ws/src/agv_description/curriculum_stages/M05</a:t>
            </a:r>
            <a:r>
              <a:rPr/>
              <a:t>파일 열기: nano ~/ros2_curri/agv_ws/src/agv_description/curriculum_stages/M05/agv.urdf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&lt;joint name="imu_joint" type="fixed"&gt;&lt;parent link="base_link"/&gt;&lt;child link="imu_link"/&gt;&lt;origin xyz="0 0 0.28"/&gt;&lt;/joint&gt;</a:t>
            </a:r>
            <a:r>
              <a:rPr/>
              <a:t>&lt;/robot&gt;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2/2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10972800" cy="31821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cd ~/ros2_curri/agv_ws</a:t>
            </a:r>
            <a:r>
              <a:rPr/>
              <a:t>check_urdf src/agv_description/curriculum_stages/M05/agv.urdf</a:t>
            </a:r>
            <a:r>
              <a:rPr/>
              <a:t># 다음 M06에서 처음으로 xacro를 사용한다.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239512"/>
            <a:ext cx="1261872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32120"/>
            <a:ext cx="10469880" cy="4206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RobotModel과 TF에서 base, 두 wheel, camera, lidar, imu 연결을 확인한다.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1884338"/>
            <a:ext cx="10607040" cy="37385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화면에서 확인: 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terminal: check_urdf가 base_link와 6개 자식 link를 확인한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770" y="1353312"/>
            <a:ext cx="6609411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화면에서 확인: root Link=base_link와 wheel·camera·lidar·imu child 이름을 찾습니다.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검증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check_urdf ~/ros2_curri/agv_ws/src/agv_description/curriculum_stages/M05/agv.urdf</a:t>
            </a:r>
            <a:r>
              <a:rPr/>
              <a:t>rg -n '&lt;xacro:|&lt;link |&lt;joint ' ~/ros2_curri/agv_ws/src/agv_description/curriculum_stages/M05/agv.urdf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체크</a:t>
            </a:r>
            <a:r>
              <a:rPr/>
              <a:t>□ 명령이 오류 없이 실행된다.</a:t>
            </a:r>
            <a:r>
              <a:rPr/>
              <a:t>□ 기대한 파일·topic·frame·parameter 이름이 보인다.</a:t>
            </a:r>
            <a:r>
              <a:rPr/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완료 조건: RobotModel과 TF에서 base, 두 wheel, camera, lidar, imu 연결을 확인한다.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오류 대응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1: XML parsing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닫는 태그·따옴표·중첩 구조를 확인한다.</a:t>
            </a:r>
            <a:r>
              <a:rPr/>
              <a:t>수정 후: check_urdf ~/ros2_curri/agv_ws/src/agv_description/curriculum_stages/M05/agv.urdf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2: 바퀴가 눕거나 TF가 없음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cylinder rpy·joint axis·parent/child link 이름을 확인한다.</a:t>
            </a:r>
            <a:r>
              <a:rPr/>
              <a:t>수정 후: check_urdf ~/ros2_curri/agv_ws/src/agv_description/curriculum_stages/M05/agv.urdf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rPr/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미니 실습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rPr/>
              <a:t>wheel_radius를 0.08 m에서 0.10 m로 바꾸고 RobotModel에서 바퀴 크기 변화를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rPr/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현재 Complete는 다음 Starter의 기준선입니다.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체크포인트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완료 화면: RobotModel과 TF에서 base, 두 wheel, camera, lidar, imu 연결을 확인한다.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Complete 파일: blocks/B_robot_build/M05_urdf_basic_model/complete/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다음 시작 조건: M06 Xacro 모듈화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모듈을 시작하기 전, 이 슬라이드의 Complete와 다음 모듈의 Starter를 비교합니다.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CJK KR"/>
              </a:defRPr>
            </a:pPr>
            <a:r>
              <a:t>Block B · 2/4 · M06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Xacro macro·property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3108960"/>
            <a:ext cx="102870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M06의 독립 PPT 전체를 바로 다음 슬라이드부터 순서대로 진행합니다.</a:t>
            </a:r>
            <a:br/>
            <a:r>
              <a:t>이 Block 통합본에서도 Starter → 파일 작성 → 실행 → 검증 → 오류 대응 → Checkpoint 순서는 바뀌지 않습니다.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97880"/>
            <a:ext cx="104241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모듈을 건너뛰지 말고, 이전 M의 Complete가 준비된 뒤 다음 M으로 이동합니다.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rPr/>
              <a:t>M06 · Block B · ROS 2 + Gazebo Sim AGV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rPr/>
              <a:t>Xacro로 구조 모듈화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wheel_radius와 wheel_base 변경이 좌우 바퀴·충돌 형상에 함께 적용된다.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rPr/>
              <a:t>기준 환경</a:t>
            </a:r>
            <a:r>
              <a:rPr/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rPr/>
              <a:t>이 PPT만 보고 시작 상태 → 파일 작성 → build/run → 검증 → 오류 대응 → checkpoint를 순서대로 수행합니다.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M06 · 따라 하기형 AGV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rPr/>
              <a:t>M05 완성 URDF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M06</a:t>
            </a:r>
            <a:r>
              <a:rPr/>
              <a:t>Xacro로 구조 모듈화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rPr/>
              <a:t>M07 Gazebo 물리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인계: wheel_radius와 wheel_base 변경이 좌우 바퀴·충돌 형상에 함께 적용된다.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시작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시작 상태: M05의 단일 AGV 구조가 RViz에 정상 표시되는 상태.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이전 Complete: M05 완성 URDF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현재 폴더: ~/ros2_curri/agv_ws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확인: pwd가 ~/ros2_curri/agv_ws이고,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rPr/>
              <a:t>property·macro·include로 반복되는 wheel·sensor 구조를 한 번만 작성한다.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화면/결과</a:t>
            </a:r>
            <a:r>
              <a:rPr/>
              <a:t>wheel_radius와 wheel_base 변경이 좌우 바퀴·충돌 형상에 함께 적용된다.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3862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agv.urdf.xacro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68596" y="3264408"/>
            <a:ext cx="283463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79492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include</a:t>
            </a:r>
            <a:r>
              <a:rPr/>
              <a:t>macro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09460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20356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생성 URDF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모듈에서 생성·수정하는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파일명과 package 경로를 끝까지 동일하게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~/ros2_curri/agv_ws/src/</a:t>
            </a:r>
            <a:r>
              <a:rPr/>
              <a:t>└── agv_description/curriculum_stages/M06/agv.urdf.xacro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코드는 다음 슬라이드에 이어집니다. 중간 줄을 빼지 않고 끝까지 제공합니다.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코드/설정이 실제로 만드는 것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역할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~/ros2_curri/agv_ws/src/agv_description/curriculum_stages/M06/agv.urdf.xacro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반복되는 좌·우 바퀴를 property와 macro 하나로 생성하는 재사용 가능한 AGV 설명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property → macro 정의 → macro 호출 순서로 읽고, wheel_radius 한 값만 바꾼다.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xacro로 URDF를 만든 뒤 check_urdf를 실행한다.</a:t>
            </a:r>
            <a:r>
              <a:rPr/>
              <a:t>화면/출력: 생성 URDF의 left/right wheel과 같은 반지름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코드를 ‘만드는 것 → 표시할 줄 → 바꾼 결과’로 읽는다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PDF 예시처럼 화면을 보기 전에 코드의 역할과 관찰 지점을 한 번 짚고 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9536" y="1828800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1. 이 파일이 만드는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4028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Xacro는 같은 바퀴 코드를 복사하지 않고 ‘값 한 번, 생성 여러 번’으로 바꾸는 도구입니다.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6420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19088" y="1828800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 먼저 찾을 코드/태그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4028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&lt;xacro:property&gt;, &lt;xacro:macro&gt;, &lt;xacro:wheel ...&gt;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1304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DB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59536" y="3977639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DB7E22"/>
                </a:solidFill>
                <a:latin typeface="Noto Sans CJK KR"/>
              </a:defRPr>
            </a:pPr>
            <a:r>
              <a:rPr/>
              <a:t>3. 값을 바꾸면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38912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wheel_radius 값을 하나 바꾸면 좌우 macro 호출에 같은 값이 전달됩니다.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1304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BE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19088" y="3977639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BE3B3B"/>
                </a:solidFill>
                <a:latin typeface="Noto Sans CJK KR"/>
              </a:defRPr>
            </a:pPr>
            <a:r>
              <a:rPr/>
              <a:t>4. 실제로 보는 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38912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xacro → /tmp/agv.urdf → check_urdf 순서가 변환과 검증을 분리합니다.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172200"/>
            <a:ext cx="106070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코드 슬라이드에서는 위의 태그/함수를 찾아 색으로 표시하며 한 줄씩 설명합니다.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처음으로 Xacro macro를 만든다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1/2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rPr/>
              <a:t>M05 단일 URDF의 반복 바퀴 구조를 macro/property로 바꾸는 첫 단계다.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cd ~/ros2_curri/agv_ws</a:t>
            </a:r>
            <a:r>
              <a:rPr/>
              <a:t>xacro src/agv_description/curriculum_stages/M06/agv.urdf.xacro &gt; /tmp/agv_from_xacro.urdf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property 변경을 검증한다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2/2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rPr/>
              <a:t>하나의 wheel_radius가 좌우 바퀴에 함께 적용되어야 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check_urdf /tmp/agv_from_xacro.urdf</a:t>
            </a:r>
            <a:r>
              <a:rPr/>
              <a:t># wheel_radius 값을 바꾼 뒤 같은 두 명령을 다시 실행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새로 만들고 저장한다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~/ros2_curri/agv_ws/src/agv_description/curriculum_stages/M06/agv.urdf.xacro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3/8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~/ros2_curri/agv_ws/src/agv_description/curriculum_stages/M06</a:t>
            </a:r>
            <a:r>
              <a:rPr/>
              <a:t>파일 열기: nano ~/ros2_curri/agv_ws/src/agv_description/curriculum_stages/M06/agv.urdf.xacro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&lt;?xml version="1.0" ?&gt;</a:t>
            </a:r>
            <a:r>
              <a:rPr/>
              <a:t>&lt;robot xmlns:xacro="http://www.ros.org/wiki/xacro" name="agv_m06"&gt;</a:t>
            </a:r>
            <a:r>
              <a:rPr/>
              <a:t>  </a:t>
            </a:r>
            <a:r>
              <a:rPr/>
              <a:t>  </a:t>
            </a:r>
            <a:r>
              <a:rPr/>
              <a:t>  &lt;xacro:property name="wheel_radius" value="0.08"/&gt;</a:t>
            </a:r>
            <a:r>
              <a:rPr/>
              <a:t>  </a:t>
            </a:r>
            <a:r>
              <a:rPr/>
              <a:t>  </a:t>
            </a:r>
            <a:r>
              <a:rPr/>
              <a:t>  &lt;xacro:property name="half_track" value="0.19"/&gt;</a:t>
            </a:r>
            <a:r>
              <a:rPr/>
              <a:t>  </a:t>
            </a:r>
            <a:r>
              <a:rPr/>
              <a:t>  </a:t>
            </a:r>
            <a:r>
              <a:rPr/>
              <a:t>  &lt;xacro:macro name="wheel" params="side y"&gt;</a:t>
            </a:r>
            <a:r>
              <a:rPr/>
              <a:t>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1/5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~/ros2_curri/agv_ws/src/agv_description/curriculum_stages/M06/agv.urdf.xacro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4/8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~/ros2_curri/agv_ws/src/agv_description/curriculum_stages/M06</a:t>
            </a:r>
            <a:r>
              <a:rPr/>
              <a:t>파일 열기: nano ~/ros2_curri/agv_ws/src/agv_description/curriculum_stages/M06/agv.urdf.xacro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  <a:r>
              <a:rPr/>
              <a:t>    &lt;link name="${side}_wheel_link"&gt;</a:t>
            </a:r>
            <a:r>
              <a:rPr/>
              <a:t>      &lt;visual&gt;</a:t>
            </a:r>
            <a:r>
              <a:rPr/>
              <a:t>        &lt;origin rpy="1.5708 0 0"/&gt;</a:t>
            </a:r>
            <a:r>
              <a:rPr/>
              <a:t>        &lt;geometry&gt;</a:t>
            </a:r>
            <a:r>
              <a:rPr/>
              <a:t>          &lt;cylinder radius="${wheel_radius}" length="0.05"/&gt;</a:t>
            </a:r>
            <a:r>
              <a:rPr/>
              <a:t>        &lt;/geometry&gt;</a:t>
            </a:r>
            <a:r>
              <a:rPr/>
              <a:t>      &lt;/visual&gt;</a:t>
            </a:r>
            <a:r>
              <a:rPr/>
              <a:t>    &lt;/link&gt;</a:t>
            </a:r>
            <a:r>
              <a:rPr/>
              <a:t>    </a:t>
            </a:r>
            <a:r>
              <a:rPr/>
              <a:t>    </a:t>
            </a:r>
            <a:r>
              <a:rPr/>
              <a:t>    &lt;joint name="${side}_wheel_joint" type="continuous"&gt;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2/5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~/ros2_curri/agv_ws/src/agv_description/curriculum_stages/M06/agv.urdf.xacro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5/8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~/ros2_curri/agv_ws/src/agv_description/curriculum_stages/M06</a:t>
            </a:r>
            <a:r>
              <a:rPr/>
              <a:t>파일 열기: nano ~/ros2_curri/agv_ws/src/agv_description/curriculum_stages/M06/agv.urdf.xacro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&lt;parent link="base_link"/&gt;</a:t>
            </a:r>
            <a:r>
              <a:rPr/>
              <a:t>      &lt;child link="${side}_wheel_link"/&gt;</a:t>
            </a:r>
            <a:r>
              <a:rPr/>
              <a:t>      &lt;origin xyz="0 ${y} ${wheel_radius}"/&gt;</a:t>
            </a:r>
            <a:r>
              <a:rPr/>
              <a:t>      &lt;axis xyz="0 1 0"/&gt;</a:t>
            </a:r>
            <a:r>
              <a:rPr/>
              <a:t>    &lt;/joint&gt;</a:t>
            </a:r>
            <a:r>
              <a:rPr/>
              <a:t>    </a:t>
            </a:r>
            <a:r>
              <a:rPr/>
              <a:t>  </a:t>
            </a:r>
            <a:r>
              <a:rPr/>
              <a:t>  &lt;/xacro:macro&gt;</a:t>
            </a:r>
            <a:r>
              <a:rPr/>
              <a:t>  </a:t>
            </a:r>
            <a:r>
              <a:rPr/>
              <a:t>  </a:t>
            </a:r>
            <a:r>
              <a:rPr/>
              <a:t>  &lt;link name="base_link"&gt;</a:t>
            </a:r>
            <a:r>
              <a:rPr/>
              <a:t>    &lt;visual&gt;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3/5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~/ros2_curri/agv_ws/src/agv_description/curriculum_stages/M06/agv.urdf.xacro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6/8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~/ros2_curri/agv_ws/src/agv_description/curriculum_stages/M06</a:t>
            </a:r>
            <a:r>
              <a:rPr/>
              <a:t>파일 열기: nano ~/ros2_curri/agv_ws/src/agv_description/curriculum_stages/M06/agv.urdf.xacro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&lt;origin xyz="0 0 0.16"/&gt;</a:t>
            </a:r>
            <a:r>
              <a:rPr/>
              <a:t>      &lt;geometry&gt;</a:t>
            </a:r>
            <a:r>
              <a:rPr/>
              <a:t>        &lt;box size="0.60 0.42 0.16"/&gt;</a:t>
            </a:r>
            <a:r>
              <a:rPr/>
              <a:t>      &lt;/geometry&gt;</a:t>
            </a:r>
            <a:r>
              <a:rPr/>
              <a:t>    &lt;/visual&gt;</a:t>
            </a:r>
            <a:r>
              <a:rPr/>
              <a:t>  &lt;/link&gt;</a:t>
            </a:r>
            <a:r>
              <a:rPr/>
              <a:t>  </a:t>
            </a:r>
            <a:r>
              <a:rPr/>
              <a:t>  </a:t>
            </a:r>
            <a:r>
              <a:rPr/>
              <a:t>  &lt;xacro:wheel side="left" y="${half_track}"/&gt;</a:t>
            </a:r>
            <a:r>
              <a:rPr/>
              <a:t>  &lt;xacro:wheel side="right" y="${-half_track}"/&gt;</a:t>
            </a:r>
            <a:r>
              <a:rPr/>
              <a:t>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4/5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~/ros2_curri/agv_ws/src/agv_description/curriculum_stages/M06/agv.urdf.xacro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7/8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~/ros2_curri/agv_ws/src/agv_description/curriculum_stages/M06</a:t>
            </a:r>
            <a:r>
              <a:rPr/>
              <a:t>파일 열기: nano ~/ros2_curri/agv_ws/src/agv_description/curriculum_stages/M06/agv.urdf.xacro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&lt;/robot&gt;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5/5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10972800" cy="31821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xacro ~/ros2_curri/agv_ws/src/agv_description/curriculum_stages/M06/agv.urdf.xacro &gt; /tmp/agv.urdf</a:t>
            </a:r>
            <a:r>
              <a:rPr/>
              <a:t>check_urdf /tmp/agv.urdf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239512"/>
            <a:ext cx="1261872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32120"/>
            <a:ext cx="10469880" cy="4206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wheel_radius와 wheel_base 변경이 좌우 바퀴·충돌 형상에 함께 적용된다.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1884338"/>
            <a:ext cx="10607040" cy="37385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화면에서 확인: 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terminal: Xacro 변환 뒤 생성 URDF를 check_urdf로 검사한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770" y="1353312"/>
            <a:ext cx="6609411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화면에서 확인: xacro 명령 다음의 Successfully Parsed XML과 left/right wheel child를 찾습니다.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검증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xacro ~/ros2_curri/agv_ws/src/agv_description/curriculum_stages/M06/agv.urdf.xacro &gt; /tmp/agv.urdf</a:t>
            </a:r>
            <a:r>
              <a:rPr/>
              <a:t>rg -n 'wheel_radius|left_wheel_joint|right_wheel_joint' /tmp/agv.urdf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체크</a:t>
            </a:r>
            <a:r>
              <a:rPr/>
              <a:t>□ 명령이 오류 없이 실행된다.</a:t>
            </a:r>
            <a:r>
              <a:rPr/>
              <a:t>□ 기대한 파일·topic·frame·parameter 이름이 보인다.</a:t>
            </a:r>
            <a:r>
              <a:rPr/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완료 조건: wheel_radius와 wheel_base 변경이 좌우 바퀴·충돌 형상에 함께 적용된다.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오류 대응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1: unknown macro/property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선언 순서·xacro namespace·철자를 확인한다.</a:t>
            </a:r>
            <a:r>
              <a:rPr/>
              <a:t>수정 후: xacro ~/ros2_curri/agv_ws/src/agv_description/curriculum_stages/M06/agv.urdf.xacro &gt; /tmp/agv.urdf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2: include file not found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패키지 이름과 설치 대상·파일 경로를 확인한다.</a:t>
            </a:r>
            <a:r>
              <a:rPr/>
              <a:t>수정 후: xacro ~/ros2_curri/agv_ws/src/agv_description/curriculum_stages/M06/agv.urdf.xacro &gt; /tmp/agv.urdf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rPr/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미니 실습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rPr/>
              <a:t>wheel_radius 0.08→0.12 m를 적용한 뒤 joint origin과 cylinder radius가 함께 바뀌는지 비교한다.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rPr/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현재 Complete는 다음 Starter의 기준선입니다.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체크포인트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완료 화면: wheel_radius와 wheel_base 변경이 좌우 바퀴·충돌 형상에 함께 적용된다.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Complete 파일: blocks/B_robot_build/M06_xacro_modularization/complete/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다음 시작 조건: M07 Gazebo 물리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모듈을 시작하기 전, 이 슬라이드의 Complete와 다음 모듈의 Starter를 비교합니다.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CJK KR"/>
              </a:defRPr>
            </a:pPr>
            <a:r>
              <a:t>Block B · 3/4 · M07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물리·collision·inertia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3108960"/>
            <a:ext cx="102870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M07의 독립 PPT 전체를 바로 다음 슬라이드부터 순서대로 진행합니다.</a:t>
            </a:r>
            <a:br/>
            <a:r>
              <a:t>이 Block 통합본에서도 Starter → 파일 작성 → 실행 → 검증 → 오류 대응 → Checkpoint 순서는 바뀌지 않습니다.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97880"/>
            <a:ext cx="104241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모듈을 건너뛰지 말고, 이전 M의 Complete가 준비된 뒤 다음 M으로 이동합니다.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rPr/>
              <a:t>M07 · Block B · ROS 2 + Gazebo Sim AGV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rPr/>
              <a:t>Gazebo용 물리 요소 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AGV가 바닥에 안정적으로 놓이고 바퀴 접촉·충돌 파라미터가 모델에 존재한다.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rPr/>
              <a:t>기준 환경</a:t>
            </a:r>
            <a:r>
              <a:rPr/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rPr/>
              <a:t>이 PPT만 보고 시작 상태 → 파일 작성 → build/run → 검증 → 오류 대응 → checkpoint를 순서대로 수행합니다.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M07 · 따라 하기형 AGV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rPr/>
              <a:t>M06 Xacro 치수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M07</a:t>
            </a:r>
            <a:r>
              <a:rPr/>
              <a:t>Gazebo용 물리 요소 추가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rPr/>
              <a:t>M08 World/Spawn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인계: AGV가 바닥에 안정적으로 놓이고 바퀴 접촉·충돌 파라미터가 모델에 존재한다.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시작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시작 상태: M06 Xacro가 RViz에서 보이지만 Gazebo 물리 모델은 아직 별도인 상태.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이전 Complete: M06 Xacro 치수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현재 폴더: ~/ros2_curri/agv_ws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확인: pwd가 ~/ros2_curri/agv_ws이고,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rPr/>
              <a:t>visual·collision·inertial·friction이 각각 물리 시뮬레이션에 미치는 영향을 구분한다.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화면/결과</a:t>
            </a:r>
            <a:r>
              <a:rPr/>
              <a:t>AGV가 바닥에 안정적으로 놓이고 바퀴 접촉·충돌 파라미터가 모델에 존재한다.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68195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visual</a:t>
            </a:r>
            <a:r>
              <a:rPr/>
              <a:t>보이는 모양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98164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909060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collision</a:t>
            </a:r>
            <a:r>
              <a:rPr/>
              <a:t>접촉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39028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49924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inertial</a:t>
            </a:r>
            <a:r>
              <a:rPr/>
              <a:t>질량/관성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79892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59078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friction</a:t>
            </a:r>
            <a:r>
              <a:rPr/>
              <a:t>접지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모듈에서 생성·수정하는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파일명과 package 경로를 끝까지 동일하게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~/ros2_curri/agv_ws/src/</a:t>
            </a:r>
            <a:r>
              <a:rPr/>
              <a:t>└── agv_description/curriculum_stages/M07/model.sdf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코드는 다음 슬라이드에 이어집니다. 중간 줄을 빼지 않고 끝까지 제공합니다.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코드/설정이 실제로 만드는 것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역할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~/ros2_curri/agv_ws/src/agv_description/curriculum_stages/M07/model.sdf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Gazebo가 질량·충돌·마찰을 계산할 수 있는 물리 AGV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visual(보임), collision(부딪힘), inertial(무게), friction(접지)을 분리해 작성한다.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gz sdf -k로 문법을 검사하고 값 하나만 바꿔 다시 실행한다.</a:t>
            </a:r>
            <a:r>
              <a:rPr/>
              <a:t>화면/출력: terminal의 Valid와 물리 태그, Gazebo에서 바닥 위 안정 상태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코드를 ‘만드는 것 → 표시할 줄 → 바꾼 결과’로 읽는다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PDF 예시처럼 화면을 보기 전에 코드의 역할과 관찰 지점을 한 번 짚고 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9536" y="1828800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1. 이 파일이 만드는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4028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SDF 물리 모델은 화면에 보이는 모양과 실제 접촉 계산을 서로 다른 태그로 관리합니다.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6420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19088" y="1828800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 먼저 찾을 코드/태그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4028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&lt;visual&gt;, &lt;collision&gt;, &lt;inertial&gt;, &lt;friction&gt;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1304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DB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59536" y="3977639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DB7E22"/>
                </a:solidFill>
                <a:latin typeface="Noto Sans CJK KR"/>
              </a:defRPr>
            </a:pPr>
            <a:r>
              <a:rPr/>
              <a:t>3. 값을 바꾸면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38912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visual만 바꾸면 모양만 변하고, mass/inertia/friction은 주행·접지 반응을 바꿉니다.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1304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BE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19088" y="3977639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BE3B3B"/>
                </a:solidFill>
                <a:latin typeface="Noto Sans CJK KR"/>
              </a:defRPr>
            </a:pPr>
            <a:r>
              <a:rPr/>
              <a:t>4. 실제로 보는 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38912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Valid 뒤 Gazebo에서 떠오름·떨림·미끄럼이 없는지 관찰합니다.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172200"/>
            <a:ext cx="106070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코드 슬라이드에서는 위의 태그/함수를 찾아 색으로 표시하며 한 줄씩 설명합니다.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SDF 물리 모델을 검사한다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1/2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rPr/>
              <a:t>M07에는 visual·collision·inertial·friction만 있으며 sensor와 drive plugin은 아직 없다.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cd ~/ros2_curri/agv_ws</a:t>
            </a:r>
            <a:r>
              <a:rPr/>
              <a:t>gz sdf -k src/agv_description/curriculum_stages/M07/model.sdf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값을 한 번에 하나씩 바꾼다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2/2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rPr/>
              <a:t>증상 원인을 찾으려면 mass→inertia→collision→friction 순서를 지킨다.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rg -n '&lt;mass&gt;|&lt;inertia&gt;|&lt;collision&gt;|&lt;friction&gt;' src/agv_description/curriculum_stages/M07/model.sdf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새로 만들고 저장한다 (1/11)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~/ros2_curri/agv_ws/src/agv_description/curriculum_stages/M07/model.sdf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3/14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~/ros2_curri/agv_ws/src/agv_description/curriculum_stages/M07</a:t>
            </a:r>
            <a:r>
              <a:rPr/>
              <a:t>파일 열기: nano ~/ros2_curri/agv_ws/src/agv_description/curriculum_stages/M07/model.sdf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&lt;?xml version="1.0" ?&gt;</a:t>
            </a:r>
            <a:r>
              <a:rPr/>
              <a:t>&lt;sdf version="1.10"&gt;</a:t>
            </a:r>
            <a:r>
              <a:rPr/>
              <a:t>  &lt;model name="agv"&gt;</a:t>
            </a:r>
            <a:r>
              <a:rPr/>
              <a:t>    &lt;link name="base_link"&gt;</a:t>
            </a:r>
            <a:r>
              <a:rPr/>
              <a:t>      &lt;pose&gt;0 0 0.16 0 0 0&lt;/pose&gt;</a:t>
            </a:r>
            <a:r>
              <a:rPr/>
              <a:t>      &lt;inertial&gt;</a:t>
            </a:r>
            <a:r>
              <a:rPr/>
              <a:t>        &lt;mass&gt;12.0&lt;/mass&gt;</a:t>
            </a:r>
            <a:r>
              <a:rPr/>
              <a:t>        &lt;inertia&gt;</a:t>
            </a:r>
            <a:r>
              <a:rPr/>
              <a:t>          &lt;ixx&gt;0.20&lt;/ixx&gt;</a:t>
            </a:r>
            <a:r>
              <a:rPr/>
              <a:t>          &lt;iyy&gt;0.40&lt;/iyy&gt;</a:t>
            </a:r>
            <a:r>
              <a:rPr/>
              <a:t>          &lt;izz&gt;0.50&lt;/izz&gt;</a:t>
            </a:r>
            <a:r>
              <a:rPr/>
              <a:t>        &lt;/inertia&gt;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(2/11)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~/ros2_curri/agv_ws/src/agv_description/curriculum_stages/M07/model.sdf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4/14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~/ros2_curri/agv_ws/src/agv_description/curriculum_stages/M07</a:t>
            </a:r>
            <a:r>
              <a:rPr/>
              <a:t>파일 열기: nano ~/ros2_curri/agv_ws/src/agv_description/curriculum_stages/M07/model.sdf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&lt;/inertial&gt;</a:t>
            </a:r>
            <a:r>
              <a:rPr/>
              <a:t>      &lt;visual name="body"&gt;</a:t>
            </a:r>
            <a:r>
              <a:rPr/>
              <a:t>        &lt;geometry&gt;</a:t>
            </a:r>
            <a:r>
              <a:rPr/>
              <a:t>          &lt;box&gt;</a:t>
            </a:r>
            <a:r>
              <a:rPr/>
              <a:t>            &lt;size&gt;0.60 0.42 0.16&lt;/size&gt;</a:t>
            </a:r>
            <a:r>
              <a:rPr/>
              <a:t>          &lt;/box&gt;</a:t>
            </a:r>
            <a:r>
              <a:rPr/>
              <a:t>        &lt;/geometry&gt;</a:t>
            </a:r>
            <a:r>
              <a:rPr/>
              <a:t>      &lt;/visual&gt;</a:t>
            </a:r>
            <a:r>
              <a:rPr/>
              <a:t>      &lt;collision name="body_collision"&gt;</a:t>
            </a:r>
            <a:r>
              <a:rPr/>
              <a:t>        &lt;geometry&gt;</a:t>
            </a:r>
            <a:r>
              <a:rPr/>
              <a:t>          &lt;box&gt;</a:t>
            </a:r>
            <a:r>
              <a:rPr/>
              <a:t>            &lt;size&gt;0.60 0.42 0.16&lt;/size&gt;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2/11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(3/11)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~/ros2_curri/agv_ws/src/agv_description/curriculum_stages/M07/model.sdf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5/14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~/ros2_curri/agv_ws/src/agv_description/curriculum_stages/M07</a:t>
            </a:r>
            <a:r>
              <a:rPr/>
              <a:t>파일 열기: nano ~/ros2_curri/agv_ws/src/agv_description/curriculum_stages/M07/model.sdf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&lt;/box&gt;</a:t>
            </a:r>
            <a:r>
              <a:rPr/>
              <a:t>        &lt;/geometry&gt;</a:t>
            </a:r>
            <a:r>
              <a:rPr/>
              <a:t>      &lt;/collision&gt;</a:t>
            </a:r>
            <a:r>
              <a:rPr/>
              <a:t>    &lt;/link&gt;</a:t>
            </a:r>
            <a:r>
              <a:rPr/>
              <a:t>    &lt;link name="left_wheel_link"&gt;</a:t>
            </a:r>
            <a:r>
              <a:rPr/>
              <a:t>      &lt;pose relative_to="base_link"&gt;0 0.19 -0.08 1.5708 0 0&lt;/pose&gt;</a:t>
            </a:r>
            <a:r>
              <a:rPr/>
              <a:t>      &lt;inertial&gt;</a:t>
            </a:r>
            <a:r>
              <a:rPr/>
              <a:t>        &lt;mass&gt;0.6&lt;/mass&gt;</a:t>
            </a:r>
            <a:r>
              <a:rPr/>
              <a:t>        &lt;inertia&gt;</a:t>
            </a:r>
            <a:r>
              <a:rPr/>
              <a:t>          &lt;ixx&gt;0.002&lt;/ixx&gt;</a:t>
            </a:r>
            <a:r>
              <a:rPr/>
              <a:t>          &lt;iyy&gt;0.002&lt;/iyy&gt;</a:t>
            </a:r>
            <a:r>
              <a:rPr/>
              <a:t>          &lt;izz&gt;0.001&lt;/izz&gt;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3/11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(4/11)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~/ros2_curri/agv_ws/src/agv_description/curriculum_stages/M07/model.sdf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6/14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~/ros2_curri/agv_ws/src/agv_description/curriculum_stages/M07</a:t>
            </a:r>
            <a:r>
              <a:rPr/>
              <a:t>파일 열기: nano ~/ros2_curri/agv_ws/src/agv_description/curriculum_stages/M07/model.sdf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&lt;/inertia&gt;</a:t>
            </a:r>
            <a:r>
              <a:rPr/>
              <a:t>      &lt;/inertial&gt;</a:t>
            </a:r>
            <a:r>
              <a:rPr/>
              <a:t>      &lt;visual name="wheel"&gt;</a:t>
            </a:r>
            <a:r>
              <a:rPr/>
              <a:t>        &lt;geometry&gt;</a:t>
            </a:r>
            <a:r>
              <a:rPr/>
              <a:t>          &lt;cylinder&gt;</a:t>
            </a:r>
            <a:r>
              <a:rPr/>
              <a:t>            &lt;radius&gt;0.08&lt;/radius&gt;</a:t>
            </a:r>
            <a:r>
              <a:rPr/>
              <a:t>            &lt;length&gt;0.05&lt;/length&gt;</a:t>
            </a:r>
            <a:r>
              <a:rPr/>
              <a:t>          &lt;/cylinder&gt;</a:t>
            </a:r>
            <a:r>
              <a:rPr/>
              <a:t>        &lt;/geometry&gt;</a:t>
            </a:r>
            <a:r>
              <a:rPr/>
              <a:t>      &lt;/visual&gt;</a:t>
            </a:r>
            <a:r>
              <a:rPr/>
              <a:t>      &lt;collision name="wheel_collision"&gt;</a:t>
            </a:r>
            <a:r>
              <a:rPr/>
              <a:t>        &lt;geometry&gt;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4/11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(5/11)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~/ros2_curri/agv_ws/src/agv_description/curriculum_stages/M07/model.sdf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7/14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~/ros2_curri/agv_ws/src/agv_description/curriculum_stages/M07</a:t>
            </a:r>
            <a:r>
              <a:rPr/>
              <a:t>파일 열기: nano ~/ros2_curri/agv_ws/src/agv_description/curriculum_stages/M07/model.sdf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&lt;cylinder&gt;</a:t>
            </a:r>
            <a:r>
              <a:rPr/>
              <a:t>            &lt;radius&gt;0.08&lt;/radius&gt;</a:t>
            </a:r>
            <a:r>
              <a:rPr/>
              <a:t>            &lt;length&gt;0.05&lt;/length&gt;</a:t>
            </a:r>
            <a:r>
              <a:rPr/>
              <a:t>          &lt;/cylinder&gt;</a:t>
            </a:r>
            <a:r>
              <a:rPr/>
              <a:t>        &lt;/geometry&gt;</a:t>
            </a:r>
            <a:r>
              <a:rPr/>
              <a:t>        &lt;surface&gt;</a:t>
            </a:r>
            <a:r>
              <a:rPr/>
              <a:t>          &lt;friction&gt;</a:t>
            </a:r>
            <a:r>
              <a:rPr/>
              <a:t>            &lt;ode&gt;</a:t>
            </a:r>
            <a:r>
              <a:rPr/>
              <a:t>              &lt;mu&gt;1.0&lt;/mu&gt;</a:t>
            </a:r>
            <a:r>
              <a:rPr/>
              <a:t>              &lt;mu2&gt;1.0&lt;/mu2&gt;</a:t>
            </a:r>
            <a:r>
              <a:rPr/>
              <a:t>            &lt;/ode&gt;</a:t>
            </a:r>
            <a:r>
              <a:rPr/>
              <a:t>          &lt;/friction&gt;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5/11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(6/11)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~/ros2_curri/agv_ws/src/agv_description/curriculum_stages/M07/model.sdf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8/14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~/ros2_curri/agv_ws/src/agv_description/curriculum_stages/M07</a:t>
            </a:r>
            <a:r>
              <a:rPr/>
              <a:t>파일 열기: nano ~/ros2_curri/agv_ws/src/agv_description/curriculum_stages/M07/model.sdf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&lt;/surface&gt;</a:t>
            </a:r>
            <a:r>
              <a:rPr/>
              <a:t>      &lt;/collision&gt;</a:t>
            </a:r>
            <a:r>
              <a:rPr/>
              <a:t>    &lt;/link&gt;</a:t>
            </a:r>
            <a:r>
              <a:rPr/>
              <a:t>    &lt;link name="right_wheel_link"&gt;</a:t>
            </a:r>
            <a:r>
              <a:rPr/>
              <a:t>      &lt;pose relative_to="base_link"&gt;0 -0.19 -0.08 1.5708 0 0&lt;/pose&gt;</a:t>
            </a:r>
            <a:r>
              <a:rPr/>
              <a:t>      &lt;inertial&gt;</a:t>
            </a:r>
            <a:r>
              <a:rPr/>
              <a:t>        &lt;mass&gt;0.6&lt;/mass&gt;</a:t>
            </a:r>
            <a:r>
              <a:rPr/>
              <a:t>        &lt;inertia&gt;</a:t>
            </a:r>
            <a:r>
              <a:rPr/>
              <a:t>          &lt;ixx&gt;0.002&lt;/ixx&gt;</a:t>
            </a:r>
            <a:r>
              <a:rPr/>
              <a:t>          &lt;iyy&gt;0.002&lt;/iyy&gt;</a:t>
            </a:r>
            <a:r>
              <a:rPr/>
              <a:t>          &lt;izz&gt;0.001&lt;/izz&gt;</a:t>
            </a:r>
            <a:r>
              <a:rPr/>
              <a:t>        &lt;/inertia&gt;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6/11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(7/11)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~/ros2_curri/agv_ws/src/agv_description/curriculum_stages/M07/model.sdf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9/14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~/ros2_curri/agv_ws/src/agv_description/curriculum_stages/M07</a:t>
            </a:r>
            <a:r>
              <a:rPr/>
              <a:t>파일 열기: nano ~/ros2_curri/agv_ws/src/agv_description/curriculum_stages/M07/model.sdf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&lt;/inertial&gt;</a:t>
            </a:r>
            <a:r>
              <a:rPr/>
              <a:t>      &lt;visual name="wheel"&gt;</a:t>
            </a:r>
            <a:r>
              <a:rPr/>
              <a:t>        &lt;geometry&gt;</a:t>
            </a:r>
            <a:r>
              <a:rPr/>
              <a:t>          &lt;cylinder&gt;</a:t>
            </a:r>
            <a:r>
              <a:rPr/>
              <a:t>            &lt;radius&gt;0.08&lt;/radius&gt;</a:t>
            </a:r>
            <a:r>
              <a:rPr/>
              <a:t>            &lt;length&gt;0.05&lt;/length&gt;</a:t>
            </a:r>
            <a:r>
              <a:rPr/>
              <a:t>          &lt;/cylinder&gt;</a:t>
            </a:r>
            <a:r>
              <a:rPr/>
              <a:t>        &lt;/geometry&gt;</a:t>
            </a:r>
            <a:r>
              <a:rPr/>
              <a:t>      &lt;/visual&gt;</a:t>
            </a:r>
            <a:r>
              <a:rPr/>
              <a:t>      &lt;collision name="wheel_collision"&gt;</a:t>
            </a:r>
            <a:r>
              <a:rPr/>
              <a:t>        &lt;geometry&gt;</a:t>
            </a:r>
            <a:r>
              <a:rPr/>
              <a:t>          &lt;cylinder&gt;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7/11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(8/11)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~/ros2_curri/agv_ws/src/agv_description/curriculum_stages/M07/model.sdf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10/14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~/ros2_curri/agv_ws/src/agv_description/curriculum_stages/M07</a:t>
            </a:r>
            <a:r>
              <a:rPr/>
              <a:t>파일 열기: nano ~/ros2_curri/agv_ws/src/agv_description/curriculum_stages/M07/model.sdf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&lt;radius&gt;0.08&lt;/radius&gt;</a:t>
            </a:r>
            <a:r>
              <a:rPr/>
              <a:t>            &lt;length&gt;0.05&lt;/length&gt;</a:t>
            </a:r>
            <a:r>
              <a:rPr/>
              <a:t>          &lt;/cylinder&gt;</a:t>
            </a:r>
            <a:r>
              <a:rPr/>
              <a:t>        &lt;/geometry&gt;</a:t>
            </a:r>
            <a:r>
              <a:rPr/>
              <a:t>        &lt;surface&gt;</a:t>
            </a:r>
            <a:r>
              <a:rPr/>
              <a:t>          &lt;friction&gt;</a:t>
            </a:r>
            <a:r>
              <a:rPr/>
              <a:t>            &lt;ode&gt;</a:t>
            </a:r>
            <a:r>
              <a:rPr/>
              <a:t>              &lt;mu&gt;1.0&lt;/mu&gt;</a:t>
            </a:r>
            <a:r>
              <a:rPr/>
              <a:t>              &lt;mu2&gt;1.0&lt;/mu2&gt;</a:t>
            </a:r>
            <a:r>
              <a:rPr/>
              <a:t>            &lt;/ode&gt;</a:t>
            </a:r>
            <a:r>
              <a:rPr/>
              <a:t>          &lt;/friction&gt;</a:t>
            </a:r>
            <a:r>
              <a:rPr/>
              <a:t>        &lt;/surface&gt;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8/11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(9/11)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~/ros2_curri/agv_ws/src/agv_description/curriculum_stages/M07/model.sdf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11/14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~/ros2_curri/agv_ws/src/agv_description/curriculum_stages/M07</a:t>
            </a:r>
            <a:r>
              <a:rPr/>
              <a:t>파일 열기: nano ~/ros2_curri/agv_ws/src/agv_description/curriculum_stages/M07/model.sdf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&lt;/collision&gt;</a:t>
            </a:r>
            <a:r>
              <a:rPr/>
              <a:t>    &lt;/link&gt;</a:t>
            </a:r>
            <a:r>
              <a:rPr/>
              <a:t>    &lt;joint name="left_wheel_joint" type="revolute"&gt;</a:t>
            </a:r>
            <a:r>
              <a:rPr/>
              <a:t>      &lt;parent&gt;base_link&lt;/parent&gt;</a:t>
            </a:r>
            <a:r>
              <a:rPr/>
              <a:t>      &lt;child&gt;left_wheel_link&lt;/child&gt;</a:t>
            </a:r>
            <a:r>
              <a:rPr/>
              <a:t>      &lt;axis&gt;</a:t>
            </a:r>
            <a:r>
              <a:rPr/>
              <a:t>        &lt;xyz&gt;0 1 0&lt;/xyz&gt;</a:t>
            </a:r>
            <a:r>
              <a:rPr/>
              <a:t>        &lt;limit&gt;</a:t>
            </a:r>
            <a:r>
              <a:rPr/>
              <a:t>          &lt;lower&gt;-1e16&lt;/lower&gt;</a:t>
            </a:r>
            <a:r>
              <a:rPr/>
              <a:t>          &lt;upper&gt;1e16&lt;/upper&gt;</a:t>
            </a:r>
            <a:r>
              <a:rPr/>
              <a:t>        &lt;/limit&gt;</a:t>
            </a:r>
            <a:r>
              <a:rPr/>
              <a:t>      &lt;/axis&gt;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9/11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(10/11)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~/ros2_curri/agv_ws/src/agv_description/curriculum_stages/M07/model.sdf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12/14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~/ros2_curri/agv_ws/src/agv_description/curriculum_stages/M07</a:t>
            </a:r>
            <a:r>
              <a:rPr/>
              <a:t>파일 열기: nano ~/ros2_curri/agv_ws/src/agv_description/curriculum_stages/M07/model.sdf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&lt;/joint&gt;</a:t>
            </a:r>
            <a:r>
              <a:rPr/>
              <a:t>    &lt;joint name="right_wheel_joint" type="revolute"&gt;</a:t>
            </a:r>
            <a:r>
              <a:rPr/>
              <a:t>      &lt;parent&gt;base_link&lt;/parent&gt;</a:t>
            </a:r>
            <a:r>
              <a:rPr/>
              <a:t>      &lt;child&gt;right_wheel_link&lt;/child&gt;</a:t>
            </a:r>
            <a:r>
              <a:rPr/>
              <a:t>      &lt;axis&gt;</a:t>
            </a:r>
            <a:r>
              <a:rPr/>
              <a:t>        &lt;xyz&gt;0 1 0&lt;/xyz&gt;</a:t>
            </a:r>
            <a:r>
              <a:rPr/>
              <a:t>        &lt;limit&gt;</a:t>
            </a:r>
            <a:r>
              <a:rPr/>
              <a:t>          &lt;lower&gt;-1e16&lt;/lower&gt;</a:t>
            </a:r>
            <a:r>
              <a:rPr/>
              <a:t>          &lt;upper&gt;1e16&lt;/upper&gt;</a:t>
            </a:r>
            <a:r>
              <a:rPr/>
              <a:t>        &lt;/limit&gt;</a:t>
            </a:r>
            <a:r>
              <a:rPr/>
              <a:t>      &lt;/axis&gt;</a:t>
            </a:r>
            <a:r>
              <a:rPr/>
              <a:t>    &lt;/joint&gt;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10/11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(11/11)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~/ros2_curri/agv_ws/src/agv_description/curriculum_stages/M07/model.sdf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13/14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~/ros2_curri/agv_ws/src/agv_description/curriculum_stages/M07</a:t>
            </a:r>
            <a:r>
              <a:rPr/>
              <a:t>파일 열기: nano ~/ros2_curri/agv_ws/src/agv_description/curriculum_stages/M07/model.sdf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&lt;/model&gt;</a:t>
            </a:r>
            <a:r>
              <a:rPr/>
              <a:t>&lt;/sdf&gt;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11/11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10972800" cy="31821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cd ~/ros2_curri/agv_ws</a:t>
            </a:r>
            <a:r>
              <a:rPr/>
              <a:t>gz sdf -k src/agv_description/curriculum_stages/M07/model.sdf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239512"/>
            <a:ext cx="1261872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32120"/>
            <a:ext cx="10469880" cy="4206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AGV가 바닥에 안정적으로 놓이고 바퀴 접촉·충돌 파라미터가 모델에 존재한다.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865" y="1353312"/>
            <a:ext cx="8319221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화면에서 확인: 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terminal: SDF Valid 검사와 visual·collision·mass·friction 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770" y="1353312"/>
            <a:ext cx="6609411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화면에서 확인: Valid 다음에 visual/collision과 mass/friction이 서로 다른 책임임을 읽습니다.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검증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gz sdf -k ~/ros2_curri/agv_ws/src/agv_description/curriculum_stages/M07/model.sdf</a:t>
            </a:r>
            <a:r>
              <a:rPr/>
              <a:t>rg -n '&lt;sensor|DiffDrive' ~/ros2_curri/agv_ws/src/agv_description/curriculum_stages/M07/model.sdf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체크</a:t>
            </a:r>
            <a:r>
              <a:rPr/>
              <a:t>□ 명령이 오류 없이 실행된다.</a:t>
            </a:r>
            <a:r>
              <a:rPr/>
              <a:t>□ 기대한 파일·topic·frame·parameter 이름이 보인다.</a:t>
            </a:r>
            <a:r>
              <a:rPr/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완료 조건: AGV가 바닥에 안정적으로 놓이고 바퀴 접촉·충돌 파라미터가 모델에 존재한다.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오류 대응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1: spawn 직후 떨리거나 날아감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inertia·collision overlap·너무 작은 mass를 확인한다.</a:t>
            </a:r>
            <a:r>
              <a:rPr/>
              <a:t>수정 후: gz sdf -k ~/ros2_curri/agv_ws/src/agv_description/curriculum_stages/M07/model.sdf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2: 바퀴가 헛돎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friction·contact·joint axis·wheel radius를 확인한다.</a:t>
            </a:r>
            <a:r>
              <a:rPr/>
              <a:t>수정 후: gz sdf -k ~/ros2_curri/agv_ws/src/agv_description/curriculum_stages/M07/model.sdf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rPr/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미니 실습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rPr/>
              <a:t>wheel friction mu를 1.0에서 0.3으로만 바꾼 뒤 직진 시 미끄럼 변화를 기록한다.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rPr/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현재 Complete는 다음 Starter의 기준선입니다.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체크포인트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완료 화면: AGV가 바닥에 안정적으로 놓이고 바퀴 접촉·충돌 파라미터가 모델에 존재한다.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Complete 파일: blocks/B_robot_build/M07_physics_modeling/complete/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다음 시작 조건: M08 World/Spawn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모듈을 시작하기 전, 이 슬라이드의 Complete와 다음 모듈의 Starter를 비교합니다.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CJK KR"/>
              </a:defRPr>
            </a:pPr>
            <a:r>
              <a:t>Block B · 4/4 · M08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World와 spawn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3108960"/>
            <a:ext cx="102870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M08의 독립 PPT 전체를 바로 다음 슬라이드부터 순서대로 진행합니다.</a:t>
            </a:r>
            <a:br/>
            <a:r>
              <a:t>이 Block 통합본에서도 Starter → 파일 작성 → 실행 → 검증 → 오류 대응 → Checkpoint 순서는 바뀌지 않습니다.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97880"/>
            <a:ext cx="104241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모듈을 건너뛰지 말고, 이전 M의 Complete가 준비된 뒤 다음 M으로 이동합니다.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rPr/>
              <a:t>M08 · Block B · ROS 2 + Gazebo Sim AGV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rPr/>
              <a:t>Gazebo World와 Robot Spawn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ground·벽·박스가 있는 World에 AGV가 spawn되어 있는 Gazebo 화면을 확인한다.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rPr/>
              <a:t>기준 환경</a:t>
            </a:r>
            <a:r>
              <a:rPr/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rPr/>
              <a:t>이 PPT만 보고 시작 상태 → 파일 작성 → build/run → 검증 → 오류 대응 → checkpoint를 순서대로 수행합니다.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M08 · 따라 하기형 AGV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rPr/>
              <a:t>M07 물리 모델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M08</a:t>
            </a:r>
            <a:r>
              <a:rPr/>
              <a:t>Gazebo World와 Robot Spawn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rPr/>
              <a:t>M09 Differential Drive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인계: ground·벽·박스가 있는 World에 AGV가 spawn되어 있는 Gazebo 화면을 확인한다.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시작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시작 상태: M07의 SDF AGV 물리 모델이 유효한 상태.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이전 Complete: M07 물리 모델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현재 폴더: ~/ros2_curri/agv_ws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확인: pwd가 ~/ros2_curri/agv_ws이고,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rPr/>
              <a:t>warehouse World와 AGV model을 package 경로로 열고 충돌 환경을 준비한다.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화면/결과</a:t>
            </a:r>
            <a:r>
              <a:rPr/>
              <a:t>ground·벽·박스가 있는 World에 AGV가 spawn되어 있는 Gazebo 화면을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3862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warehouse.sdf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68596" y="3264408"/>
            <a:ext cx="283463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79492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ros_gz_sim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09460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20356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model URI</a:t>
            </a:r>
            <a:r>
              <a:rPr/>
              <a:t>AGV spawn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모듈에서 생성·수정하는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파일명과 package 경로를 끝까지 동일하게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~/ros2_curri/agv_ws/src/</a:t>
            </a:r>
            <a:r>
              <a:rPr/>
              <a:t>└── agv_description/curriculum_stages/M08/model.config</a:t>
            </a:r>
            <a:r>
              <a:rPr/>
              <a:t>└── agv_description/curriculum_stages/M08/model.sdf</a:t>
            </a:r>
            <a:r>
              <a:rPr/>
              <a:t>└── agv_description/curriculum_stages/M08/warehouse.sdf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코드는 다음 슬라이드에 이어집니다. 중간 줄을 빼지 않고 끝까지 제공합니다.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코드/설정이 실제로 만드는 것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역할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~/ros2_curri/agv_ws/src/agv_description/curriculum_stages/M08/model.config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Gazebo가 model://agv 이름으로 SDF 모델을 찾게 하는 모델 등록 정보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name과 sdf 파일 이름이 실제 파일과 같은지 먼저 맞춘다.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models/ 아래에 둘 때 Gazebo가 URI를 해석한다.</a:t>
            </a:r>
            <a:r>
              <a:rPr/>
              <a:t>화면/출력: World의 &lt;uri&gt;model://agv&lt;/uri&gt;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~/ros2_curri/agv_ws/src/agv_description/curriculum_stages/M08/model.sdf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World에 배치하기 직전의 AGV 본체·바퀴·joint 모델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M07 물리 요소를 유지한 채 sensor/drive plugin이 아직 없는지 읽는다.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gz sdf -k 뒤 model.config와 함께 Gazebo models 경로에 둔다.</a:t>
            </a:r>
            <a:r>
              <a:rPr/>
              <a:t>화면/출력: Valid 출력과 World에 spawn된 AGV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코드/설정이 실제로 만드는 것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역할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~/ros2_curri/agv_ws/src/agv_description/curriculum_stages/M08/warehouse.sdf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바닥·벽·장애물·목표물과 AGV를 배치하는 실습 공간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world → 환경 model → include 순서로 만들고 include의 pose를 마지막에 조정한다.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gz sim으로 World를 연다.</a:t>
            </a:r>
            <a:r>
              <a:rPr/>
              <a:t>화면/출력: Gazebo Entity Tree의 ground·wall·target·agv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코드를 ‘만드는 것 → 표시할 줄 → 바꾼 결과’로 읽는다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PDF 예시처럼 화면을 보기 전에 코드의 역할과 관찰 지점을 한 번 짚고 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9536" y="1828800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1. 이 파일이 만드는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4028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World는 무대이고 model://agv include는 그 무대 위에 로봇을 놓는 한 줄입니다.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6420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19088" y="1828800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 먼저 찾을 코드/태그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4028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&lt;world&gt;, &lt;include&gt;, &lt;uri&gt;model://agv&lt;/uri&gt;, &lt;pose&gt;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1304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DB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59536" y="3977639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DB7E22"/>
                </a:solidFill>
                <a:latin typeface="Noto Sans CJK KR"/>
              </a:defRPr>
            </a:pPr>
            <a:r>
              <a:rPr/>
              <a:t>3. 값을 바꾸면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38912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include pose x/y/z를 바꾸면 spawn 위치만 바뀌며 AGV 모델 파일은 바뀌지 않습니다.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1304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BE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19088" y="3977639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BE3B3B"/>
                </a:solidFill>
                <a:latin typeface="Noto Sans CJK KR"/>
              </a:defRPr>
            </a:pPr>
            <a:r>
              <a:rPr/>
              <a:t>4. 실제로 보는 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38912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Gazebo Entity Tree에서 환경 model과 agv가 따로 보이는지 확인합니다.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172200"/>
            <a:ext cx="106070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코드 슬라이드에서는 위의 태그/함수를 찾아 색으로 표시하며 한 줄씩 설명합니다.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model과 World를 각각 검사한다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1/2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rPr/>
              <a:t>M08은 M07 물리 AGV를 World에 배치하는 단계이며 DiffDrive·Camera·LiDAR·IMU는 아직 넣지 않는다.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cd ~/ros2_curri/agv_ws</a:t>
            </a:r>
            <a:r>
              <a:rPr/>
              <a:t>gz sdf -k src/agv_description/curriculum_stages/M08/model.sdf</a:t>
            </a:r>
            <a:r>
              <a:rPr/>
              <a:t>rg -n 'model://agv|&lt;world name=' src/agv_description/curriculum_stages/M08/warehouse.sdf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World를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2/2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rPr/>
              <a:t>M08 snapshot을 agv_gazebo models/worlds 경로에 복사한 뒤 Gazebo를 실행해 spawn만 확인한다.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gz sim -r src/agv_description/curriculum_stages/M08/warehouse.sdf</a:t>
            </a:r>
            <a:r>
              <a:rPr/>
              <a:t># 이 단계에는 ROS bridge와 구동 topic이 없다.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새로 만들고 저장한다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~/ros2_curri/agv_ws/src/agv_description/curriculum_stages/M08/model.config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3/4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~/ros2_curri/agv_ws/src/agv_description/curriculum_stages/M08</a:t>
            </a:r>
            <a:r>
              <a:rPr/>
              <a:t>파일 열기: nano ~/ros2_curri/agv_ws/src/agv_description/curriculum_stages/M08/model.config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&lt;?xml version="1.0" ?&gt;</a:t>
            </a:r>
            <a:r>
              <a:rPr/>
              <a:t>&lt;model&gt;</a:t>
            </a:r>
            <a:r>
              <a:rPr/>
              <a:t>  &lt;name&gt;agv&lt;/name&gt;</a:t>
            </a:r>
            <a:r>
              <a:rPr/>
              <a:t>  &lt;version&gt;1.0&lt;/version&gt;</a:t>
            </a:r>
            <a:r>
              <a:rPr/>
              <a:t>  &lt;sdf version="1.10"&gt;model.sdf&lt;/sdf&gt;</a:t>
            </a:r>
            <a:r>
              <a:rPr/>
              <a:t>&lt;/model&gt;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1/1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새로 만들고 저장한다 (1/11)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~/ros2_curri/agv_ws/src/agv_description/curriculum_stages/M08/model.sdf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4/15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~/ros2_curri/agv_ws/src/agv_description/curriculum_stages/M08</a:t>
            </a:r>
            <a:r>
              <a:rPr/>
              <a:t>파일 열기: nano ~/ros2_curri/agv_ws/src/agv_description/curriculum_stages/M08/model.sdf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&lt;?xml version="1.0" ?&gt;</a:t>
            </a:r>
            <a:r>
              <a:rPr/>
              <a:t>&lt;!-- M08 spawn snapshot: physical links only; no DiffDrive and no Camera/LiDAR/IMU. --&gt;</a:t>
            </a:r>
            <a:r>
              <a:rPr/>
              <a:t>&lt;sdf version="1.10"&gt;</a:t>
            </a:r>
            <a:r>
              <a:rPr/>
              <a:t>  &lt;model name="agv"&gt;</a:t>
            </a:r>
            <a:r>
              <a:rPr/>
              <a:t>    &lt;link name="base_link"&gt;</a:t>
            </a:r>
            <a:r>
              <a:rPr/>
              <a:t>      &lt;pose&gt;0 0 0.16 0 0 0&lt;/pose&gt;</a:t>
            </a:r>
            <a:r>
              <a:rPr/>
              <a:t>      &lt;inertial&gt;</a:t>
            </a:r>
            <a:r>
              <a:rPr/>
              <a:t>        &lt;mass&gt;12.0&lt;/mass&gt;</a:t>
            </a:r>
            <a:r>
              <a:rPr/>
              <a:t>        &lt;inertia&gt;</a:t>
            </a:r>
            <a:r>
              <a:rPr/>
              <a:t>          &lt;ixx&gt;0.20&lt;/ixx&gt;</a:t>
            </a:r>
            <a:r>
              <a:rPr/>
              <a:t>          &lt;iyy&gt;0.40&lt;/iyy&gt;</a:t>
            </a:r>
            <a:r>
              <a:rPr/>
              <a:t>          &lt;izz&gt;0.50&lt;/izz&gt;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(2/11)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~/ros2_curri/agv_ws/src/agv_description/curriculum_stages/M08/model.sdf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5/15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~/ros2_curri/agv_ws/src/agv_description/curriculum_stages/M08</a:t>
            </a:r>
            <a:r>
              <a:rPr/>
              <a:t>파일 열기: nano ~/ros2_curri/agv_ws/src/agv_description/curriculum_stages/M08/model.sdf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&lt;/inertia&gt;</a:t>
            </a:r>
            <a:r>
              <a:rPr/>
              <a:t>      &lt;/inertial&gt;</a:t>
            </a:r>
            <a:r>
              <a:rPr/>
              <a:t>      &lt;visual name="body"&gt;</a:t>
            </a:r>
            <a:r>
              <a:rPr/>
              <a:t>        &lt;geometry&gt;</a:t>
            </a:r>
            <a:r>
              <a:rPr/>
              <a:t>          &lt;box&gt;</a:t>
            </a:r>
            <a:r>
              <a:rPr/>
              <a:t>            &lt;size&gt;0.60 0.42 0.16&lt;/size&gt;</a:t>
            </a:r>
            <a:r>
              <a:rPr/>
              <a:t>          &lt;/box&gt;</a:t>
            </a:r>
            <a:r>
              <a:rPr/>
              <a:t>        &lt;/geometry&gt;</a:t>
            </a:r>
            <a:r>
              <a:rPr/>
              <a:t>      &lt;/visual&gt;</a:t>
            </a:r>
            <a:r>
              <a:rPr/>
              <a:t>      &lt;collision name="body_collision"&gt;</a:t>
            </a:r>
            <a:r>
              <a:rPr/>
              <a:t>        &lt;geometry&gt;</a:t>
            </a:r>
            <a:r>
              <a:rPr/>
              <a:t>          &lt;box&gt;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2/11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(3/11)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~/ros2_curri/agv_ws/src/agv_description/curriculum_stages/M08/model.sdf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6/15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~/ros2_curri/agv_ws/src/agv_description/curriculum_stages/M08</a:t>
            </a:r>
            <a:r>
              <a:rPr/>
              <a:t>파일 열기: nano ~/ros2_curri/agv_ws/src/agv_description/curriculum_stages/M08/model.sdf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&lt;size&gt;0.60 0.42 0.16&lt;/size&gt;</a:t>
            </a:r>
            <a:r>
              <a:rPr/>
              <a:t>          &lt;/box&gt;</a:t>
            </a:r>
            <a:r>
              <a:rPr/>
              <a:t>        &lt;/geometry&gt;</a:t>
            </a:r>
            <a:r>
              <a:rPr/>
              <a:t>      &lt;/collision&gt;</a:t>
            </a:r>
            <a:r>
              <a:rPr/>
              <a:t>    &lt;/link&gt;</a:t>
            </a:r>
            <a:r>
              <a:rPr/>
              <a:t>    &lt;link name="left_wheel_link"&gt;</a:t>
            </a:r>
            <a:r>
              <a:rPr/>
              <a:t>      &lt;pose relative_to="base_link"&gt;0 0.19 -0.08 1.5708 0 0&lt;/pose&gt;</a:t>
            </a:r>
            <a:r>
              <a:rPr/>
              <a:t>      &lt;inertial&gt;</a:t>
            </a:r>
            <a:r>
              <a:rPr/>
              <a:t>        &lt;mass&gt;0.6&lt;/mass&gt;</a:t>
            </a:r>
            <a:r>
              <a:rPr/>
              <a:t>        &lt;inertia&gt;</a:t>
            </a:r>
            <a:r>
              <a:rPr/>
              <a:t>          &lt;ixx&gt;0.002&lt;/ixx&gt;</a:t>
            </a:r>
            <a:r>
              <a:rPr/>
              <a:t>          &lt;iyy&gt;0.002&lt;/iyy&gt;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3/11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(4/11)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~/ros2_curri/agv_ws/src/agv_description/curriculum_stages/M08/model.sdf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7/15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~/ros2_curri/agv_ws/src/agv_description/curriculum_stages/M08</a:t>
            </a:r>
            <a:r>
              <a:rPr/>
              <a:t>파일 열기: nano ~/ros2_curri/agv_ws/src/agv_description/curriculum_stages/M08/model.sdf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&lt;izz&gt;0.001&lt;/izz&gt;</a:t>
            </a:r>
            <a:r>
              <a:rPr/>
              <a:t>        &lt;/inertia&gt;</a:t>
            </a:r>
            <a:r>
              <a:rPr/>
              <a:t>      &lt;/inertial&gt;</a:t>
            </a:r>
            <a:r>
              <a:rPr/>
              <a:t>      &lt;visual name="wheel"&gt;</a:t>
            </a:r>
            <a:r>
              <a:rPr/>
              <a:t>        &lt;geometry&gt;</a:t>
            </a:r>
            <a:r>
              <a:rPr/>
              <a:t>          &lt;cylinder&gt;</a:t>
            </a:r>
            <a:r>
              <a:rPr/>
              <a:t>            &lt;radius&gt;0.08&lt;/radius&gt;</a:t>
            </a:r>
            <a:r>
              <a:rPr/>
              <a:t>            &lt;length&gt;0.05&lt;/length&gt;</a:t>
            </a:r>
            <a:r>
              <a:rPr/>
              <a:t>          &lt;/cylinder&gt;</a:t>
            </a:r>
            <a:r>
              <a:rPr/>
              <a:t>        &lt;/geometry&gt;</a:t>
            </a:r>
            <a:r>
              <a:rPr/>
              <a:t>      &lt;/visual&gt;</a:t>
            </a:r>
            <a:r>
              <a:rPr/>
              <a:t>      &lt;collision name="wheel_collision"&gt;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4/11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(5/11)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~/ros2_curri/agv_ws/src/agv_description/curriculum_stages/M08/model.sdf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8/15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~/ros2_curri/agv_ws/src/agv_description/curriculum_stages/M08</a:t>
            </a:r>
            <a:r>
              <a:rPr/>
              <a:t>파일 열기: nano ~/ros2_curri/agv_ws/src/agv_description/curriculum_stages/M08/model.sdf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&lt;geometry&gt;</a:t>
            </a:r>
            <a:r>
              <a:rPr/>
              <a:t>          &lt;cylinder&gt;</a:t>
            </a:r>
            <a:r>
              <a:rPr/>
              <a:t>            &lt;radius&gt;0.08&lt;/radius&gt;</a:t>
            </a:r>
            <a:r>
              <a:rPr/>
              <a:t>            &lt;length&gt;0.05&lt;/length&gt;</a:t>
            </a:r>
            <a:r>
              <a:rPr/>
              <a:t>          &lt;/cylinder&gt;</a:t>
            </a:r>
            <a:r>
              <a:rPr/>
              <a:t>        &lt;/geometry&gt;</a:t>
            </a:r>
            <a:r>
              <a:rPr/>
              <a:t>        &lt;surface&gt;</a:t>
            </a:r>
            <a:r>
              <a:rPr/>
              <a:t>          &lt;friction&gt;</a:t>
            </a:r>
            <a:r>
              <a:rPr/>
              <a:t>            &lt;ode&gt;</a:t>
            </a:r>
            <a:r>
              <a:rPr/>
              <a:t>              &lt;mu&gt;1.0&lt;/mu&gt;</a:t>
            </a:r>
            <a:r>
              <a:rPr/>
              <a:t>              &lt;mu2&gt;1.0&lt;/mu2&gt;</a:t>
            </a:r>
            <a:r>
              <a:rPr/>
              <a:t>            &lt;/ode&gt;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5/11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(6/11)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~/ros2_curri/agv_ws/src/agv_description/curriculum_stages/M08/model.sdf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9/15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~/ros2_curri/agv_ws/src/agv_description/curriculum_stages/M08</a:t>
            </a:r>
            <a:r>
              <a:rPr/>
              <a:t>파일 열기: nano ~/ros2_curri/agv_ws/src/agv_description/curriculum_stages/M08/model.sdf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&lt;/friction&gt;</a:t>
            </a:r>
            <a:r>
              <a:rPr/>
              <a:t>        &lt;/surface&gt;</a:t>
            </a:r>
            <a:r>
              <a:rPr/>
              <a:t>      &lt;/collision&gt;</a:t>
            </a:r>
            <a:r>
              <a:rPr/>
              <a:t>    &lt;/link&gt;</a:t>
            </a:r>
            <a:r>
              <a:rPr/>
              <a:t>    &lt;link name="right_wheel_link"&gt;</a:t>
            </a:r>
            <a:r>
              <a:rPr/>
              <a:t>      &lt;pose relative_to="base_link"&gt;0 -0.19 -0.08 1.5708 0 0&lt;/pose&gt;</a:t>
            </a:r>
            <a:r>
              <a:rPr/>
              <a:t>      &lt;inertial&gt;</a:t>
            </a:r>
            <a:r>
              <a:rPr/>
              <a:t>        &lt;mass&gt;0.6&lt;/mass&gt;</a:t>
            </a:r>
            <a:r>
              <a:rPr/>
              <a:t>        &lt;inertia&gt;</a:t>
            </a:r>
            <a:r>
              <a:rPr/>
              <a:t>          &lt;ixx&gt;0.002&lt;/ixx&gt;</a:t>
            </a:r>
            <a:r>
              <a:rPr/>
              <a:t>          &lt;iyy&gt;0.002&lt;/iyy&gt;</a:t>
            </a:r>
            <a:r>
              <a:rPr/>
              <a:t>          &lt;izz&gt;0.001&lt;/izz&gt;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6/11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(7/11)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~/ros2_curri/agv_ws/src/agv_description/curriculum_stages/M08/model.sdf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10/15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~/ros2_curri/agv_ws/src/agv_description/curriculum_stages/M08</a:t>
            </a:r>
            <a:r>
              <a:rPr/>
              <a:t>파일 열기: nano ~/ros2_curri/agv_ws/src/agv_description/curriculum_stages/M08/model.sdf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&lt;/inertia&gt;</a:t>
            </a:r>
            <a:r>
              <a:rPr/>
              <a:t>      &lt;/inertial&gt;</a:t>
            </a:r>
            <a:r>
              <a:rPr/>
              <a:t>      &lt;visual name="wheel"&gt;</a:t>
            </a:r>
            <a:r>
              <a:rPr/>
              <a:t>        &lt;geometry&gt;</a:t>
            </a:r>
            <a:r>
              <a:rPr/>
              <a:t>          &lt;cylinder&gt;</a:t>
            </a:r>
            <a:r>
              <a:rPr/>
              <a:t>            &lt;radius&gt;0.08&lt;/radius&gt;</a:t>
            </a:r>
            <a:r>
              <a:rPr/>
              <a:t>            &lt;length&gt;0.05&lt;/length&gt;</a:t>
            </a:r>
            <a:r>
              <a:rPr/>
              <a:t>          &lt;/cylinder&gt;</a:t>
            </a:r>
            <a:r>
              <a:rPr/>
              <a:t>        &lt;/geometry&gt;</a:t>
            </a:r>
            <a:r>
              <a:rPr/>
              <a:t>      &lt;/visual&gt;</a:t>
            </a:r>
            <a:r>
              <a:rPr/>
              <a:t>      &lt;collision name="wheel_collision"&gt;</a:t>
            </a:r>
            <a:r>
              <a:rPr/>
              <a:t>        &lt;geometry&gt;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7/11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(8/11)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~/ros2_curri/agv_ws/src/agv_description/curriculum_stages/M08/model.sdf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11/15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~/ros2_curri/agv_ws/src/agv_description/curriculum_stages/M08</a:t>
            </a:r>
            <a:r>
              <a:rPr/>
              <a:t>파일 열기: nano ~/ros2_curri/agv_ws/src/agv_description/curriculum_stages/M08/model.sdf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&lt;cylinder&gt;</a:t>
            </a:r>
            <a:r>
              <a:rPr/>
              <a:t>            &lt;radius&gt;0.08&lt;/radius&gt;</a:t>
            </a:r>
            <a:r>
              <a:rPr/>
              <a:t>            &lt;length&gt;0.05&lt;/length&gt;</a:t>
            </a:r>
            <a:r>
              <a:rPr/>
              <a:t>          &lt;/cylinder&gt;</a:t>
            </a:r>
            <a:r>
              <a:rPr/>
              <a:t>        &lt;/geometry&gt;</a:t>
            </a:r>
            <a:r>
              <a:rPr/>
              <a:t>        &lt;surface&gt;</a:t>
            </a:r>
            <a:r>
              <a:rPr/>
              <a:t>          &lt;friction&gt;</a:t>
            </a:r>
            <a:r>
              <a:rPr/>
              <a:t>            &lt;ode&gt;</a:t>
            </a:r>
            <a:r>
              <a:rPr/>
              <a:t>              &lt;mu&gt;1.0&lt;/mu&gt;</a:t>
            </a:r>
            <a:r>
              <a:rPr/>
              <a:t>              &lt;mu2&gt;1.0&lt;/mu2&gt;</a:t>
            </a:r>
            <a:r>
              <a:rPr/>
              <a:t>            &lt;/ode&gt;</a:t>
            </a:r>
            <a:r>
              <a:rPr/>
              <a:t>          &lt;/friction&gt;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8/11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(9/11)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~/ros2_curri/agv_ws/src/agv_description/curriculum_stages/M08/model.sdf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12/15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~/ros2_curri/agv_ws/src/agv_description/curriculum_stages/M08</a:t>
            </a:r>
            <a:r>
              <a:rPr/>
              <a:t>파일 열기: nano ~/ros2_curri/agv_ws/src/agv_description/curriculum_stages/M08/model.sdf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&lt;/surface&gt;</a:t>
            </a:r>
            <a:r>
              <a:rPr/>
              <a:t>      &lt;/collision&gt;</a:t>
            </a:r>
            <a:r>
              <a:rPr/>
              <a:t>    &lt;/link&gt;</a:t>
            </a:r>
            <a:r>
              <a:rPr/>
              <a:t>    &lt;joint name="left_wheel_joint" type="revolute"&gt;</a:t>
            </a:r>
            <a:r>
              <a:rPr/>
              <a:t>      &lt;parent&gt;base_link&lt;/parent&gt;</a:t>
            </a:r>
            <a:r>
              <a:rPr/>
              <a:t>      &lt;child&gt;left_wheel_link&lt;/child&gt;</a:t>
            </a:r>
            <a:r>
              <a:rPr/>
              <a:t>      &lt;axis&gt;</a:t>
            </a:r>
            <a:r>
              <a:rPr/>
              <a:t>        &lt;xyz&gt;0 1 0&lt;/xyz&gt;</a:t>
            </a:r>
            <a:r>
              <a:rPr/>
              <a:t>        &lt;limit&gt;</a:t>
            </a:r>
            <a:r>
              <a:rPr/>
              <a:t>          &lt;lower&gt;-1e16&lt;/lower&gt;</a:t>
            </a:r>
            <a:r>
              <a:rPr/>
              <a:t>          &lt;upper&gt;1e16&lt;/upper&gt;</a:t>
            </a:r>
            <a:r>
              <a:rPr/>
              <a:t>        &lt;/limit&gt;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9/11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(10/11)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~/ros2_curri/agv_ws/src/agv_description/curriculum_stages/M08/model.sdf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13/15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~/ros2_curri/agv_ws/src/agv_description/curriculum_stages/M08</a:t>
            </a:r>
            <a:r>
              <a:rPr/>
              <a:t>파일 열기: nano ~/ros2_curri/agv_ws/src/agv_description/curriculum_stages/M08/model.sdf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&lt;/axis&gt;</a:t>
            </a:r>
            <a:r>
              <a:rPr/>
              <a:t>    &lt;/joint&gt;</a:t>
            </a:r>
            <a:r>
              <a:rPr/>
              <a:t>    &lt;joint name="right_wheel_joint" type="revolute"&gt;</a:t>
            </a:r>
            <a:r>
              <a:rPr/>
              <a:t>      &lt;parent&gt;base_link&lt;/parent&gt;</a:t>
            </a:r>
            <a:r>
              <a:rPr/>
              <a:t>      &lt;child&gt;right_wheel_link&lt;/child&gt;</a:t>
            </a:r>
            <a:r>
              <a:rPr/>
              <a:t>      &lt;axis&gt;</a:t>
            </a:r>
            <a:r>
              <a:rPr/>
              <a:t>        &lt;xyz&gt;0 1 0&lt;/xyz&gt;</a:t>
            </a:r>
            <a:r>
              <a:rPr/>
              <a:t>        &lt;limit&gt;</a:t>
            </a:r>
            <a:r>
              <a:rPr/>
              <a:t>          &lt;lower&gt;-1e16&lt;/lower&gt;</a:t>
            </a:r>
            <a:r>
              <a:rPr/>
              <a:t>          &lt;upper&gt;1e16&lt;/upper&gt;</a:t>
            </a:r>
            <a:r>
              <a:rPr/>
              <a:t>        &lt;/limit&gt;</a:t>
            </a:r>
            <a:r>
              <a:rPr/>
              <a:t>      &lt;/axis&gt;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10/11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(11/11)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~/ros2_curri/agv_ws/src/agv_description/curriculum_stages/M08/model.sdf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14/15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~/ros2_curri/agv_ws/src/agv_description/curriculum_stages/M08</a:t>
            </a:r>
            <a:r>
              <a:rPr/>
              <a:t>파일 열기: nano ~/ros2_curri/agv_ws/src/agv_description/curriculum_stages/M08/model.sdf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&lt;/joint&gt;</a:t>
            </a:r>
            <a:r>
              <a:rPr/>
              <a:t>  &lt;/model&gt;</a:t>
            </a:r>
            <a:r>
              <a:rPr/>
              <a:t>&lt;/sdf&gt;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11/11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새로 만들고 저장한다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~/ros2_curri/agv_ws/src/agv_description/curriculum_stages/M08/warehouse.sdf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15/19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~/ros2_curri/agv_ws/src/agv_description/curriculum_stages/M08</a:t>
            </a:r>
            <a:r>
              <a:rPr/>
              <a:t>파일 열기: nano ~/ros2_curri/agv_ws/src/agv_description/curriculum_stages/M08/warehouse.sdf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&lt;?xml version="1.0" ?&gt;</a:t>
            </a:r>
            <a:r>
              <a:rPr/>
              <a:t>&lt;sdf version="1.10"&gt;</a:t>
            </a:r>
            <a:r>
              <a:rPr/>
              <a:t>  &lt;world name="warehouse_m08"&gt;</a:t>
            </a:r>
            <a:r>
              <a:rPr/>
              <a:t>    &lt;gravity&gt;0 0 -9.8&lt;/gravity&gt;</a:t>
            </a:r>
            <a:r>
              <a:rPr/>
              <a:t>    &lt;plugin filename="gz-sim-physics-system" name="gz::sim::systems::Physics"/&gt;</a:t>
            </a:r>
            <a:r>
              <a:rPr/>
              <a:t>    &lt;plugin filename="gz-sim-user-commands-system"</a:t>
            </a:r>
            <a:r>
              <a:rPr/>
              <a:t>      name="gz::sim::systems::UserCommands"/&gt;</a:t>
            </a:r>
            <a:r>
              <a:rPr/>
              <a:t>    &lt;plugin filename="gz-sim-scene-broadcaster-system"</a:t>
            </a:r>
            <a:r>
              <a:rPr/>
              <a:t>      name="gz::sim::systems::SceneBroadcaster"/&gt;</a:t>
            </a:r>
            <a:r>
              <a:rPr/>
              <a:t>    &lt;light type="directional" name="sun"&gt;</a:t>
            </a:r>
            <a:r>
              <a:rPr/>
              <a:t>      &lt;pose&gt;0 0 10 0 0 0&lt;/pose&gt;</a:t>
            </a:r>
            <a:r>
              <a:rPr/>
              <a:t>    &lt;/light&gt;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1/4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~/ros2_curri/agv_ws/src/agv_description/curriculum_stages/M08/warehouse.sdf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16/19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~/ros2_curri/agv_ws/src/agv_description/curriculum_stages/M08</a:t>
            </a:r>
            <a:r>
              <a:rPr/>
              <a:t>파일 열기: nano ~/ros2_curri/agv_ws/src/agv_description/curriculum_stages/M08/warehouse.sdf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&lt;model name="ground"&gt;</a:t>
            </a:r>
            <a:r>
              <a:rPr/>
              <a:t>      &lt;static&gt;true&lt;/static&gt;</a:t>
            </a:r>
            <a:r>
              <a:rPr/>
              <a:t>      &lt;link name="link"&gt;</a:t>
            </a:r>
            <a:r>
              <a:rPr/>
              <a:t>        &lt;collision name="collision"&gt;</a:t>
            </a:r>
            <a:r>
              <a:rPr/>
              <a:t>          &lt;geometry&gt;</a:t>
            </a:r>
            <a:r>
              <a:rPr/>
              <a:t>            &lt;plane&gt;</a:t>
            </a:r>
            <a:r>
              <a:rPr/>
              <a:t>              &lt;normal&gt;0 0 1&lt;/normal&gt;</a:t>
            </a:r>
            <a:r>
              <a:rPr/>
              <a:t>              &lt;size&gt;30 30&lt;/size&gt;</a:t>
            </a:r>
            <a:r>
              <a:rPr/>
              <a:t>            &lt;/plane&gt;</a:t>
            </a:r>
            <a:r>
              <a:rPr/>
              <a:t>          &lt;/geometry&gt;</a:t>
            </a:r>
            <a:r>
              <a:rPr/>
              <a:t>        &lt;/collision&gt;</a:t>
            </a:r>
            <a:r>
              <a:rPr/>
              <a:t>        &lt;visual name="visual"&gt;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2/4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~/ros2_curri/agv_ws/src/agv_description/curriculum_stages/M08/warehouse.sdf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17/19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~/ros2_curri/agv_ws/src/agv_description/curriculum_stages/M08</a:t>
            </a:r>
            <a:r>
              <a:rPr/>
              <a:t>파일 열기: nano ~/ros2_curri/agv_ws/src/agv_description/curriculum_stages/M08/warehouse.sdf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&lt;geometry&gt;</a:t>
            </a:r>
            <a:r>
              <a:rPr/>
              <a:t>            &lt;plane&gt;</a:t>
            </a:r>
            <a:r>
              <a:rPr/>
              <a:t>              &lt;normal&gt;0 0 1&lt;/normal&gt;</a:t>
            </a:r>
            <a:r>
              <a:rPr/>
              <a:t>              &lt;size&gt;30 30&lt;/size&gt;</a:t>
            </a:r>
            <a:r>
              <a:rPr/>
              <a:t>            &lt;/plane&gt;</a:t>
            </a:r>
            <a:r>
              <a:rPr/>
              <a:t>          &lt;/geometry&gt;</a:t>
            </a:r>
            <a:r>
              <a:rPr/>
              <a:t>        &lt;/visual&gt;</a:t>
            </a:r>
            <a:r>
              <a:rPr/>
              <a:t>      &lt;/link&gt;</a:t>
            </a:r>
            <a:r>
              <a:rPr/>
              <a:t>    &lt;/model&gt;</a:t>
            </a:r>
            <a:r>
              <a:rPr/>
              <a:t>    &lt;include&gt;</a:t>
            </a:r>
            <a:r>
              <a:rPr/>
              <a:t>      &lt;uri&gt;model://agv&lt;/uri&gt;</a:t>
            </a:r>
            <a:r>
              <a:rPr/>
              <a:t>      &lt;name&gt;agv&lt;/name&gt;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3/4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~/ros2_curri/agv_ws/src/agv_description/curriculum_stages/M08/warehouse.sdf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18/19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~/ros2_curri/agv_ws/src/agv_description/curriculum_stages/M08</a:t>
            </a:r>
            <a:r>
              <a:rPr/>
              <a:t>파일 열기: nano ~/ros2_curri/agv_ws/src/agv_description/curriculum_stages/M08/warehouse.sdf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&lt;pose&gt;0 0 0.08 0 0 0&lt;/pose&gt;</a:t>
            </a:r>
            <a:r>
              <a:rPr/>
              <a:t>    &lt;/include&gt;</a:t>
            </a:r>
            <a:r>
              <a:rPr/>
              <a:t>  &lt;/world&gt;</a:t>
            </a:r>
            <a:r>
              <a:rPr/>
              <a:t>&lt;/sdf&gt;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4/4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10972800" cy="31821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cd ~/ros2_curri/agv_ws</a:t>
            </a:r>
            <a:r>
              <a:rPr/>
              <a:t>gz sim -r src/agv_description/curriculum_stages/M08/warehouse.sdf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239512"/>
            <a:ext cx="1261872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32120"/>
            <a:ext cx="10469880" cy="4206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ground·벽·박스가 있는 World에 AGV가 spawn되어 있는 Gazebo 화면을 확인한다.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1884338"/>
            <a:ext cx="10607040" cy="37385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화면에서 확인: 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terminal: World 이름과 model://agv include·spawn 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770" y="1353312"/>
            <a:ext cx="6609411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화면에서 확인: warehouse_m08, model://agv, pose 세 항목을 순서대로 찾습니다.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Gazebo Sim: warehouse World와 Entity Tree에 보이는 AGV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884" y="1353312"/>
            <a:ext cx="5681183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화면에서 확인: 오른쪽 Entity Tree에서 ground·wall·target·agv가 따로 생성됐는지 확인합니다.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검증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gz sdf -k ~/ros2_curri/agv_ws/src/agv_description/curriculum_stages/M08/model.sdf</a:t>
            </a:r>
            <a:r>
              <a:rPr/>
              <a:t>rg -n '&lt;sensor|DiffDrive|/cmd_vel|/odom' ~/ros2_curri/agv_ws/src/agv_description/curriculum_stages/M08/model.sdf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체크</a:t>
            </a:r>
            <a:r>
              <a:rPr/>
              <a:t>□ 명령이 오류 없이 실행된다.</a:t>
            </a:r>
            <a:r>
              <a:rPr/>
              <a:t>□ 기대한 파일·topic·frame·parameter 이름이 보인다.</a:t>
            </a:r>
            <a:r>
              <a:rPr/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완료 조건: ground·벽·박스가 있는 World에 AGV가 spawn되어 있는 Gazebo 화면을 확인한다.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오류 대응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1: world 파일을 못 찾음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launch의 package share path와 install data_files를 확인한다.</a:t>
            </a:r>
            <a:r>
              <a:rPr/>
              <a:t>수정 후: gz sdf -k ~/ros2_curri/agv_ws/src/agv_description/curriculum_stages/M08/model.sdf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2: 모델이 공중/바닥 아래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초기 z·collision origin·geometry 크기를 확인한다.</a:t>
            </a:r>
            <a:r>
              <a:rPr/>
              <a:t>수정 후: gz sdf -k ~/ros2_curri/agv_ws/src/agv_description/curriculum_stages/M08/model.sdf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rPr/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미니 실습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rPr/>
              <a:t>World의 box pose x 좌표를 1 m 바꾼 후 저장·재실행하여 top-view 위치 변화를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rPr/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현재 Complete는 다음 Starter의 기준선입니다.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체크포인트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완료 화면: ground·벽·박스가 있는 World에 AGV가 spawn되어 있는 Gazebo 화면을 확인한다.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Complete 파일: blocks/B_robot_build/M08_gazebo_world_spawn/complete/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다음 시작 조건: M09 Differential Drive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모듈을 시작하기 전, 이 슬라이드의 Complete와 다음 모듈의 Starter를 비교합니다.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