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base_link 차체, 양쪽 검은 바퀴, 빨강·초록·파랑 TF 축을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터미널 1은 URDF를 robot_description과 TF로 계속 발행한다. 터미널 2의 RViz에서 Add → RobotModel, TF를 차례로 추가하고 Fixed Frame을 base_link로 맞춘다.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robot_state_publisher robot_state_publisher \</a:t>
            </a:r>
          </a:p>
          <a:p>
            <a:r>
              <a:t>  --ros-args -p robot_description:="$(cat ~/ros2_curri/my_agv_ws/src/agv_description/curriculum_stages/M05/agv.urdf)"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rviz2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base_link 차체, 양쪽 검은 바퀴, 빨강·초록·파랑 TF 축을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M05의 단일 URDF가 Xacro macro/property로 바뀌어도 같은 차체·바퀴 형상이 유지되는지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M05의 단일 URDF가 Xacro macro/property로 바뀌어도 같은 차체·바퀴 형상이 유지되는지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차체와 검은 바퀴가 화면상 visual이며, collision·inertial은 화면에 보이지 않아도 물리 계산에 쓰인다는 점을 구분합니다.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차체와 검은 바퀴가 화면상 visual이며, collision·inertial은 화면에 보이지 않아도 물리 계산에 쓰인다는 점을 구분합니다.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생성됐는지, 왼쪽 World에 파란 AGV가 놓였는지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생성됐는지, 왼쪽 World에 파란 AGV가 놓였는지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1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3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URDF RobotModel의 차체·두 바퀴·camera/lidar/imu frame  |  나중에 확인할 것: 파란 base_link 차체, 양쪽 검은 바퀴, 빨강·초록·파랑 TF 축을 순서대로 찾습니다.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check_urdf로 tree를 확인한 뒤 robot_state_publisher + RViz RobotModel에 넣는다.</a:t>
            </a:r>
            <a:r>
              <a:rPr/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ament_python agv_description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~/ros2_curri/my_agv_ws/src/agv_description/curriculum_stages/M05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name="base_link"&gt;&lt;visual&gt;&lt;origin xyz="0 0</a:t>
            </a:r>
            <a:r>
              <a:rPr/>
              <a:t>0.16"/&gt;&lt;geometry&gt;&lt;box size="0.60 0.42</a:t>
            </a:r>
            <a:r>
              <a:rPr/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type="continuous"&gt;&lt;parent</a:t>
            </a:r>
            <a:r>
              <a:rPr/>
              <a:t>link="base_link"/&gt;&lt;child link="left_wheel_link"/&gt;&lt;origin</a:t>
            </a:r>
            <a:r>
              <a:rPr/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name="agv_m05"&gt;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name="base_link"&gt;&lt;visual&gt;&lt;origin xyz="0 0 0.16"/&gt;&lt;geometry&gt;&lt;box size="0.60 0.42 0.16"/&gt;&lt;/geometry&gt;&lt;/visual&gt;&lt;/link&gt;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name="caster_link"&gt;&lt;visual&gt;&lt;geometry&gt;&lt;sphere radius="0.04"/&gt;&lt;/geometry&gt;&lt;/visual&gt;&lt;/link&gt;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name="camera_link"/&gt;&lt;link name="lidar_link"/&gt;&lt;link name="imu_link"/&gt;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name="caster_joint" type="fixed"&gt;&lt;parent link="base_link"/&gt;&lt;child link="caster_link"/&gt;&lt;origin xyz="-0.24 0 0.04"/&gt;&lt;/joint&gt;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name="camera_joint" type="fixed"&gt;&lt;parent link="base_link"/&gt;&lt;child link="camera_link"/&gt;&lt;origin xyz="0.30 0 0.26"/&gt;&lt;/joint&gt;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src/agv_description/curriculum_stages/M05/agv.urdf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터미널 1은 URDF를 robot_description과 TF로 계속 발행한다. 터미널 2의 RViz에서 Add → RobotModel, TF를 차례로 추가하고 Fixed Frame을 base_link로 맞춘다.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--ros-args -p robot_description:="$(cat ~/ros2_curri/my_agv_ws/src/agv_description/curriculum_stages/M05/agv.urdf)"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TF/robot_description을 계속 발행하므로 이 창은 실행 상태로 유지합니다.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rviz2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터미널 2에서 이 명령만 그대로 복사해 실행합니다.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src/agv_description/curriculum_stages/M05/agv.urdf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URDF RobotModel의 차체·두 바퀴·camera/lidar/imu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파란 base_link 차체, 양쪽 검은 바퀴, 빨강·초록·파랑 TF 축을 순서대로 찾습니다.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check_urdf가 base_link와 6개 자식 link를 확인한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~/ros2_curri/my_agv_ws/src/agv_description/curriculum_stages/M05/agv.urdf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blocks/B_robot_build/M05_urdf_basic_model/complete/agv_ws/src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blocks/B_robot_build/M05_urdf_basic_model/complete/agv_ws/src/.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Xacro가 생성한 AGV RobotModel과 TF 축  |  나중에 확인할 것: M05의 단일 URDF가 Xacro macro/property로 바뀌어도 같은 차체·바퀴 형상이 유지되는지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xacro로 URDF를 만든 뒤 check_urdf를 실행한다.</a:t>
            </a:r>
            <a:r>
              <a:rPr/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~/ros2_curri/my_agv_ws/src/agv_description/curriculum_stages/M06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 name="agv_m06"&gt;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&lt;xacro:property name="wheel_radius" value="0.08"/&gt;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&lt;xacro:property name="half_track" value="0.19"/&gt;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&lt;xacro:macro name="wheel" params="side 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name="${side}_wheel_link"&gt;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&lt;origin rpy="1.5708 0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 radius="${wheel_radius}" length="0.05"/&gt;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 link="${side}_wheel_link"/&gt;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xyz="0 ${y} ${wheel_radius}"/&gt;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 xyz="0 1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&lt;/xacro:macro&gt;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&lt;box size="0.60 0.42 0.16"/&gt;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&lt;xacro:wheel side="left" y="${half_track}"/&gt;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&lt;xacro:wheel side="right" y="${-half_track}"/&gt;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Xacro가 생성한 AGV RobotModel과 TF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M05의 단일 URDF가 Xacro macro/property로 바뀌어도 같은 차체·바퀴 형상이 유지되는지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Xacro 변환 뒤 생성 URDF를 check_urdf로 검사한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blocks/B_robot_build/M06_xacro_modularization/complete/agv_ws/src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my_agv_ws/src_before_M06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blocks/B_robot_build/M06_xacro_modularization/complete/agv_ws/src/.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SDF 물리 model로 World에 올라간 파란 AGV·장애물·target  |  나중에 확인할 것: 파란 차체와 검은 바퀴가 화면상 visual이며, collision·inertial은 화면에 보이지 않아도 물리 계산에 쓰인다는 점을 구분합니다.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-k로 문법을 검사하고 값 하나만 바꿔 다시 실행한다.</a:t>
            </a:r>
            <a:r>
              <a:rPr/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~/ros2_curri/my_agv_ws/src/agv_description/curriculum_stages/M07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SDF 물리 model로 World에 올라간 파란 AGV·장애물·target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파란 차체와 검은 바퀴가 화면상 visual이며, collision·inertial은 화면에 보이지 않아도 물리 계산에 쓰인다는 점을 구분합니다.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SDF Valid 검사와 visual·collision·mass·friction 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~/ros2_curri/my_agv_ws/src/agv_description/curriculum_stages/M07/model.sdf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blocks/B_robot_build/M07_physics_modeling/complete/agv_ws/src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blocks/B_robot_build/M07_physics_modeling/complete/agv_ws/src/.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warehouse World와 Entity Tree에 보이는 AGV  |  나중에 확인할 것: 오른쪽 Entity Tree에서 ground·wall·target·agv가 따로 생성됐는지, 왼쪽 World에 파란 AGV가 놓였는지 확인합니다.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models/ 아래에 둘 때 Gazebo가 URI를 해석한다.</a:t>
            </a:r>
            <a:r>
              <a:rPr/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 뒤 model.config와 함께 Gazebo models 경로에 둔다.</a:t>
            </a:r>
            <a:r>
              <a:rPr/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sim으로 World를 연다.</a:t>
            </a:r>
            <a:r>
              <a:rPr/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~/ros2_curri/my_agv_ws/src/agv_description/curriculum_stages/M08/model.config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&lt;sdf version="1.10"&gt;model.sdf&lt;/sdf&gt;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&lt;!-- M08 spawn snapshot: physical links only; no DiffDrive and no Camera/LiDAR/IMU.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&lt;world name="warehouse_m08"&gt;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&lt;gravity&gt;0 0 -9.8&lt;/gravity&gt;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filename="gz-sim-physics-system" name="gz::sim::systems::Physics"/&gt;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filename="gz-sim-user-commands-system"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name="gz::sim::systems::UserCommands"/&gt;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filename="gz-sim-scene-broadcaster-system"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&lt;light type="directional" name="sun"&gt;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&lt;uri&gt;model://agv&lt;/uri&gt;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&lt;/world&gt;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src/agv_description/curriculum_stages/M08/model.sdf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World 이름과 model://agv include·spawn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warehouse World와 Entity Tree에 보이는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오른쪽 Entity Tree에서 ground·wall·target·agv가 따로 생성됐는지, 왼쪽 World에 파란 AGV가 놓였는지 확인합니다.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~/ros2_curri/my_agv_ws/src/agv_description/curriculum_stages/M08/model.sdf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blocks/B_robot_build/M08_gazebo_world_spawn/complete/agv_ws/src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blocks/B_robot_build/M08_gazebo_world_spawn/complete/agv_ws/src/.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