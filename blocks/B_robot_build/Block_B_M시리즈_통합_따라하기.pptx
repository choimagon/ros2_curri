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RobotModel에는 단일 URDF 텍스트를 robot_description으로 넣고 TF를 함께 확인한다.</a:t>
            </a:r>
          </a:p>
          <a:p>
            <a:r>
              <a:t>[실행] ros2 run robot_state_publisher robot_state_publisher \</a:t>
            </a:r>
          </a:p>
          <a:p>
            <a:r>
              <a:t>  --ros-args -p robot_description:="$(cat src/agv_description/curriculum_stages/M05/agv.urdf)"</a:t>
            </a:r>
          </a:p>
          <a:p>
            <a:r>
              <a:t># 새 터미널: rviz2 → Add → RobotModel,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~/ros2_curri/agv_ws/src/agv_description/curriculum_stages/M05/agv.urdf의 전체 파일을 1/2 구간으로 작성한다.</a:t>
            </a:r>
          </a:p>
          <a:p>
            <a:r>
              <a:t>[실행] nano ~/ros2_curri/agv_ws/src/agv_description/curriculum_stages/M05/agv.urdf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~/ros2_curri/agv_ws/src/agv_description/curriculum_stages/M05/agv.urdf의 전체 파일을 2/2 구간으로 작성한다.</a:t>
            </a:r>
          </a:p>
          <a:p>
            <a:r>
              <a:t>[실행] nano ~/ros2_curri/agv_ws/src/agv_description/curriculum_stages/M05/agv.urdf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~/ros2_curri/agv_ws/src/agv_description/curriculum_stages/M05/agv.urdf</a:t>
            </a:r>
          </a:p>
          <a:p>
            <a:r>
              <a:t>rg -n '&lt;xacro:|&lt;link |&lt;joint ' ~/ros2_curri/agv_ws/src/agv_description/curriculum_stages/M05/agv.urdf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1/5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2/5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3/5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4/5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5/5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2/11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3/11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4/11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5/11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6/11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7/11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8/11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9/11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10/11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11/11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~/ros2_curri/agv_ws/src/agv_description/curriculum_stages/M07/model.sdf</a:t>
            </a:r>
          </a:p>
          <a:p>
            <a:r>
              <a:t>rg -n '&lt;sensor|DiffDrive' ~/ros2_curri/agv_ws/src/agv_description/curriculum_stages/M07/model.sdf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~/ros2_curri/agv_ws/src/agv_description/curriculum_stages/M08/model.config의 전체 파일을 1/1 구간으로 작성한다.</a:t>
            </a:r>
          </a:p>
          <a:p>
            <a:r>
              <a:t>[실행] nano ~/ros2_curri/agv_ws/src/agv_description/curriculum_stages/M08/model.config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2/11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3/11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4/11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5/11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6/11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7/11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8/11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9/11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10/11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11/11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1/4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2/4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3/4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4/4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~/ros2_curri/agv_ws/src/agv_description/curriculum_stages/M08/model.sdf</a:t>
            </a:r>
          </a:p>
          <a:p>
            <a:r>
              <a:t>rg -n '&lt;sensor|DiffDrive|/cmd_vel|/odom' ~/ros2_curri/agv_ws/src/agv_description/curriculum_stages/M08/model.sdf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0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AGV 로봇 제작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M05 → M06 → M07 → M08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B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1/4 · M05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M05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M05</a:t>
            </a:r>
            <a:r>
              <a:rPr/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  <a:r>
              <a:rPr/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</a:t>
            </a:r>
            <a:r>
              <a:rPr/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</a:t>
            </a:r>
            <a:r>
              <a:rPr/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M05에서는 macro·property·xacro 없이 한 파일에 link와 joint를 직접 작성한다.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check_urdf src/agv_description/curriculum_stages/M05/agv.urdf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RobotModel에는 단일 URDF 텍스트를 robot_description으로 넣고 TF를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robot_state_publisher robot_state_publisher \</a:t>
            </a:r>
            <a:r>
              <a:rPr/>
              <a:t>  --ros-args -p robot_description:="$(cat src/agv_description/curriculum_stages/M05/agv.urdf)"</a:t>
            </a:r>
            <a:r>
              <a:rPr/>
              <a:t># 새 터미널: rviz2 → Add → RobotModel,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~/ros2_curri/agv_ws/src/agv_description/curriculum_stages/M05</a:t>
            </a:r>
            <a:r>
              <a:rPr/>
              <a:t>파일 열기: nano ~/ros2_curri/agv_ws/src/agv_description/curriculum_stages/M05/agv.urdf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version="1.0"?&gt;</a:t>
            </a:r>
            <a:r>
              <a:rPr/>
              <a:t>&lt;robot name="agv_m05"&gt;</a:t>
            </a:r>
            <a:r>
              <a:rPr/>
              <a:t>  &lt;link name="base_link"&gt;&lt;visual&gt;&lt;origin xyz="0 0 0.16"/&gt;&lt;geometry&gt;&lt;box size="0.60 0.42 0.16"/&gt;&lt;/geometry&gt;&lt;/visual&gt;&lt;/link&gt;</a:t>
            </a:r>
            <a:r>
              <a:rPr/>
              <a:t>  &lt;link name="left_wheel_link"&gt;&lt;visual&gt;&lt;origin rpy="1.5708 0 0"/&gt;&lt;geometry&gt;&lt;cylinder radius="0.08" length="0.05"/&gt;&lt;/geometry&gt;&lt;/visual&gt;&lt;/link&gt;</a:t>
            </a:r>
            <a:r>
              <a:rPr/>
              <a:t>  &lt;link name="right_wheel_link"&gt;&lt;visual&gt;&lt;origin rpy="1.5708 0 0"/&gt;&lt;geometry&gt;&lt;cylinder radius="0.08" length="0.05"/&gt;&lt;/geometry&gt;&lt;/visual&gt;&lt;/link&gt;</a:t>
            </a:r>
            <a:r>
              <a:rPr/>
              <a:t>  &lt;link name="caster_link"&gt;&lt;visual&gt;&lt;geometry&gt;&lt;sphere radius="0.04"/&gt;&lt;/geometry&gt;&lt;/visual&gt;&lt;/link&gt;</a:t>
            </a:r>
            <a:r>
              <a:rPr/>
              <a:t>  &lt;link name="camera_link"/&gt;&lt;link name="lidar_link"/&gt;&lt;link name="imu_link"/&gt;</a:t>
            </a:r>
            <a:r>
              <a:rPr/>
              <a:t>  &lt;joint name="left_wheel_joint" type="continuous"&gt;&lt;parent link="base_link"/&gt;&lt;child link="left_wheel_link"/&gt;&lt;origin xyz="0 0.19 0.08"/&gt;&lt;axis xyz="0 1 0"/&gt;&lt;/joint&gt;</a:t>
            </a:r>
            <a:r>
              <a:rPr/>
              <a:t>  &lt;joint name="right_wheel_joint" type="continuous"&gt;&lt;parent link="base_link"/&gt;&lt;child link="right_wheel_link"/&gt;&lt;origin xyz="0 -0.19 0.08"/&gt;&lt;axis xyz="0 1 0"/&gt;&lt;/joint&gt;</a:t>
            </a:r>
            <a:r>
              <a:rPr/>
              <a:t>  &lt;joint name="caster_joint" type="fixed"&gt;&lt;parent link="base_link"/&gt;&lt;child link="caster_link"/&gt;&lt;origin xyz="-0.24 0 0.04"/&gt;&lt;/joint&gt;</a:t>
            </a:r>
            <a:r>
              <a:rPr/>
              <a:t>  &lt;joint name="camera_joint" type="fixed"&gt;&lt;parent link="base_link"/&gt;&lt;child link="camera_link"/&gt;&lt;origin xyz="0.30 0 0.26"/&gt;&lt;/joint&gt;</a:t>
            </a:r>
            <a:r>
              <a:rPr/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~/ros2_curri/agv_ws/src/agv_description/curriculum_stages/M05</a:t>
            </a:r>
            <a:r>
              <a:rPr/>
              <a:t>파일 열기: nano ~/ros2_curri/agv_ws/src/agv_description/curriculum_stages/M05/agv.urdf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name="imu_joint" type="fixed"&gt;&lt;parent link="base_link"/&gt;&lt;child link="imu_link"/&gt;&lt;origin xyz="0 0 0.28"/&gt;&lt;/joint&gt;</a:t>
            </a: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check_urdf src/agv_description/curriculum_stages/M05/agv.urdf</a:t>
            </a:r>
            <a:r>
              <a:rPr/>
              <a:t># 다음 M06에서 처음으로 xacro를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~/ros2_curri/agv_ws/src/agv_description/curriculum_stages/M05/agv.urdf</a:t>
            </a:r>
            <a:r>
              <a:rPr/>
              <a:t>rg -n '&lt;xacro:|&lt;link |&lt;joint ' ~/ros2_curri/agv_ws/src/agv_description/curriculum_stages/M05/agv.urdf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닫는 태그·따옴표·중첩 구조를 확인한다.</a:t>
            </a:r>
            <a:r>
              <a:rPr/>
              <a:t>수정 후: check_urdf ~/ros2_curri/agv_ws/src/agv_description/curriculum_stages/M05/agv.urdf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cylinder rpy·joint axis·parent/child link 이름을 확인한다.</a:t>
            </a:r>
            <a:r>
              <a:rPr/>
              <a:t>수정 후: check_urdf ~/ros2_curri/agv_ws/src/agv_description/curriculum_stages/M05/agv.urdf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2/4 · M06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M06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M06</a:t>
            </a:r>
            <a:r>
              <a:rPr/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include</a:t>
            </a:r>
            <a:r>
              <a:rPr/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 단일 URDF의 반복 바퀴 구조를 macro/property로 바꾸는 첫 단계다.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xacro src/agv_description/curriculum_stages/M06/agv.urdf.xacro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하나의 wheel_radius가 좌우 바퀴에 함께 적용되어야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/tmp/agv_from_xacro.urdf</a:t>
            </a:r>
            <a:r>
              <a:rPr/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~/ros2_curri/agv_ws/src/agv_description/curriculum_stages/M06</a:t>
            </a:r>
            <a:r>
              <a:rPr/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&lt;robot xmlns:xacro="http://www.ros.org/wiki/xacro" name="agv_m06"&gt;</a:t>
            </a:r>
            <a:r>
              <a:rPr/>
              <a:t>  </a:t>
            </a:r>
            <a:r>
              <a:rPr/>
              <a:t>  </a:t>
            </a:r>
            <a:r>
              <a:rPr/>
              <a:t>  &lt;xacro:property name="wheel_radius" value="0.08"/&gt;</a:t>
            </a:r>
            <a:r>
              <a:rPr/>
              <a:t>  </a:t>
            </a:r>
            <a:r>
              <a:rPr/>
              <a:t>  </a:t>
            </a:r>
            <a:r>
              <a:rPr/>
              <a:t>  &lt;xacro:property name="half_track" value="0.19"/&gt;</a:t>
            </a:r>
            <a:r>
              <a:rPr/>
              <a:t>  </a:t>
            </a:r>
            <a:r>
              <a:rPr/>
              <a:t>  </a:t>
            </a:r>
            <a:r>
              <a:rPr/>
              <a:t>  &lt;xacro:macro name="wheel" params="side y"&gt;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~/ros2_curri/agv_ws/src/agv_description/curriculum_stages/M06</a:t>
            </a:r>
            <a:r>
              <a:rPr/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&lt;link name="${side}_wheel_link"&gt;</a:t>
            </a:r>
            <a:r>
              <a:rPr/>
              <a:t>      &lt;visual&gt;</a:t>
            </a:r>
            <a:r>
              <a:rPr/>
              <a:t>        &lt;origin rpy="1.5708 0 0"/&gt;</a:t>
            </a:r>
            <a:r>
              <a:rPr/>
              <a:t>        &lt;geometry&gt;</a:t>
            </a:r>
            <a:r>
              <a:rPr/>
              <a:t>          &lt;cylinder radius="${wheel_radius}" length="0.05"/&gt;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~/ros2_curri/agv_ws/src/agv_description/curriculum_stages/M06</a:t>
            </a:r>
            <a:r>
              <a:rPr/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 link="base_link"/&gt;</a:t>
            </a:r>
            <a:r>
              <a:rPr/>
              <a:t>      &lt;child link="${side}_wheel_link"/&gt;</a:t>
            </a:r>
            <a:r>
              <a:rPr/>
              <a:t>      &lt;origin xyz="0 ${y} ${wheel_radius}"/&gt;</a:t>
            </a:r>
            <a:r>
              <a:rPr/>
              <a:t>      &lt;axis xyz="0 1 0"/&gt;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</a:t>
            </a:r>
            <a:r>
              <a:rPr/>
              <a:t>  &lt;/xacro:macro&gt;</a:t>
            </a:r>
            <a:r>
              <a:rPr/>
              <a:t>  </a:t>
            </a:r>
            <a:r>
              <a:rPr/>
              <a:t>  </a:t>
            </a:r>
            <a:r>
              <a:rPr/>
              <a:t>  &lt;link name="base_link"&gt;</a:t>
            </a:r>
            <a:r>
              <a:rPr/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~/ros2_curri/agv_ws/src/agv_description/curriculum_stages/M06</a:t>
            </a:r>
            <a:r>
              <a:rPr/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&lt;origin xyz="0 0 0.16"/&gt;</a:t>
            </a:r>
            <a:r>
              <a:rPr/>
              <a:t>      &lt;geometry&gt;</a:t>
            </a:r>
            <a:r>
              <a:rPr/>
              <a:t>        &lt;box size="0.60 0.42 0.16"/&gt;</a:t>
            </a:r>
            <a:r>
              <a:rPr/>
              <a:t>      &lt;/geometry&gt;</a:t>
            </a:r>
            <a:r>
              <a:rPr/>
              <a:t>    &lt;/visual&gt;</a:t>
            </a:r>
            <a:r>
              <a:rPr/>
              <a:t>  &lt;/link&gt;</a:t>
            </a:r>
            <a:r>
              <a:rPr/>
              <a:t>  </a:t>
            </a:r>
            <a:r>
              <a:rPr/>
              <a:t>  </a:t>
            </a:r>
            <a:r>
              <a:rPr/>
              <a:t>  &lt;xacro:wheel side="left" y="${half_track}"/&gt;</a:t>
            </a:r>
            <a:r>
              <a:rPr/>
              <a:t>  &lt;xacro:wheel side="right" y="${-half_track}"/&gt;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~/ros2_curri/agv_ws/src/agv_description/curriculum_stages/M06</a:t>
            </a:r>
            <a:r>
              <a:rPr/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~/ros2_curri/agv_ws/src/agv_description/curriculum_stages/M06/agv.urdf.xacro &gt; /tmp/agv.urdf</a:t>
            </a:r>
            <a:r>
              <a:rPr/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~/ros2_curri/agv_ws/src/agv_description/curriculum_stages/M06/agv.urdf.xacro &gt; /tmp/agv.urdf</a:t>
            </a:r>
            <a:r>
              <a:rPr/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선언 순서·xacro namespace·철자를 확인한다.</a:t>
            </a:r>
            <a:r>
              <a:rPr/>
              <a:t>수정 후: xacro ~/ros2_curri/agv_ws/src/agv_description/curriculum_stages/M06/agv.urdf.xacro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패키지 이름과 설치 대상·파일 경로를 확인한다.</a:t>
            </a:r>
            <a:r>
              <a:rPr/>
              <a:t>수정 후: xacro ~/ros2_curri/agv_ws/src/agv_description/curriculum_stages/M06/agv.urdf.xacro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3/4 · M07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M07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M07</a:t>
            </a:r>
            <a:r>
              <a:rPr/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</a:t>
            </a:r>
            <a:r>
              <a:rPr/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collision</a:t>
            </a:r>
            <a:r>
              <a:rPr/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inertial</a:t>
            </a:r>
            <a:r>
              <a:rPr/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friction</a:t>
            </a:r>
            <a:r>
              <a:rPr/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M07에는 visual·collision·inertial·friction만 있으며 sensor와 drive plugin은 아직 없다.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gz sdf -k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'&lt;mass&gt;|&lt;inertia&gt;|&lt;collision&gt;|&lt;friction&gt;'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&lt;model name="agv"&gt;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&lt;/model&gt;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gz sdf -k 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~/ros2_curri/agv_ws/src/agv_description/curriculum_stages/M07/model.sdf</a:t>
            </a:r>
            <a:r>
              <a:rPr/>
              <a:t>rg -n '&lt;sensor|DiffDrive' ~/ros2_curri/agv_ws/src/agv_description/curriculum_stages/M07/model.sdf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inertia·collision overlap·너무 작은 mass를 확인한다.</a:t>
            </a:r>
            <a:r>
              <a:rPr/>
              <a:t>수정 후: gz sdf -k ~/ros2_curri/agv_ws/src/agv_description/curriculum_stages/M07/model.sdf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friction·contact·joint axis·wheel radius를 확인한다.</a:t>
            </a:r>
            <a:r>
              <a:rPr/>
              <a:t>수정 후: gz sdf -k ~/ros2_curri/agv_ws/src/agv_description/curriculum_stages/M07/model.sdf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4/4 · M08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M08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M08</a:t>
            </a:r>
            <a:r>
              <a:rPr/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model URI</a:t>
            </a:r>
            <a:r>
              <a:rPr/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agv_description/curriculum_stages/M08/model.config</a:t>
            </a:r>
            <a:r>
              <a:rPr/>
              <a:t>└── agv_description/curriculum_stages/M08/model.sdf</a:t>
            </a:r>
            <a:r>
              <a:rPr/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M08은 M07 물리 AGV를 World에 배치하는 단계이며 DiffDrive·Camera·LiDAR·IMU는 아직 넣지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gz sdf -k src/agv_description/curriculum_stages/M08/model.sdf</a:t>
            </a:r>
            <a:r>
              <a:rPr/>
              <a:t>rg -n 'model://agv|&lt;world name=' src/agv_description/curriculum_stages/M08/warehouse.sdf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 snapshot을 agv_gazebo models/worlds 경로에 복사한 뒤 Gazebo를 실행해 spawn만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sim -r src/agv_description/curriculum_stages/M08/warehouse.sdf</a:t>
            </a:r>
            <a:r>
              <a:rPr/>
              <a:t># 이 단계에는 ROS bridge와 구동 topic이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~/ros2_curri/agv_ws/src/agv_description/curriculum_stages/M08/model.config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&lt;model&gt;</a:t>
            </a:r>
            <a:r>
              <a:rPr/>
              <a:t>  &lt;name&gt;agv&lt;/name&gt;</a:t>
            </a:r>
            <a:r>
              <a:rPr/>
              <a:t>  &lt;version&gt;1.0&lt;/version&gt;</a:t>
            </a:r>
            <a:r>
              <a:rPr/>
              <a:t>  &lt;sdf version="1.10"&gt;model.sdf&lt;/sdf&gt;</a:t>
            </a:r>
            <a:r>
              <a:rPr/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M08 spawn snapshot: physical links only; no DiffDrive and no Camera/LiDAR/IMU. --&gt;</a:t>
            </a:r>
            <a:r>
              <a:rPr/>
              <a:t>&lt;sdf version="1.10"&gt;</a:t>
            </a:r>
            <a:r>
              <a:rPr/>
              <a:t>  &lt;model name="agv"&gt;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  <a:r>
              <a:rPr/>
              <a:t>    &lt;/joint&gt;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  <a:r>
              <a:rPr/>
              <a:t>  &lt;/model&gt;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name="warehouse_m08"&gt;</a:t>
            </a:r>
            <a:r>
              <a:rPr/>
              <a:t>    &lt;gravity&gt;0 0 -9.8&lt;/gravity&gt;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  <a:r>
              <a:rPr/>
              <a:t>      name="gz::sim::systems::SceneBroadcaster"/&gt;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gz sim -r 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Sim에서 warehouse World에 spawn된 AGV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~/ros2_curri/agv_ws/src/agv_description/curriculum_stages/M08/model.sdf</a:t>
            </a:r>
            <a:r>
              <a:rPr/>
              <a:t>rg -n '&lt;sensor|DiffDrive|/cmd_vel|/odom' ~/ros2_curri/agv_ws/src/agv_description/curriculum_stages/M08/model.sdf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launch의 package share path와 install data_files를 확인한다.</a:t>
            </a:r>
            <a:r>
              <a:rPr/>
              <a:t>수정 후: gz sdf -k ~/ros2_curri/agv_ws/src/agv_description/curriculum_stages/M08/model.sdf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초기 z·collision origin·geometry 크기를 확인한다.</a:t>
            </a:r>
            <a:r>
              <a:rPr/>
              <a:t>수정 후: gz sdf -k ~/ros2_curri/agv_ws/src/agv_description/curriculum_stages/M08/model.sdf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