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일반 폴더가 아니라 ROS package 안에 넣어야 RViz·launch가 찾을 수 있습니다.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agv_description</a:t>
            </a:r>
          </a:p>
          <a:p>
            <a:r>
              <a:t>mkdir -p agv_description/curriculum_stages/M05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몸체·두 바퀴·caster·camera/lidar/imu frame을 link와 joint로 조립한 기본 AGV</a:t>
            </a:r>
          </a:p>
          <a:p>
            <a:r>
              <a:t>[실행] mkdir -p ~/ros2_curri/my_agv_ws/src/agv_description/curriculum_stages/M05</a:t>
            </a:r>
          </a:p>
          <a:p>
            <a:r>
              <a:t>nano ~/ros2_curri/my_agv_ws/src/agv_description/curriculum_stages/M05/agv.urdf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1/2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2/2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~/ros2_curri/my_agv_ws/src/agv_description/curriculum_stages/M05/agv.urdf</a:t>
            </a:r>
          </a:p>
          <a:p>
            <a:r>
              <a:t>rg -n '&lt;xacro:|&lt;link |&lt;joint ' ~/ros2_curri/my_agv_ws/src/agv_description/curriculum_stages/M05/agv.urdf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blocks/B_robot_build/M05_urdf_basic_model/complete/agv_ws/src || true</a:t>
            </a:r>
          </a:p>
          <a:p>
            <a:r>
              <a:t>cp -a my_agv_ws/src my_agv_ws/src_before_M05</a:t>
            </a:r>
          </a:p>
          <a:p>
            <a:r>
              <a:t>cp -a blocks/B_robot_build/M05_urdf_basic_model/complete/agv_ws/src/.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반복되는 좌·우 바퀴를 property와 macro 하나로 생성하는 재사용 가능한 AGV 설명</a:t>
            </a:r>
          </a:p>
          <a:p>
            <a:r>
              <a:t>[실행] mkdir -p ~/ros2_curri/my_agv_ws/src/agv_description/curriculum_stages/M06</a:t>
            </a:r>
          </a:p>
          <a:p>
            <a:r>
              <a:t>nano ~/ros2_curri/my_agv_ws/src/agv_description/curriculum_stages/M06/agv.urdf.xacro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1/5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2/5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3/5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4/5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5/5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~/ros2_curri/my_agv_ws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blocks/B_robot_build/M06_xacro_modularization/complete/agv_ws/src || true</a:t>
            </a:r>
          </a:p>
          <a:p>
            <a:r>
              <a:t>cp -a my_agv_ws/src my_agv_ws/src_before_M06</a:t>
            </a:r>
          </a:p>
          <a:p>
            <a:r>
              <a:t>cp -a blocks/B_robot_build/M06_xacro_modularization/complete/agv_ws/src/.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질량·충돌·마찰을 계산할 수 있는 물리 AGV</a:t>
            </a:r>
          </a:p>
          <a:p>
            <a:r>
              <a:t>[실행] mkdir -p ~/ros2_curri/my_agv_ws/src/agv_description/curriculum_stages/M07</a:t>
            </a:r>
          </a:p>
          <a:p>
            <a:r>
              <a:t>nano ~/ros2_curri/my_agv_ws/src/agv_description/curriculum_stages/M07/model.sdf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2/11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3/11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4/11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5/11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6/11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7/11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8/11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9/11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10/11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~/ros2_curri/my_agv_ws/src/agv_description/curriculum_stages/M07/model.sdf</a:t>
            </a:r>
          </a:p>
          <a:p>
            <a:r>
              <a:t>rg -n '&lt;sensor|DiffDrive' ~/ros2_curri/my_agv_ws/src/agv_description/curriculum_stages/M07/model.sdf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blocks/B_robot_build/M07_physics_modeling/complete/agv_ws/src || true</a:t>
            </a:r>
          </a:p>
          <a:p>
            <a:r>
              <a:t>cp -a my_agv_ws/src my_agv_ws/src_before_M07</a:t>
            </a:r>
          </a:p>
          <a:p>
            <a:r>
              <a:t>cp -a blocks/B_robot_build/M07_physics_modeling/complete/agv_ws/src/.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model://agv 이름으로 SDF 모델을 찾게 하는 모델 등록 정보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~/ros2_curri/my_agv_ws/src/agv_description/curriculum_stages/M08/model.config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~/ros2_curri/my_agv_ws/src/agv_description/curriculum_stages/M08/model.config의 1/1 구현 블록을 직접 입력한다.</a:t>
            </a:r>
          </a:p>
          <a:p>
            <a:r>
              <a:t>[실행] nano ~/ros2_curri/my_agv_ws/src/agv_description/curriculum_stages/M08/model.config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World에 배치하기 직전의 AGV 본체·바퀴·joint 모델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2/11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3/11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4/11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5/11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6/11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7/11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8/11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9/11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10/11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바닥·벽·장애물·목표물과 AGV를 배치하는 실습 공간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1/4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2/4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3/4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4/4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~/ros2_curri/my_agv_ws/src/agv_description/curriculum_stages/M08/model.sdf</a:t>
            </a:r>
          </a:p>
          <a:p>
            <a:r>
              <a:t>rg -n '&lt;sensor|DiffDrive|/cmd_vel|/odom' ~/ros2_curri/my_agv_ws/src/agv_description/curriculum_stages/M08/model.sdf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blocks/B_robot_build/M08_gazebo_world_spawn/complete/agv_ws/src || true</a:t>
            </a:r>
          </a:p>
          <a:p>
            <a:r>
              <a:t>cp -a my_agv_ws/src my_agv_ws/src_before_M08</a:t>
            </a:r>
          </a:p>
          <a:p>
            <a:r>
              <a:t>cp -a blocks/B_robot_build/M08_gazebo_world_spawn/complete/agv_ws/src/.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B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AGV 로봇 제작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M05 → M06 → M07 → M08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B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1/4 · M05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M05</a:t>
            </a:r>
            <a:r>
              <a:rPr/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check_urdf가 base_link와 6개 자식 link를 확인한 결과  |  나중에 확인할 것: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  <a:r>
              <a:rPr/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</a:t>
            </a:r>
            <a:r>
              <a:rPr/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</a:t>
            </a:r>
            <a:r>
              <a:rPr/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check_urdf로 tree를 확인한 뒤 robot_state_publisher + RViz RobotModel에 넣는다.</a:t>
            </a:r>
            <a:r>
              <a:rPr/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로봇 설명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일반 폴더가 아니라 ROS package 안에 넣어야 RViz·launch가 찾을 수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agv_description</a:t>
            </a:r>
            <a:r>
              <a:rPr/>
              <a:t>mkdir -p agv_description/curriculum_stages/M05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~/ros2_curri/my_agv_ws/src/agv_description/curriculum_stages/M05</a:t>
            </a:r>
            <a:r>
              <a:rPr/>
              <a:t>nano ~/ros2_curri/my_agv_ws/src/agv_description/curriculum_stages/M05/agv.urdf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base_link 자식 6개와 RViz의 바퀴·센서 frame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name="agv_m05"&gt;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name="base_link"&gt;&lt;visual&gt;&lt;origin xyz="0 0</a:t>
            </a:r>
            <a:r>
              <a:rPr/>
              <a:t>0.16"/&gt;&lt;geometry&gt;&lt;box size="0.60 0.42</a:t>
            </a:r>
            <a:r>
              <a:rPr/>
              <a:t>0.16"/&gt;&lt;/geometry&gt;&lt;/visual&gt;&lt;/link&gt;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type="continuous"&gt;&lt;parent</a:t>
            </a:r>
            <a:r>
              <a:rPr/>
              <a:t>link="base_link"/&gt;&lt;child link="left_wheel_link"/&gt;&lt;origin</a:t>
            </a:r>
            <a:r>
              <a:rPr/>
              <a:t>xyz="0 0.19 0.08"/&gt;&lt;axis xyz="0 1 0"/&gt;&lt;/joint&gt;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~/ros2_curri/my_agv_ws/src/agv_description/curriculum_stages/M05/agv.urdf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version="1.0"?&gt;</a:t>
            </a:r>
            <a:r>
              <a:rPr/>
              <a:t>&lt;robot name="agv_m05"&gt;</a:t>
            </a:r>
            <a:r>
              <a:rPr/>
              <a:t>  &lt;link name="base_link"&gt;&lt;visual&gt;&lt;origin xyz="0 0 0.16"/&gt;&lt;geometry&gt;&lt;box size="0.60 0.42 0.16"/&gt;&lt;/geometry&gt;&lt;/visual&gt;&lt;/link&gt;</a:t>
            </a:r>
            <a:r>
              <a:rPr/>
              <a:t>  &lt;link name="left_wheel_link"&gt;&lt;visual&gt;&lt;origin rpy="1.5708 0 0"/&gt;&lt;geometry&gt;&lt;cylinder radius="0.08" length="0.05"/&gt;&lt;/geometry&gt;&lt;/visual&gt;&lt;/link&gt;</a:t>
            </a:r>
            <a:r>
              <a:rPr/>
              <a:t>  &lt;link name="right_wheel_link"&gt;&lt;visual&gt;&lt;origin rpy="1.5708 0 0"/&gt;&lt;geometry&gt;&lt;cylinder radius="0.08" length="0.05"/&gt;&lt;/geometry&gt;&lt;/visual&gt;&lt;/link&gt;</a:t>
            </a:r>
            <a:r>
              <a:rPr/>
              <a:t>  &lt;link name="caster_link"&gt;&lt;visual&gt;&lt;geometry&gt;&lt;sphere radius="0.04"/&gt;&lt;/geometry&gt;&lt;/visual&gt;&lt;/link&gt;</a:t>
            </a:r>
            <a:r>
              <a:rPr/>
              <a:t>  &lt;link name="camera_link"/&gt;&lt;link name="lidar_link"/&gt;&lt;link name="imu_link"/&gt;</a:t>
            </a:r>
            <a:r>
              <a:rPr/>
              <a:t>  &lt;joint name="left_wheel_joint" type="continuous"&gt;&lt;parent link="base_link"/&gt;&lt;child link="left_wheel_link"/&gt;&lt;origin xyz="0 0.19 0.08"/&gt;&lt;axis xyz="0 1 0"/&gt;&lt;/joint&gt;</a:t>
            </a:r>
            <a:r>
              <a:rPr/>
              <a:t>  &lt;joint name="right_wheel_joint" type="continuous"&gt;&lt;parent link="base_link"/&gt;&lt;child link="right_wheel_link"/&gt;&lt;origin xyz="0 -0.19 0.08"/&gt;&lt;axis xyz="0 1 0"/&gt;&lt;/joint&gt;</a:t>
            </a:r>
            <a:r>
              <a:rPr/>
              <a:t>  &lt;joint name="caster_joint" type="fixed"&gt;&lt;parent link="base_link"/&gt;&lt;child link="caster_link"/&gt;&lt;origin xyz="-0.24 0 0.04"/&gt;&lt;/joint&gt;</a:t>
            </a:r>
            <a:r>
              <a:rPr/>
              <a:t>  &lt;joint name="camera_joint" type="fixed"&gt;&lt;parent link="base_link"/&gt;&lt;child link="camera_link"/&gt;&lt;origin xyz="0.30 0 0.26"/&gt;&lt;/joint&gt;</a:t>
            </a:r>
            <a:r>
              <a:rPr/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~/ros2_curri/my_agv_ws/src/agv_description/curriculum_stages/M05/agv.urdf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name="imu_joint" type="fixed"&gt;&lt;parent link="base_link"/&gt;&lt;child link="imu_link"/&gt;&lt;origin xyz="0 0 0.28"/&gt;&lt;/joint&gt;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robot_state_publisher robot_state_publisher \</a:t>
            </a:r>
            <a:r>
              <a:rPr/>
              <a:t>  --ros-args -p robot_description:="$(cat src/agv_description/curriculum_stages/M05/agv.urdf)"</a:t>
            </a:r>
            <a:r>
              <a:rPr/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check_urdf src/agv_description/curriculum_stages/M05/agv.urdf</a:t>
            </a:r>
            <a:r>
              <a:rPr/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~/ros2_curri/my_agv_ws/src/agv_description/curriculum_stages/M05/agv.urdf</a:t>
            </a:r>
            <a:r>
              <a:rPr/>
              <a:t>rg -n '&lt;xacro:|&lt;link |&lt;joint ' ~/ros2_curri/my_agv_ws/src/agv_description/curriculum_stages/M05/agv.urdf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닫는 태그·따옴표·중첩 구조를 확인한다.</a:t>
            </a:r>
            <a:r>
              <a:rPr/>
              <a:t>수정 후: check_urdf ~/ros2_curri/my_agv_ws/src/agv_description/curriculum_stages/M05/agv.urdf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cylinder rpy·joint axis·parent/child link 이름을 확인한다.</a:t>
            </a:r>
            <a:r>
              <a:rPr/>
              <a:t>수정 후: check_urdf ~/ros2_curri/my_agv_ws/src/agv_description/curriculum_stages/M05/agv.urdf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blocks/B_robot_build/M05_urdf_basic_model/complete/agv_ws/src || true</a:t>
            </a:r>
            <a:r>
              <a:rPr/>
              <a:t>cp -a my_agv_ws/src my_agv_ws/src_before_M05</a:t>
            </a:r>
            <a:r>
              <a:rPr/>
              <a:t>cp -a blocks/B_robot_build/M05_urdf_basic_model/complete/agv_ws/src/.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2/4 · M06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M06</a:t>
            </a:r>
            <a:r>
              <a:rPr/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Xacro 변환 뒤 생성 URDF를 check_urdf로 검사한 결과  |  나중에 확인할 것: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include</a:t>
            </a:r>
            <a:r>
              <a:rPr/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xacro로 URDF를 만든 뒤 check_urdf를 실행한다.</a:t>
            </a:r>
            <a:r>
              <a:rPr/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~/ros2_curri/my_agv_ws/src/agv_description/curriculum_stages/M06</a:t>
            </a:r>
            <a:r>
              <a:rPr/>
              <a:t>nano ~/ros2_curri/my_agv_ws/src/agv_description/curriculum_stages/M06/agv.urdf.xacro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생성 URDF의 left/right wheel과 같은 반지름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xmlns:xacro="http://www.ros.org/wiki/xacro"</a:t>
            </a:r>
            <a:r>
              <a:rPr/>
              <a:t>name="agv_m06"&gt;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&lt;xacro:property name="wheel_radius" value="0.08"/&gt;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여러 위치에서 함께 쓸 치수·질량 같은 값을 한 번 정의합니다.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값 하나를 바꾸면 그 property를 쓰는 구조가 함께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&lt;xacro:macro name="wheel" params="side y"&gt;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반복되는 로봇 부품을 이름 있는 설계 블록으로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같은 macro를 여러 번 호출해도 바퀴·부품 구조가 일관됩니다.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name="${side}_wheel_link"&gt;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name="${side}_wheel_joint" type="continuous"&gt;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&lt;robot xmlns:xacro="http://www.ros.org/wiki/xacro" name="agv_m06"&gt;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name="wheel_radius" value="0.08"/&gt;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name="half_track" value="0.19"/&gt;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&lt;xacro:macro name="wheel" params="side y"&gt;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&lt;link name="${side}_wheel_link"&gt;</a:t>
            </a:r>
            <a:r>
              <a:rPr/>
              <a:t>      &lt;visual&gt;</a:t>
            </a:r>
            <a:r>
              <a:rPr/>
              <a:t>        &lt;origin rpy="1.5708 0 0"/&gt;</a:t>
            </a:r>
            <a:r>
              <a:rPr/>
              <a:t>        &lt;geometry&gt;</a:t>
            </a:r>
            <a:r>
              <a:rPr/>
              <a:t>          &lt;cylinder radius="${wheel_radius}" length="0.05"/&gt;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 link="base_link"/&gt;</a:t>
            </a:r>
            <a:r>
              <a:rPr/>
              <a:t>      &lt;child link="${side}_wheel_link"/&gt;</a:t>
            </a:r>
            <a:r>
              <a:rPr/>
              <a:t>      &lt;origin xyz="0 ${y} ${wheel_radius}"/&gt;</a:t>
            </a:r>
            <a:r>
              <a:rPr/>
              <a:t>      &lt;axis xyz="0 1 0"/&gt;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</a:t>
            </a:r>
            <a:r>
              <a:rPr/>
              <a:t>  &lt;/xacro:macro&gt;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name="base_link"&gt;</a:t>
            </a:r>
            <a:r>
              <a:rPr/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&lt;origin xyz="0 0 0.16"/&gt;</a:t>
            </a:r>
            <a:r>
              <a:rPr/>
              <a:t>      &lt;geometry&gt;</a:t>
            </a:r>
            <a:r>
              <a:rPr/>
              <a:t>        &lt;box size="0.60 0.42 0.16"/&gt;</a:t>
            </a:r>
            <a:r>
              <a:rPr/>
              <a:t>      &lt;/geometry&gt;</a:t>
            </a:r>
            <a:r>
              <a:rPr/>
              <a:t>    &lt;/visual&gt;</a:t>
            </a:r>
            <a:r>
              <a:rPr/>
              <a:t>  &lt;/link&gt;</a:t>
            </a:r>
            <a:r>
              <a:rPr/>
              <a:t>  </a:t>
            </a:r>
            <a:r>
              <a:rPr/>
              <a:t>  </a:t>
            </a:r>
            <a:r>
              <a:rPr/>
              <a:t>  &lt;xacro:wheel side="left" y="${half_track}"/&gt;</a:t>
            </a:r>
            <a:r>
              <a:rPr/>
              <a:t>  &lt;xacro:wheel side="right" y="${-half_track}"/&gt;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/tmp/agv_from_xacro.urdf</a:t>
            </a:r>
            <a:r>
              <a:rPr/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~/ros2_curri/my_agv_ws/src/agv_description/curriculum_stages/M06/agv.urdf.xacro &gt; /tmp/agv.urdf</a:t>
            </a:r>
            <a:r>
              <a:rPr/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~/ros2_curri/my_agv_ws/src/agv_description/curriculum_stages/M06/agv.urdf.xacro &gt; /tmp/agv.urdf</a:t>
            </a:r>
            <a:r>
              <a:rPr/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선언 순서·xacro namespace·철자를 확인한다.</a:t>
            </a:r>
            <a:r>
              <a:rPr/>
              <a:t>수정 후: xacro ~/ros2_curri/my_agv_ws/src/agv_description/curriculum_stages/M06/agv.urdf.xacro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패키지 이름과 설치 대상·파일 경로를 확인한다.</a:t>
            </a:r>
            <a:r>
              <a:rPr/>
              <a:t>수정 후: xacro ~/ros2_curri/my_agv_ws/src/agv_description/curriculum_stages/M06/agv.urdf.xacro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blocks/B_robot_build/M06_xacro_modularization/complete/agv_ws/src || true</a:t>
            </a:r>
            <a:r>
              <a:rPr/>
              <a:t>cp -a my_agv_ws/src my_agv_ws/src_before_M06</a:t>
            </a:r>
            <a:r>
              <a:rPr/>
              <a:t>cp -a blocks/B_robot_build/M06_xacro_modularization/complete/agv_ws/src/.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3/4 · M07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M07</a:t>
            </a:r>
            <a:r>
              <a:rPr/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SDF Valid 검사와 visual·collision·mass·friction 태그  |  나중에 확인할 것: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</a:t>
            </a:r>
            <a:r>
              <a:rPr/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collision</a:t>
            </a:r>
            <a:r>
              <a:rPr/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inertial</a:t>
            </a:r>
            <a:r>
              <a:rPr/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friction</a:t>
            </a:r>
            <a:r>
              <a:rPr/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-k로 문법을 검사하고 값 하나만 바꿔 다시 실행한다.</a:t>
            </a:r>
            <a:r>
              <a:rPr/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~/ros2_curri/my_agv_ws/src/agv_description/curriculum_stages/M07</a:t>
            </a:r>
            <a:r>
              <a:rPr/>
              <a:t>nano ~/ros2_curri/my_agv_ws/src/agv_description/curriculum_stages/M07/model.sdf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~/ros2_curri/my_agv_ws/src/agv_description/curriculum_stages/M07/model.sdf</a:t>
            </a:r>
            <a:r>
              <a:rPr/>
              <a:t>rg -n '&lt;sensor|DiffDrive' ~/ros2_curri/my_agv_ws/src/agv_description/curriculum_stages/M07/model.sdf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inertia·collision overlap·너무 작은 mass를 확인한다.</a:t>
            </a:r>
            <a:r>
              <a:rPr/>
              <a:t>수정 후: gz sdf -k ~/ros2_curri/my_agv_ws/src/agv_description/curriculum_stages/M07/model.sdf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friction·contact·joint axis·wheel radius를 확인한다.</a:t>
            </a:r>
            <a:r>
              <a:rPr/>
              <a:t>수정 후: gz sdf -k ~/ros2_curri/my_agv_ws/src/agv_description/curriculum_stages/M07/model.sdf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blocks/B_robot_build/M07_physics_modeling/complete/agv_ws/src || true</a:t>
            </a:r>
            <a:r>
              <a:rPr/>
              <a:t>cp -a my_agv_ws/src my_agv_ws/src_before_M07</a:t>
            </a:r>
            <a:r>
              <a:rPr/>
              <a:t>cp -a blocks/B_robot_build/M07_physics_modeling/complete/agv_ws/src/.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4/4 · M08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M08</a:t>
            </a:r>
            <a:r>
              <a:rPr/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World 이름과 model://agv include·spawn pose  |  나중에 확인할 것: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warehouse World와 Entity Tree에 보이는 AGV  |  나중에 확인할 것: 오른쪽 Entity Tree에서 ground·wall·target·agv가 따로 생성됐는지 확인합니다.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model URI</a:t>
            </a:r>
            <a:r>
              <a:rPr/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agv_description/curriculum_stages/M08/model.config</a:t>
            </a:r>
            <a:r>
              <a:rPr/>
              <a:t>└── agv_description/curriculum_stages/M08/model.sdf</a:t>
            </a:r>
            <a:r>
              <a:rPr/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models/ 아래에 둘 때 Gazebo가 URI를 해석한다.</a:t>
            </a:r>
            <a:r>
              <a:rPr/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 뒤 model.config와 함께 Gazebo models 경로에 둔다.</a:t>
            </a:r>
            <a:r>
              <a:rPr/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sim으로 World를 연다.</a:t>
            </a:r>
            <a:r>
              <a:rPr/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~/ros2_curri/my_agv_ws/src/agv_description/curriculum_stages/M08/model.config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World의 &lt;uri&gt;model://agv&lt;/uri&gt;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~/ros2_curri/my_agv_ws/src/agv_description/curriculum_stages/M08/model.config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&lt;model&gt;</a:t>
            </a:r>
            <a:r>
              <a:rPr/>
              <a:t>  &lt;name&gt;agv&lt;/name&gt;</a:t>
            </a:r>
            <a:r>
              <a:rPr/>
              <a:t>  &lt;version&gt;1.0&lt;/version&gt;</a:t>
            </a:r>
            <a:r>
              <a:rPr/>
              <a:t>  &lt;sdf version="1.10"&gt;model.sdf&lt;/sdf&gt;</a:t>
            </a:r>
            <a:r>
              <a:rPr/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Valid 출력과 World에 spawn된 AGV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M08 spawn snapshot: physical links only; no DiffDrive and no Camera/LiDAR/IMU. --&gt;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Entity Tree의 ground·wall·target·agv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&lt;world name="warehouse_m08"&gt;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 filename="gz-sim-physics-system"</a:t>
            </a:r>
            <a:r>
              <a:rPr/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name="warehouse_m08"&gt;</a:t>
            </a:r>
            <a:r>
              <a:rPr/>
              <a:t>    &lt;gravity&gt;0 0 -9.8&lt;/gravity&gt;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  <a:r>
              <a:rPr/>
              <a:t>      name="gz::sim::systems::SceneBroadcaster"/&gt;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src/agv_description/curriculum_stages/M08/model.sdf</a:t>
            </a:r>
            <a:r>
              <a:rPr/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sim -r src/agv_description/curriculum_stages/M08/warehouse.sdf</a:t>
            </a:r>
            <a:r>
              <a:rPr/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~/ros2_curri/my_agv_ws/src/agv_description/curriculum_stages/M08/model.sdf</a:t>
            </a:r>
            <a:r>
              <a:rPr/>
              <a:t>rg -n '&lt;sensor|DiffDrive|/cmd_vel|/odom' ~/ros2_curri/my_agv_ws/src/agv_description/curriculum_stages/M08/model.sdf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launch의 package share path와 install data_files를 확인한다.</a:t>
            </a:r>
            <a:r>
              <a:rPr/>
              <a:t>수정 후: gz sdf -k ~/ros2_curri/my_agv_ws/src/agv_description/curriculum_stages/M08/model.sdf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초기 z·collision origin·geometry 크기를 확인한다.</a:t>
            </a:r>
            <a:r>
              <a:rPr/>
              <a:t>수정 후: gz sdf -k ~/ros2_curri/my_agv_ws/src/agv_description/curriculum_stages/M08/model.sdf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blocks/B_robot_build/M08_gazebo_world_spawn/complete/agv_ws/src || true</a:t>
            </a:r>
            <a:r>
              <a:rPr/>
              <a:t>cp -a my_agv_ws/src my_agv_ws/src_before_M08</a:t>
            </a:r>
            <a:r>
              <a:rPr/>
              <a:t>cp -a blocks/B_robot_build/M08_gazebo_world_spawn/complete/agv_ws/src/.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