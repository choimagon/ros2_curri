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3400" b="1">
                <a:solidFill>
                  <a:srgbClr val="173E6F"/>
                </a:solidFill>
                <a:latin typeface="Noto Sans CJK KR"/>
              </a:defRPr>
            </a:pPr>
            <a:r>
              <a:t>Block C — 주행과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30428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3F5373"/>
                </a:solidFill>
                <a:latin typeface="Noto Sans CJK KR"/>
              </a:defRPr>
            </a:pPr>
            <a:r>
              <a:t>M09 Differential Drive · M10 ros_gz_bridge · M11 RViz2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108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212B3D"/>
                </a:solidFill>
                <a:latin typeface="Noto Sans CJK KR"/>
              </a:defRPr>
            </a:pPr>
            <a:r>
              <a:t>Gazebo의 DiffDrive에 /cmd_vel을 전달하고 odom·scan을 ROS/RViz에서 확인한다.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897880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9687E"/>
                </a:solidFill>
                <a:latin typeface="Noto Sans CJK KR"/>
              </a:defRPr>
            </a:pPr>
            <a:r>
              <a:t>실제 실행 결과 캡처 포함 · 한국어 작성 · 최소 글꼴 크기 10pt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C — 주행과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만들어진 파일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이 Block에서 실제로 만든 핵심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agv_gazebo/models/agv/model.sdf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agv_gazebo/config/bridge.yaml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agv_gazebo/launch/gazebo.launch.py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3F5373"/>
                </a:solidFill>
                <a:latin typeface="Noto Sans CJK KR"/>
              </a:defRPr>
            </a:pPr>
            <a:r>
              <a:t>모듈별 만드는 방법과 상세 확인 기준은 이 폴더의 Mxx/README.md에 정리되어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C — 주행과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초심자 파일 제작 실습 1/1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73E6F"/>
                </a:solidFill>
                <a:latin typeface="Noto Sans CJK KR"/>
              </a:defRPr>
            </a:pPr>
            <a:r>
              <a:t>Gazebo–ROS 연결 파일 만들기 (bridge.yaml)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16128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4C5B74"/>
                </a:solidFill>
                <a:latin typeface="Noto Sans CJK KR"/>
              </a:defRPr>
            </a:pPr>
            <a:r>
              <a:t>실제 파일: 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362456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17638C"/>
                </a:solidFill>
                <a:latin typeface="Noto Sans CJK KR"/>
              </a:defRPr>
            </a:pPr>
            <a:r>
              <a:t>처음 만들 때: mkdir -p agv_gazebo/config  # bridge.yaml을 launch와 같은 패키지에 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27632"/>
            <a:ext cx="5806440" cy="4416552"/>
          </a:xfrm>
          <a:prstGeom prst="roundRect">
            <a:avLst/>
          </a:prstGeom>
          <a:solidFill>
            <a:srgbClr val="141C2A"/>
          </a:solidFill>
          <a:ln>
            <a:solidFill>
              <a:srgbClr val="4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- ros_topic_name: '/cmd_vel'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gz_topic_name: '/cmd_vel'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ros_type_name: 'geometry_msgs/msg/Twist'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gz_type_name: 'gz.msgs.Twist'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direction: ROS_TO_GZ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- ros_topic_name: '/scan'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ros_type_name: 'sensor_msgs/msg/LaserScan'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gz_type_name: 'gz.msgs.LaserScan'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627632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3E6F"/>
                </a:solidFill>
                <a:latin typeface="Noto Sans CJK KR"/>
              </a:defRPr>
            </a:pPr>
            <a:r>
              <a:t>만드는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1975104"/>
            <a:ext cx="4800600" cy="2258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1. Gazebo의 실제 topic 이름을 gz topic -l로 확인합니다.</a:t>
            </a:r>
          </a:p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2. ROS 이름·Gazebo 이름·양쪽 메시지 타입·방향을 한 항목에 적습니다.</a:t>
            </a:r>
          </a:p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3. 명령은 ROS_TO_GZ, 센서와 odom은 GZ_TO_ROS인지 확인하고 launch를 다시 시작합니다.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4480560"/>
            <a:ext cx="4800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3E6F"/>
                </a:solidFill>
                <a:latin typeface="Noto Sans CJK KR"/>
              </a:defRPr>
            </a:pPr>
            <a:r>
              <a:t>실행하면 이렇게 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4892040"/>
            <a:ext cx="4800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ROS의 /cmd_vel은 Gazebo DiffDrive로 가고, Gazebo /scan·/odom은 ROS에서 echo·RViz로 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C — 주행과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명령어 실행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권장 실행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10972800" cy="4526280"/>
          </a:xfrm>
          <a:prstGeom prst="roundRect">
            <a:avLst/>
          </a:prstGeom>
          <a:solidFill>
            <a:srgbClr val="141C2A"/>
          </a:solidFill>
          <a:ln>
            <a:solidFill>
              <a:srgbClr val="4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182880"/>
          <a:lstStyle/>
          <a:p>
            <a:pPr algn="ctr"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launch agv_gazebo gazebo.launch.py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# 새 터미널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topic pub --rate 10 /cmd_vel geometry_msgs/msg/Twist \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  "{linear: {x: 0.15}, angular: {z: 0.0}}"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topic echo /odom --once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topic echo /scan --once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rviz2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89904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05C70"/>
                </a:solidFill>
                <a:latin typeface="Noto Sans CJK KR"/>
              </a:defRPr>
            </a:pPr>
            <a:r>
              <a:t>명령은 Block README의 순서와 동일합니다. 새 터미널에서도 ROS와 workspace를 source해야 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C — 주행과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명령어 동작과 설정 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이 명령이 실제로 하는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ros2 topic pub --rate 10: Twist를 초당 10회 보내 DiffDrive가 연속 주행하도록 한다.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linear.x(m/s)와 angular.z(rad/s)를 조절해 직진·회전·곡선 주행을 만든다.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ros_gz_bridge는 /cmd_vel은 ROS→Gazebo, odom·scan은 Gazebo→ROS 방향으로 타입을 변환한다.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3F5373"/>
                </a:solidFill>
                <a:latin typeface="Noto Sans CJK KR"/>
              </a:defRPr>
            </a:pPr>
            <a:r>
              <a:t>수치·토픽·방향을 바꿀 때는 해당 Block의 Mxx README에서 구현 파일과 기대 결과를 함께 확인합니다.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C — 주행과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실제 실행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pic>
        <p:nvPicPr>
          <p:cNvPr id="6" name="Picture 5" descr="block_c_actual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32688"/>
            <a:ext cx="11365992" cy="54223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C — 주행과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실제 Gazebo / RViz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3E6F"/>
                </a:solidFill>
                <a:latin typeface="Noto Sans CJK KR"/>
              </a:defRPr>
            </a:pPr>
            <a:r>
              <a:t>실제 RViz: URDF AGV body·wheel·camera·LiDAR·IMU frame</a:t>
            </a:r>
          </a:p>
        </p:txBody>
      </p:sp>
      <p:pic>
        <p:nvPicPr>
          <p:cNvPr id="7" name="Picture 6" descr="rviz_agv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234440"/>
            <a:ext cx="6061685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C — 주행과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확인 기준과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통과 기준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Gazebo Harmonic 버전과 ros_gz_bridge 설치 경로가 출력되면 연동 도구가 준비된 상태다. 실제 주행 후 RViz에서 Fixed Frame=odom, Odometry=/odom, LaserScan=/scan을 설정한다.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문제가 생기면 README의 '확인' 명령부터 다시 실행하고, 첫 오류 메시지를 기준으로 수정합니다.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