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M09 Differential Drive · M10 ros_gz_bridge · M11 RViz2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Gazebo의 DiffDrive에 /cmd_vel을 전달하고 odom·scan을 ROS/RViz에서 확인한다.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agv_gazebo/config/bridge.yaml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agv_gazebo/launch/gazebo.launch.py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agv_gazebo gazebo.launch.py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pub --rate 10 /cmd_vel geometry_msgs/msg/Twist \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  "{linear: {x: 0.15}, angular: {z: 0.0}}"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/odom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/scan --once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rviz2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topic pub --rate 10: Twist를 초당 10회 보내 DiffDrive가 연속 주행하도록 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linear.x(m/s)와 angular.z(rad/s)를 조절해 직진·회전·곡선 주행을 만든다.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ros_gz_bridge는 /cmd_vel은 ROS→Gazebo, odom·scan은 Gazebo→ROS 방향으로 타입을 변환한다.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c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Gazebo / RViz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실제 RViz: URDF AGV body·wheel·camera·LiDAR·IMU frame</a:t>
            </a:r>
          </a:p>
        </p:txBody>
      </p:sp>
      <p:pic>
        <p:nvPicPr>
          <p:cNvPr id="7" name="Picture 6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606168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C — 주행과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Gazebo Harmonic 버전과 ros_gz_bridge 설치 경로가 출력되면 연동 도구가 준비된 상태다. 실제 주행 후 RViz에서 Fixed Frame=odom, Odometry=/odom, LaserScan=/scan을 설정한다.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