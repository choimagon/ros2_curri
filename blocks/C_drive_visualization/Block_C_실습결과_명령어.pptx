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173E6F"/>
                </a:solidFill>
                <a:latin typeface="Noto Sans CJK KR"/>
              </a:defRPr>
            </a:pPr>
            <a:r>
              <a:t>Block C — 주행과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042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F5373"/>
                </a:solidFill>
                <a:latin typeface="Noto Sans CJK KR"/>
              </a:defRPr>
            </a:pPr>
            <a:r>
              <a:t>M09 Differential Drive · M10 ros_gz_bridge · M11 RViz2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0896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212B3D"/>
                </a:solidFill>
                <a:latin typeface="Noto Sans CJK KR"/>
              </a:defRPr>
            </a:pPr>
            <a:r>
              <a:t>Gazebo의 DiffDrive에 /cmd_vel을 전달하고 odom·scan을 ROS/RViz에서 확인한다.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9788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9687E"/>
                </a:solidFill>
                <a:latin typeface="Noto Sans CJK KR"/>
              </a:defRPr>
            </a:pPr>
            <a:r>
              <a:t>실제 실행 결과 캡처 포함 · 한국어 작성 · 최소 글꼴 크기 10pt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C — 주행과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만들어진 파일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이 Block에서 실제로 만든 핵심 파일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agv_gazebo/models/agv/model.sdf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agv_gazebo/config/bridge.yaml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agv_gazebo/launch/gazebo.launch.py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agv_control/agv_control/cmd_test_node.py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F5373"/>
                </a:solidFill>
                <a:latin typeface="Noto Sans CJK KR"/>
              </a:defRPr>
            </a:pPr>
            <a:r>
              <a:t>모듈별 만드는 방법과 상세 확인 기준은 이 폴더의 Mxx/README.md에 정리되어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C — 주행과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명령어 실행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권장 실행 순서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0972800" cy="4526280"/>
          </a:xfrm>
          <a:prstGeom prst="roundRect">
            <a:avLst/>
          </a:prstGeom>
          <a:solidFill>
            <a:srgbClr val="141C2A"/>
          </a:solidFill>
          <a:ln>
            <a:solidFill>
              <a:srgbClr val="40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tIns="182880"/>
          <a:lstStyle/>
          <a:p>
            <a:pPr algn="ctr"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ros2 launch agv_gazebo gazebo.launch.py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# 새 터미널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ros2 topic pub --rate 10 /cmd_vel geometry_msgs/msg/Twist \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  "{linear: {x: 0.15}, angular: {z: 0.0}}"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ros2 topic echo /odom --once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ros2 topic echo /scan --once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rviz2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89904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05C70"/>
                </a:solidFill>
                <a:latin typeface="Noto Sans CJK KR"/>
              </a:defRPr>
            </a:pPr>
            <a:r>
              <a:t>명령은 Block README의 순서와 동일합니다. 새 터미널에서도 ROS와 workspace를 source해야 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C — 주행과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실제 실행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pic>
        <p:nvPicPr>
          <p:cNvPr id="6" name="Picture 5" descr="block_c_actual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2688"/>
            <a:ext cx="11365992" cy="54223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C — 주행과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확인 기준과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통과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Gazebo Harmonic 버전과 ros_gz_bridge 설치 경로가 출력되면 연동 도구가 준비된 상태다. 실제 주행 후 RViz에서 Fixed Frame=odom, Odometry=/odom, LaserScan=/scan을 설정한다.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문제가 생기면 README의 '확인' 명령부터 다시 실행하고, 첫 오류 메시지를 기준으로 수정합니다.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