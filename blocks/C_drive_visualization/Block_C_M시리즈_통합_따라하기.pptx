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~/ros2_curri/agv_ws/install/setup.bash</a:t>
            </a:r>
          </a:p>
          <a:p>
            <a:r>
              <a:t>rviz2 -d ~/ros2_curri/agv_ws/src/agv_description/rviz/agv.rviz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주행과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M09 → M10 → M11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C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822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919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736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300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97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2214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1/3 ·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M09</a:t>
            </a:r>
            <a:r>
              <a:rPr/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  <a:r>
              <a:rPr/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left/right</a:t>
            </a:r>
            <a:r>
              <a:rPr/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0.0}, angular: {z: 0.4}}"</a:t>
            </a:r>
            <a:r>
              <a:rPr/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  <a:r>
              <a:rPr/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World 안의 AGV와 장애물·목표물 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joint axis·friction·contact·wheel radius를 확인한다.</a:t>
            </a:r>
            <a:r>
              <a:rPr/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left/right joint와 angular.z 부호를 확인한다.</a:t>
            </a:r>
            <a:r>
              <a:rPr/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2/3 ·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M10</a:t>
            </a:r>
            <a:r>
              <a:rPr/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</a:t>
            </a: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</a:t>
            </a:r>
            <a:r>
              <a:rPr/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agv_gazebo/config/bridge.yaml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agv_gazebo</a:t>
            </a:r>
            <a:r>
              <a:rPr/>
              <a:t>source install/setup.bash</a:t>
            </a:r>
            <a:r>
              <a:rPr/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'/cmd_vel|/odom|/scan|/imu|/camera|/clock'</a:t>
            </a:r>
            <a:r>
              <a:rPr/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bridge 프로세스·topic 이름·message type을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direction ROS_TO_GZ/GZ_TO_ROS 설정을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3/3 · M11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M11</a:t>
            </a:r>
            <a:r>
              <a:rPr/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rviz2 -d ~/ros2_curri/agv_ws/src/agv_description/rviz/agv.rviz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  <a:r>
              <a:rPr/>
              <a:t>Add → RobotModel → Description Topic: /robot_description</a:t>
            </a:r>
            <a:r>
              <a:rPr/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  <a:r>
              <a:rPr/>
              <a:t>Add → Odometry → Topic: /odom</a:t>
            </a:r>
            <a:r>
              <a:rPr/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RobotModel·TF·Odometry·LaserScan·Path·Marker display를 함께 연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/robot_description</a:t>
            </a:r>
            <a:r>
              <a:rPr/>
              <a:t>ros2 topic echo /scan --once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robot_description·Fixed Frame·TF를 순서대로 확인한다.</a:t>
            </a:r>
            <a:r>
              <a:rPr/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scan header.frame_id와 lidar TF를 확인한다.</a:t>
            </a:r>
            <a:r>
              <a:rPr/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