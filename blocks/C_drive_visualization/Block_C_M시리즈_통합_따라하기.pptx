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이전=M08 World/AGV, 다음=M10 ros_gz_bridge을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파란 base와 두 검은 바퀴를 먼저 찾고, 다음 명령에서 /cmd_vel이 이 model의 DiffDrive plugin으로 들어간다고 연결합니다.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M05의 agv_description과 분리해 World·model·bridge 책임을 agv_gazebo에 둡니다.</a:t>
            </a:r>
          </a:p>
          <a:p>
            <a:r>
              <a:t>[실행] cd ~/ros2_curri/my_agv_ws/src</a:t>
            </a:r>
          </a:p>
          <a:p>
            <a:r>
              <a:t>ros2 pkg create --build-type ament_python agv_gazebo</a:t>
            </a:r>
          </a:p>
          <a:p>
            <a:r>
              <a:t>mkdir -p agv_gazebo/models/agv agv_gazebo/worlds agv_gazebo/config agv_gazebo/launch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~/ros2_curri/my_agv_ws/src/agv_gazebo</a:t>
            </a:r>
          </a:p>
          <a:p>
            <a:r>
              <a:t>nano ~/ros2_curri/my_agv_ws/src/agv_gazebo/package.xml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1/3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2/3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3/3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~/ros2_curri/my_agv_ws/src/agv_gazebo</a:t>
            </a:r>
          </a:p>
          <a:p>
            <a:r>
              <a:t>nano ~/ros2_curri/my_agv_ws/src/agv_gazebo/setup.py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~/ros2_curri/my_agv_ws/src/agv_gazebo/setup.py의 1/2 구현 블록을 직접 입력한다.</a:t>
            </a:r>
          </a:p>
          <a:p>
            <a:r>
              <a:t>[실행] nano ~/ros2_curri/my_agv_ws/src/agv_gazebo/setup.py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~/ros2_curri/my_agv_ws/src/agv_gazebo/setup.py의 2/2 구현 블록을 직접 입력한다.</a:t>
            </a:r>
          </a:p>
          <a:p>
            <a:r>
              <a:t>[실행] nano ~/ros2_curri/my_agv_ws/src/agv_gazebo/setup.py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~/ros2_curri/my_agv_ws/src/agv_control/agv_control/cmd_test_node.py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1/3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2/3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3/3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linear.x는 m/s이고 angular.z는 rad/s다.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0.15}, angular: {z: 0.0}}"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제자리 회전은 linear.x=0, angular.z만 양수/음수로 바꾼다.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0.0}, angular: {z: 0.4}}"</a:t>
            </a:r>
          </a:p>
          <a:p>
            <a:r>
              <a:t>ros2 topic echo /odom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# 터미널 1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launch agv_gazebo gazebo.launch.py</a:t>
            </a:r>
          </a:p>
          <a:p/>
          <a:p>
            <a:r>
              <a:t># 터미널 2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run agv_control cmd_test_node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파란 base와 두 검은 바퀴를 먼저 찾고, 다음 명령에서 /cmd_vel이 이 model의 DiffDrive plugin으로 들어간다고 연결합니다.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</a:t>
            </a:r>
          </a:p>
          <a:p>
            <a:r>
              <a:t>ros2 topic echo /odom --once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blocks/C_drive_visualization/M09_differential_drive/complete/agv_ws/src || true</a:t>
            </a:r>
          </a:p>
          <a:p>
            <a:r>
              <a:t>cp -a my_agv_ws/src my_agv_ws/src_before_M09</a:t>
            </a:r>
          </a:p>
          <a:p>
            <a:r>
              <a:t>cp -a blocks/C_drive_visualization/M09_differential_drive/complete/agv_ws/src/.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M10 ros_gz_bridge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/cmd_vel, 다음=M11 RViz2을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~/ros2_curri/my_agv_ws/src/agv_gazebo/launch/gazebo.launch.py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1/2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2/2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방향과 양쪽 message type을 한 topic마다 정확히 적는다.</a:t>
            </a:r>
          </a:p>
          <a:p>
            <a:r>
              <a:t>[실행] cd ~/ros2_curri/my_agv_ws</a:t>
            </a:r>
          </a:p>
          <a:p>
            <a:r>
              <a:t>nano src/agv_gazebo/config/bridge.yaml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config_file은 package share 경로에서 찾도록 launch에 넣는다.</a:t>
            </a:r>
          </a:p>
          <a:p>
            <a:r>
              <a:t>[실행] colcon build --symlink-install --packages-select agv_gazebo</a:t>
            </a:r>
          </a:p>
          <a:p>
            <a:r>
              <a:t>source install/setup.bash</a:t>
            </a:r>
          </a:p>
          <a:p>
            <a:r>
              <a:t>ros2 launch agv_gazebo gazebo.launch.py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agv_gazebo gazebo.launch.py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list | rg '/cmd_vel|/odom|/scan|/imu|/camera|/clock'</a:t>
            </a:r>
          </a:p>
          <a:p>
            <a:r>
              <a:t>ros2 topic info /scan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blocks/C_drive_visualization/M10_ros_gz_bridge/complete/agv_ws/src || true</a:t>
            </a:r>
          </a:p>
          <a:p>
            <a:r>
              <a:t>cp -a my_agv_ws/src my_agv_ws/src_before_M10</a:t>
            </a:r>
          </a:p>
          <a:p>
            <a:r>
              <a:t>cp -a blocks/C_drive_visualization/M10_ros_gz_bridge/complete/agv_ws/src/.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M11 RViz2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이전=M10 bridge topic, 다음=M12~M15 센서 display을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왼쪽 Displays의 RobotModel·TF가 켜져 있고, 오른쪽에 차체·바퀴·sensor frame 축이 함께 보이는지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Displays에서 LaserScan·Odometry가 활성화되어 있는지와 scan point가 TF 좌표계에 붙는지를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display 설정을 다음 센서 모듈에서도 재사용한다.</a:t>
            </a:r>
          </a:p>
          <a:p>
            <a:r>
              <a:t>[실행] source ~/ros2_curri/my_agv_ws/install/setup.bash</a:t>
            </a:r>
          </a:p>
          <a:p>
            <a:r>
              <a:t>rviz2 -d ~/ros2_curri/my_agv_ws/src/agv_description/rviz/agv.rviz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모델과 frame이 맞아야 scan·image 위치도 맞는다.</a:t>
            </a:r>
          </a:p>
          <a:p>
            <a:r>
              <a:t>[실행] Fixed Frame: odom 또는 base_link</a:t>
            </a:r>
          </a:p>
          <a:p>
            <a:r>
              <a:t>Add → RobotModel → Description Topic: /robot_description</a:t>
            </a:r>
          </a:p>
          <a:p>
            <a:r>
              <a:t>Add →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각 display는 topic과 message frame_id를 TF로 변환한다.</a:t>
            </a:r>
          </a:p>
          <a:p>
            <a:r>
              <a:t>[실행] Add → LaserScan → Topic: /scan</a:t>
            </a:r>
          </a:p>
          <a:p>
            <a:r>
              <a:t>Add → Odometry → Topic: /odom</a:t>
            </a:r>
          </a:p>
          <a:p>
            <a:r>
              <a:t>File → Save Config As → 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agv_bringup agv_sim.launch.py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왼쪽 Displays의 RobotModel·TF가 켜져 있고, 오른쪽에 차체·바퀴·sensor frame 축이 함께 보이는지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Displays에서 LaserScan·Odometry가 활성화되어 있는지와 scan point가 TF 좌표계에 붙는지를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/robot_description</a:t>
            </a:r>
          </a:p>
          <a:p>
            <a:r>
              <a:t>ros2 topic echo /scan --once</a:t>
            </a:r>
          </a:p>
          <a:p>
            <a:r>
              <a:t>ros2 topic echo /odom --once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M12~M15 센서 display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8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8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9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0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Noto Sans CJK KR"/>
              </a:defRPr>
            </a:pPr>
            <a:r>
              <a:t>Block C · M 시리즈 통합 따라 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주행과 시각화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M09 → M10 → M11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C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Differential Drive와 odom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82240"/>
            <a:ext cx="10652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7919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7736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ros_gz_bridge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130040"/>
            <a:ext cx="10652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42397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42214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RViz 통합 검증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1/3 · M09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Differential Drive와 odom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M09의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Differential Drive 구동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/cmd_vel에서 odom과 바퀴 구동 topic으로 이어지는 경로를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M08 World/AGV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M09</a:t>
            </a:r>
            <a:r>
              <a:rPr/>
              <a:t>Differential Drive 구동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M10 ros_gz_bridge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M08에서 AGV가 World에 안정적으로 spawn된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M08 World/AGV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좌우 바퀴 속도 차이와 Twist linear.x/angular.z로 직진·회전·곡선 주행을 설명한다.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/cmd_vel에서 odom과 바퀴 구동 topic으로 이어지는 경로를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M08 World/AGV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좌우 바퀴 속도 차이와 Twist linear.x/angular.z로 직진·회전·곡선 주행을 설명한다.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/cmd_vel에서 odom과 바퀴 구동 topic으로 이어지는 경로를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3292" y="1389888"/>
            <a:ext cx="5262366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Gazebo Sim: Differential Drive의 대상이 되는 AGV 모델·바퀴·World  |  나중에 확인할 것: 파란 base와 두 검은 바퀴를 먼저 찾고, 다음 명령에서 /cmd_vel이 이 model의 DiffDrive plugin으로 들어간다고 연결합니다.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</a:t>
            </a:r>
            <a:r>
              <a:rPr/>
              <a:t>Twist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DiffDrive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left/right</a:t>
            </a:r>
            <a:r>
              <a:rPr/>
              <a:t>wheel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/odom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agv_gazebo/package.xml</a:t>
            </a:r>
            <a:r>
              <a:rPr/>
              <a:t>└── agv_gazebo/setup.py</a:t>
            </a:r>
            <a:r>
              <a:rPr/>
              <a:t>└── agv_gazebo/models/agv/model.sdf</a:t>
            </a:r>
            <a:r>
              <a:rPr/>
              <a:t>└── agv_control/agv_control/cmd_test_node.py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Gazebo launch 뒤 각 ROS topic을 확인한다.</a:t>
            </a:r>
            <a:r>
              <a:rPr/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M05의 agv_description과 분리해 World·model·bridge 책임을 agv_gazebo에 둡니다.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~/ros2_curri/my_agv_ws/src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pkg create --build-type ament_python agv_gazebo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agv_gazebo/models/agv agv_gazebo/worlds agv_gazebo/config agv_gazebo/launch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~/ros2_curri/my_agv_ws/src/agv_gazebo/package.xml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&lt;name&gt;agv_gazebo&lt;/name&gt;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&lt;exec_depend&gt;launch&lt;/exec_depend&gt;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&lt;package format="3"&gt;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&lt;name&gt;agv_gazebo&lt;/name&gt;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&lt;version&gt;0.1.0&lt;/version&gt;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&lt;description&gt;Gazebo Harmonic world, model and ROS-Gazebo bridge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configuration.&lt;/description&gt;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&lt;maintainer email="student@example.com"&gt;AGV student&lt;/maintainer&gt;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&lt;license&gt;Apache-2.0&lt;/license&gt;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&lt;buildtool_depend&gt;ament_python&lt;/buildtool_depend&gt;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&lt;exec_depend&gt;launch&lt;/exec_depend&gt;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&lt;exec_depend&gt;launch_ros&lt;/exec_depend&gt;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&lt;exec_depend&gt;ros_gz_sim&lt;/exec_depend&gt;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&lt;exec_depend&gt;ros_gz_bridge&lt;/exec_depend&gt;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&lt;exec_depend&gt;gz_ros2_control&lt;/exec_depend&gt;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&lt;exec_depend&gt;controller_manager&lt;/exec_depend&gt;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&lt;exec_depend&gt;robot_state_publisher&lt;/exec_depend&gt;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&lt;exec_depend&gt;agv_control&lt;/exec_depend&gt;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&lt;exec_depend&gt;agv_description&lt;/exec_depend&gt;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&lt;build_type&gt;ament_python&lt;/build_type&gt;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~/ros2_curri/my_agv_ws/src/agv_gazebo/setup.py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package_name = 'agv_gazebo'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 packages=find_packages(exclude=['test']),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data_files=[('share/ament_index/resource_index/packages',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['resource/' + package_name]), ('share/' + package_name, ['package.xml']),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('share/' + package_name + '/launch', glob('launch/*.launch.py')),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('share/' + package_name + '/worlds', glob('worlds/*.sdf')),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('share/' + package_name + '/config', glob('config/*.yaml')),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('share/' + package_name + '/models/agv', glob('models/agv/*')),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('share/' + package_name + '/models/agv_ros2_control',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glob('models/agv_ros2_control/*'))], install_requires=['setuptools'], zip_safe=True,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maintainer='AGV student',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~/ros2_curri/my_agv_ws/src/agv_gazebo/models/agv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&lt;sdf version="1.10"&gt;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&lt;model name="agv"&gt;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&lt;link name="base_link"&gt;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&lt;pose&gt;0 0 0.16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&lt;mass&gt;12.0&lt;/mass&gt;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&lt;ixx&gt;0.20&lt;/ixx&gt;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&lt;iyy&gt;0.40&lt;/iyy&gt;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&lt;izz&gt;0.50&lt;/izz&gt;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&lt;size&gt;0.60 0.42 0.16&lt;/size&gt;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&lt;diffuse&gt;0.1 0.35 0.8 1&lt;/diffuse&gt;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&lt;size&gt;0.60 0.42 0.16&lt;/size&gt;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&lt;sensor name="imu" type="imu"&gt;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&lt;topic&gt;/imu/data&lt;/topic&gt;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&lt;always_on&gt;true&lt;/always_on&gt;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&lt;angular_velocity&gt;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&lt;noise type="gaussian"&gt;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&lt;mean&gt;0&lt;/mean&gt;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&lt;stddev&gt;0.001&lt;/stddev&gt;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&lt;/noise&gt;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&lt;/x&gt;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&lt;/angular_velocity&gt;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&lt;/sensor&gt;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&lt;link name="left_wheel_link"&gt;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 relative_to="base_link"&gt;0 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&lt;iyy&gt;0.002&lt;/iyy&gt;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&lt;collision name="wheel_collision"&gt;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&lt;/ode&gt;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&lt;link name="right_wheel_link"&gt;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 relative_to="base_link"&gt;0 -0.19 -0.08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&lt;joint name="left_wheel_joint"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&lt;child&gt;left_wheel_link&lt;/child&gt;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&lt;xyz&gt;0 1 0&lt;/xyz&gt;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&lt;joint name="right_wheel_joint"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&lt;child&gt;right_wheel_link&lt;/child&gt;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&lt;link name="caster_link"&gt;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 relative_to="base_link"&gt;-0.24 0 -0.12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&lt;ixx&gt;0.0001&lt;/ixx&gt;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&lt;iyy&gt;0.0001&lt;/iyy&gt;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&lt;izz&gt;0.0001&lt;/izz&gt;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&lt;visual name="caster"&gt;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&lt;sphere&gt;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&lt;radius&gt;0.04&lt;/radius&gt;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&lt;/sphere&gt;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&lt;collision name="caster_collision"&gt;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&lt;sphere&gt;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&lt;radius&gt;0.04&lt;/radius&gt;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&lt;/sphere&gt;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&lt;child&gt;caster_link&lt;/child&gt;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&lt;link name="lidar_link"&gt;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 relative_to="base_link"&gt;0.12 0 0.13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&lt;visual name="housing"&gt;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&lt;radius&gt;0.045&lt;/radius&gt;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&lt;sensor name="lidar" type="gpu_lidar"&gt;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&lt;topic&gt;/scan&lt;/topic&gt;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&lt;always_on&gt;true&lt;/always_on&gt;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&lt;update_rate&gt;10&lt;/update_rate&gt;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&lt;visualize&gt;false&lt;/visualize&gt;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&lt;lidar&gt;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&lt;scan&gt;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&lt;horizontal&gt;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&lt;min_angle&gt;-3.14159&lt;/min_angle&gt;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&lt;max_angle&gt;3.14159&lt;/max_angle&gt;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&lt;/horizontal&gt;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&lt;/scan&gt;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&lt;range&gt;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&lt;min&gt;0.12&lt;/min&gt;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&lt;max&gt;12.0&lt;/max&gt;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&lt;resolution&gt;0.01&lt;/resolution&gt;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&lt;/range&gt;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&lt;/lidar&gt;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&lt;joint name="lidar_joint" type="fixed"&gt;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&lt;child&gt;lidar_link&lt;/child&gt;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&lt;link name="camera_link"&gt;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 relative_to="base_link"&gt;0.30 0 0.10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&lt;size&gt;0.05 0.08 0.05&lt;/size&gt;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&lt;sensor name="camera" type="camera"&gt;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&lt;topic&gt;/camera/image_raw&lt;/topic&gt;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&lt;always_on&gt;true&lt;/always_on&gt;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&lt;update_rate&gt;15&lt;/update_rate&gt;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&lt;camera&gt;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&lt;width&gt;640&lt;/width&gt;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&lt;height&gt;480&lt;/height&gt;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&lt;format&gt;R8G8B8&lt;/format&gt;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&lt;/image&gt;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&lt;clip&gt;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&lt;near&gt;0.1&lt;/near&gt;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&lt;far&gt;20&lt;/far&gt;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&lt;/clip&gt;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&lt;/camera&gt;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&lt;/sensor&gt;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&lt;joint name="camera_joint" type="fixed"&gt;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&lt;child&gt;camera_link&lt;/child&gt;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&lt;plugin filename="gz-sim-diff-drive-system" name="gz::sim::systems::DiffDrive"&gt;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&lt;left_joint&gt;left_wheel_joint&lt;/left_joint&gt;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&lt;right_joint&gt;right_wheel_joint&lt;/right_joint&gt;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&lt;topic&gt;/cmd_vel&lt;/topic&gt;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&lt;odom_topic&gt;/odom&lt;/odom_topic&gt;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&lt;frame_id&gt;odom&lt;/frame_id&gt;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&lt;child_frame_id&gt;base_link&lt;/child_frame_id&gt;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&lt;/plugin&gt;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~/ros2_curri/my_agv_ws/src/agv_control/agv_control/cmd_test_node.py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CmdTestNode(Node):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super().__init__('cmd_test_node')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self.declare_parameter('linear_speed', 0.15)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self.create_publisher(Twist, '/cmd_vel',</a:t>
            </a:r>
            <a:r>
              <a:rPr/>
              <a:t>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self.create_timer(0.1, self.publish_once)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호출하지 않아도 일정 주기로 함수를 실행하게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topic의 publish rate 또는 terminal log 주기가 생깁니다.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publish_once(self):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command.linear.x =</a:t>
            </a:r>
            <a:r>
              <a:rPr/>
              <a:t>self.get_parameter('linear_speed').value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self.publisher.publish(command)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geometry_msgs.msg import Twist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CmdTestNode(Node):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super().__init__('cmd_test_node')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self.declare_parameter('linear_speed', 0.15)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self.declare_parameter('angular_speed', 0.0)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 = self.create_publisher(Twist, '/cmd_vel',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self.create_timer(0.1, self.publish_once)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publish_once(self):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command = Twist()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self.remaining &gt; 0: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command.linear.x = self.get_parameter('linear_speed').value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command.angular.z = self.get_parameter('angular_speed').value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self.remaining -= 1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self.publisher.publish(command)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self.remaining == 0: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self.get_logger().info('test command finished; publishing zero Twist')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node = CmdTestNode()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직진 명령을 보낸다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linear.x는 m/s이고 angular.z는 rad/s다.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pub --rate 10 /cmd_vel geometry_msgs/msg/Twist \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"{linear: {x: 0.15}, angular: {z: 0.0}}"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회전과 odom을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제자리 회전은 linear.x=0, angular.z만 양수/음수로 바꾼다.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pub --rate 10 /cmd_vel geometry_msgs/msg/Twist \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"{linear: {x: 0.0}, angular: {z: 0.4}}"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/odom --once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다른 터미널의 실행 결과를 이 창에서 관찰·검증합니다.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터미널 1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79192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DB7E22"/>
                </a:solidFill>
                <a:latin typeface="Noto Sans CJK KR"/>
              </a:defRPr>
            </a:pPr>
            <a:r>
              <a:rPr/>
              <a:t>두 터미널은 동시에 필요합니다. 각 검은 블록에는 그대로 복사할 명령만 들어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명령만 복사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agv_gazebo gazebo.launch.py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시뮬레이터·bridge·node를 먼저 시작한 뒤 이 창은 종료하지 않고 둡니다.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2 — 명령만 복사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agv_control cmd_test_node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2 역할: 이 node를 실행합니다. 출력이 계속 나오는 동안 Ctrl+C로 종료하지 않습니다.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Gazebo Sim: Differential Drive의 대상이 되는 AGV 모델·바퀴·World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904" y="1353312"/>
            <a:ext cx="5417142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파란 base와 두 검은 바퀴를 먼저 찾고, 다음 명령에서 /cmd_vel이 이 model의 DiffDrive plugin으로 들어간다고 연결합니다.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/cmd_vel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바퀴는 도는데 이동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joint axis·friction·contact·wheel radius를 확인한다.</a:t>
            </a:r>
            <a:r>
              <a:rPr/>
              <a:t>수정 후: ros2 topic info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회전 방향이 반대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left/right joint와 angular.z 부호를 확인한다.</a:t>
            </a:r>
            <a:r>
              <a:rPr/>
              <a:t>수정 후: ros2 topic info /cmd_vel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diff -ru my_agv_ws/src blocks/C_drive_visualization/M09_differential_drive/complete/agv_ws/src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my_agv_ws/src my_agv_ws/src_before_M09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blocks/C_drive_visualization/M09_differential_drive/complete/agv_ws/src/.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0.15 m/s 직진, 0.4 rad/s 회전, 둘 다 비영 값인 곡선을 각각 2초씩 시험해 경로를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/cmd_vel에서 odom과 바퀴 구동 topic으로 이어지는 경로를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blocks/C_drive_visualization/M09_differential_drive/complete/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M10 ros_gz_bridge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2/3 · M10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ros_gz_bridge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M10의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ros_gz_bridge로 ROS 2 ↔ Gazebo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/cmd_vel ROS→Gazebo 및 odom/scan/imu/camera/clock Gazebo→ROS 매핑을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M09 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M10</a:t>
            </a:r>
            <a:r>
              <a:rPr/>
              <a:t>ros_gz_bridge로 ROS 2 ↔ Gazebo 연결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M11 RViz2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Gazebo 내부에 AGV와 sensor topic이 있고 ROS 2 외부와 구분되는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M09 /cmd_vel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message와 Gazebo Transport message 사이의 방향·타입·이름 매핑을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/cmd_vel ROS→Gazebo 및 odom/scan/imu/camera/clock Gazebo→ROS 매핑을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M09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message와 Gazebo Transport message 사이의 방향·타입·이름 매핑을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/cmd_vel ROS→Gazebo 및 odom/scan/imu/camera/clock Gazebo→ROS 매핑을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2개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</a:t>
            </a:r>
            <a:r>
              <a:rPr/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ros_gz_bridge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</a:t>
            </a:r>
            <a:r>
              <a:rPr/>
              <a:t>DiffDrive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agv_gazebo/config/bridge.yaml</a:t>
            </a:r>
            <a:r>
              <a:rPr/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1/2: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1/2: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1/2: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1/2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gz_topic_name: "/cmd_vel"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"geometry_msgs/msg/Twist"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gz_type_name: "gz.msgs.Twist"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ROS_TO_GZ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"/odom"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gz_topic_name: "/odom"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"nav_msgs/msg/Odometry"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gz_type_name: "gz.msgs.Odometry"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"/scan"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1/2: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1/2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gz_type_name: "gz.msgs.LaserScan"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"/imu/data"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gz_topic_name: "/imu/data"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"sensor_msgs/msg/Imu"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gz_type_name: "gz.msgs.IMU"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"/camera/image_raw"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gz_topic_name: "/camera/image_raw"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"sensor_msgs/msg/Image"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1/2: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1/2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gz_topic_name: "/clock"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"rosgraph_msgs/msg/Clock"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gz_type_name: "gz.msgs.Clock"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~/ros2_curri/my_agv_ws/src/agv_gazebo/launch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~/ros2_curri/my_agv_ws/src/agv_gazebo/launch/gazebo.launch.py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return</a:t>
            </a:r>
            <a:r>
              <a:rPr/>
              <a:t>LaunchDescription([SetEnvironmentVariable('GZ_SIM_RESOURCE_PATH',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launch_arguments={'gz_args': '-r ' + world}.items()),</a:t>
            </a:r>
            <a:r>
              <a:rPr/>
              <a:t>Node(package='ros_gz_bridge',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executable='parameter_bridge', parameters=[{'config_file':</a:t>
            </a:r>
            <a:r>
              <a:rPr/>
              <a:t>os.path.join(share,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YAML/값을 node에 parameter로 전달하는 연결 지점입니다.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파일 값이 node parameter와 실행 결과에 반영됩니다.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2/2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~/ros2_curri/my_agv_ws/src/agv_gazebo/launch/gazebo.launch.py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ament_index_python.packages import get_package_share_directory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 import LaunchDescription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launch.actions import IncludeLaunchDescription, SetEnvironmentVariable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launch.launch_description_sources import PythonLaunchDescriptionSource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launch_ros.actions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generate_launch_description():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share = get_package_share_directory('agv_gazebo')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world = os.path.join(share, 'worlds', 'warehouse.sdf')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models = os.path.join(share, 'models')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2/2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~/ros2_curri/my_agv_ws/src/agv_gazebo/launch/gazebo.launch.py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gz_launch = os.path.join(get_package_share_directory('ros_gz_sim'), 'launch', 'gz_sim.launch.py')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return LaunchDescription([SetEnvironmentVariable('GZ_SIM_RESOURCE_PATH',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models + (':' + previous if previous else '')),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IncludeLaunchDescription(PythonLaunchDescriptionSource(gz_launch),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launch_arguments={'gz_args': '-r ' + world}.items()), Node(package='ros_gz_bridge',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executable='parameter_bridge', parameters=[{'config_file': os.path.join(share,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bridge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방향과 양쪽 message type을 한 topic마다 정확히 적는다.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src/agv_gazebo/config/bridge.yaml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launch가 YAML을 읽게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config_file은 package share 경로에서 찾도록 launch에 넣는다.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colcon build --symlink-install --packages-select agv_gazebo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agv_gazebo gazebo.launch.py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시뮬레이터·bridge·node를 먼저 시작한 뒤 이 창은 종료하지 않고 둡니다.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agv_gazebo gazebo.launch.py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시뮬레이터·bridge·node를 먼저 시작한 뒤 이 창은 종료하지 않고 둡니다.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list | rg '/cmd_vel|/odom|/scan|/imu|/camera|/clock'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/scan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ROS topic이 생성되지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bridge 프로세스·topic 이름·message type을 확인한다.</a:t>
            </a:r>
            <a:r>
              <a:rPr/>
              <a:t>수정 후: ros2 topic list | rg '/cmd_vel|/odom|/scan|/imu|/camera|/clock'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한 방향으로만 전달됨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direction ROS_TO_GZ/GZ_TO_ROS 설정을 확인한다.</a:t>
            </a:r>
            <a:r>
              <a:rPr/>
              <a:t>수정 후: ros2 topic list | rg '/cmd_vel|/odom|/scan|/imu|/camera|/clock'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diff -ru my_agv_ws/src blocks/C_drive_visualization/M10_ros_gz_bridge/complete/agv_ws/src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my_agv_ws/src my_agv_ws/src_before_M10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blocks/C_drive_visualization/M10_ros_gz_bridge/complete/agv_ws/src/.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bridge.yaml에서 /scan 항목의 ros_type_name을 읽고 `ros2 interface show sensor_msgs/msg/LaserScan`으로 필드를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/cmd_vel ROS→Gazebo 및 odom/scan/imu/camera/clock Gazebo→ROS 매핑을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blocks/C_drive_visualization/M10_ros_gz_bridge/complete/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M11 RViz2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3/3 · M11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RViz 통합 검증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M11의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RViz2에서 구동 상태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agv.rviz에 RobotModel·TF·LaserScan·Odometry 설정을 저장하고 실제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M10 bridge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M11</a:t>
            </a:r>
            <a:r>
              <a:rPr/>
              <a:t>RViz2에서 구동 상태 검증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M12~M15 센서 display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M10 bridge 뒤에 robot_description·TF·odom·scan이 ROS 2에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M10 bridge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Gazebo와 RViz2 역할을 분리하고 RobotModel·TF·센서 display를 같은 frame에서 검증한다.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agv.rviz에 RobotModel·TF·LaserScan·Odometry 설정을 저장하고 실제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M10 bridge topic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Gazebo와 RViz2 역할을 분리하고 RobotModel·TF·센서 display를 같은 frame에서 검증한다.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agv.rviz에 RobotModel·TF·LaserScan·Odometry 설정을 저장하고 실제 화면을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058" y="1389888"/>
            <a:ext cx="5620834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RobotModel과 TF를 같은 Fixed Frame에서 확인한 화면  |  나중에 확인할 것: 왼쪽 Displays의 RobotModel·TF가 켜져 있고, 오른쪽에 차체·바퀴·sensor frame 축이 함께 보이는지 확인합니다.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LaserScan·Odometry display를 RobotModel과 함께 켠 화면  |  나중에 확인할 것: Displays에서 LaserScan·Odometry가 활성화되어 있는지와 scan point가 TF 좌표계에 붙는지를 확인합니다.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robot_description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TF / 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RViz Displays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내 workspace에서 build한 package를 현재 terminal에 겹쳐 등록합니다.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줄 뒤 `ros2 run`이 내가 만든 package와 executable을 찾습니다.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rviz2 -d</a:t>
            </a:r>
            <a:r>
              <a:rPr/>
              <a:t>~/ros2_curri/my_agv_ws/src/agv_description/rviz/agv.rviz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저장해 둔 RViz 설정 파일을 열어 동일한 display 구성을 재현합니다.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RobotModel·TF·LaserScan display가 설정 파일대로 보입니다.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Fixed Frame: odom 또는 base_link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명령은 지금 모듈의 기능을 실행하거나 관찰하는 한 단계입니다.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명령 뒤 terminal 또는 GUI에서 완료 조건이 충족됐는지 확인합니다.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Add → RobotModel → Description Topic: /robot_description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Add → TF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명령은 지금 모듈의 기능을 실행하거나 관찰하는 한 단계입니다.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명령 뒤 terminal 또는 GUI에서 완료 조건이 충족됐는지 확인합니다.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Add → LaserScan → Topic: /scan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1/3: RViz를 설정 파일로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1/3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같은 display 설정을 다음 센서 모듈에서도 재사용한다.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rviz2 -d ~/ros2_curri/my_agv_ws/src/agv_description/rviz/agv.rviz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2/3: RobotModel과 TF를 먼저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2/3    |    현재 폴더 RViz2 화면    |    GUI 조작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 화면에서 하는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모델과 frame이 맞아야 scan·image 위치도 맞는다.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RViz 클릭 순서 — 아래 내용은 터미널 명령이 아니라 화면 조작 안내입니다.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63824"/>
            <a:ext cx="10835640" cy="1572768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Aptos"/>
              </a:defRPr>
            </a:pPr>
            <a:r>
              <a:rPr/>
              <a:t>Fixed Frame: odom 또는 base_link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Aptos"/>
              </a:defRPr>
            </a:pPr>
            <a:r>
              <a:rPr/>
              <a:t>Add → RobotModel → Description Topic: /robot_description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Aptos"/>
              </a:defRPr>
            </a:pPr>
            <a:r>
              <a:rPr/>
              <a:t>Add → TF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065776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각 줄을 위에서 아래로 클릭한 뒤, 왼쪽 Displays 목록에 항목이 추가됐는지 확인합니다.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3/3: 센서 display를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3/3    |    현재 폴더 RViz2 화면    |    GUI 조작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 화면에서 하는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display는 topic과 message frame_id를 TF로 변환한다.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RViz 클릭 순서 — 아래 내용은 터미널 명령이 아니라 화면 조작 안내입니다.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63824"/>
            <a:ext cx="10835640" cy="1572768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Aptos"/>
              </a:defRPr>
            </a:pPr>
            <a:r>
              <a:rPr/>
              <a:t>Add → LaserScan → Topic: /scan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Aptos"/>
              </a:defRPr>
            </a:pPr>
            <a:r>
              <a:rPr/>
              <a:t>Add → Odometry → Topic: /odom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Aptos"/>
              </a:defRPr>
            </a:pPr>
            <a:r>
              <a:rPr/>
              <a:t>File → Save Config As → agv.rviz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065776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각 줄을 위에서 아래로 클릭한 뒤, 왼쪽 Displays 목록에 항목이 추가됐는지 확인합니다.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시뮬레이터·bridge·node를 먼저 시작한 뒤 이 창은 종료하지 않고 둡니다.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RViz2: RobotModel과 TF를 같은 Fixed Frame에서 확인한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399" y="1353312"/>
            <a:ext cx="578615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왼쪽 Displays의 RobotModel·TF가 켜져 있고, 오른쪽에 차체·바퀴·sensor frame 축이 함께 보이는지 확인합니다.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RViz2: LaserScan·Odometry display를 RobotModel과 함께 켠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Displays에서 LaserScan·Odometry가 활성화되어 있는지와 scan point가 TF 좌표계에 붙는지를 확인합니다.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/robot_description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/scan --once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RobotModel이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robot_description·Fixed Frame·TF를 순서대로 확인한다.</a:t>
            </a:r>
            <a:r>
              <a:rPr/>
              <a:t>수정 후: ros2 topic info /robot_description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LaserScan 위치가 이상함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scan header.frame_id와 lidar TF를 확인한다.</a:t>
            </a:r>
            <a:r>
              <a:rPr/>
              <a:t>수정 후: ros2 topic info /robot_description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Fixed Frame을 의도적으로 없는 이름으로 바꾼 뒤 Global Status 오류를 읽고 odom으로 되돌린다.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agv.rviz에 RobotModel·TF·LaserScan·Odometry 설정을 저장하고 실제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blocks/C_drive_visualization/M11_rviz_integration/complete/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M12~M15 센서 display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