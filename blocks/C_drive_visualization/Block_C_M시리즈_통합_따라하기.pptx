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좌우 바퀴 속도 차이와 Twist linear.x/angular.z로 직진·회전·곡선 주행을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/cmd_vel에서 odom과 바퀴 구동 topic으로 이어지는 경로를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이전=M08 World/AGV, 다음=M10 ros_gz_bridge을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좌우 바퀴 속도 차이와 Twist linear.x/angular.z로 직진·회전·곡선 주행을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/cmd_vel에서 odom과 바퀴 구동 topic으로 이어지는 경로를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linear.x는 m/s이고 angular.z는 rad/s다.</a:t>
            </a:r>
          </a:p>
          <a:p>
            <a:r>
              <a:t>[실행] ros2 topic pub --rate 10 /cmd_vel geometry_msgs/msg/Twist \</a:t>
            </a:r>
          </a:p>
          <a:p>
            <a:r>
              <a:t>  "{linear: {x: 0.15}, angular: {z: 0.0}}"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제자리 회전은 linear.x=0, angular.z만 양수/음수로 바꾼다.</a:t>
            </a:r>
          </a:p>
          <a:p>
            <a:r>
              <a:t>[실행] ros2 topic pub --rate 10 /cmd_vel geometry_msgs/msg/Twist \</a:t>
            </a:r>
          </a:p>
          <a:p>
            <a:r>
              <a:t>  "{linear: {x: 0.0}, angular: {z: 0.4}}"</a:t>
            </a:r>
          </a:p>
          <a:p>
            <a:r>
              <a:t>ros2 topic echo /odom --once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3/24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4/24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5/24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6/24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7/24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8/24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9/24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10/24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11/24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12/24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13/24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14/24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15/24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16/24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17/24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18/24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19/24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20/24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21/24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22/24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23/24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~/ros2_curri/agv_ws/src/agv_gazebo/models/agv/model.sdf의 전체 파일을 24/24 구간으로 작성한다.</a:t>
            </a:r>
          </a:p>
          <a:p>
            <a:r>
              <a:t>[실행] nano ~/ros2_curri/agv_ws/src/agv_gazebo/models/agv/model.sdf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~/ros2_curri/agv_ws/src/agv_control/agv_control/cmd_test_node.py의 전체 파일을 1/3 구간으로 작성한다.</a:t>
            </a:r>
          </a:p>
          <a:p>
            <a:r>
              <a:t>[실행] nano ~/ros2_curri/agv_ws/src/agv_control/agv_control/cmd_test_node.py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~/ros2_curri/agv_ws/src/agv_control/agv_control/cmd_test_node.py의 전체 파일을 2/3 구간으로 작성한다.</a:t>
            </a:r>
          </a:p>
          <a:p>
            <a:r>
              <a:t>[실행] nano ~/ros2_curri/agv_ws/src/agv_control/agv_control/cmd_test_node.py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~/ros2_curri/agv_ws/src/agv_control/agv_control/cmd_test_node.py의 전체 파일을 3/3 구간으로 작성한다.</a:t>
            </a:r>
          </a:p>
          <a:p>
            <a:r>
              <a:t>[실행] nano ~/ros2_curri/agv_ws/src/agv_control/agv_control/cmd_test_node.py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ros2 launch agv_gazebo gazebo.launch.py</a:t>
            </a:r>
          </a:p>
          <a:p>
            <a:r>
              <a:t># 새 터미널: ros2 run agv_control cmd_test_node</a:t>
            </a:r>
          </a:p>
          <a:p>
            <a:r>
              <a:t>[확인] /cmd_vel에서 odom과 바퀴 구동 topic으로 이어지는 경로를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/cmd_vel</a:t>
            </a:r>
          </a:p>
          <a:p>
            <a:r>
              <a:t>ros2 topic echo /odom --once</a:t>
            </a:r>
          </a:p>
          <a:p>
            <a:r>
              <a:t>[확인] /cmd_vel에서 odom과 바퀴 구동 topic으로 이어지는 경로를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M10 ros_gz_bridge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message와 Gazebo Transport message 사이의 방향·타입·이름 매핑을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/cmd_vel ROS→Gazebo 및 odom/scan/imu/camera/clock Gazebo→ROS 매핑을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이전=M09 /cmd_vel, 다음=M11 RViz2을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ROS 2 message와 Gazebo Transport message 사이의 방향·타입·이름 매핑을 만든다.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/cmd_vel ROS→Gazebo 및 odom/scan/imu/camera/clock Gazebo→ROS 매핑을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방향과 양쪽 message type을 한 topic마다 정확히 적는다.</a:t>
            </a:r>
          </a:p>
          <a:p>
            <a:r>
              <a:t>[실행] cd ~/ros2_curri/agv_ws</a:t>
            </a:r>
          </a:p>
          <a:p>
            <a:r>
              <a:t>nano src/agv_gazebo/config/bridge.yaml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config_file은 package share 경로에서 찾도록 launch에 넣는다.</a:t>
            </a:r>
          </a:p>
          <a:p>
            <a:r>
              <a:t>[실행] colcon build --symlink-install --packages-select agv_gazebo</a:t>
            </a:r>
          </a:p>
          <a:p>
            <a:r>
              <a:t>source install/setup.bash</a:t>
            </a:r>
          </a:p>
          <a:p>
            <a:r>
              <a:t>ros2 launch agv_gazebo gazebo.launch.py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~/ros2_curri/agv_ws/src/agv_gazebo/config/bridge.yaml의 전체 파일을 1/3 구간으로 작성한다.</a:t>
            </a:r>
          </a:p>
          <a:p>
            <a:r>
              <a:t>[실행] nano ~/ros2_curri/agv_ws/src/agv_gazebo/config/bridge.yaml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~/ros2_curri/agv_ws/src/agv_gazebo/config/bridge.yaml의 전체 파일을 2/3 구간으로 작성한다.</a:t>
            </a:r>
          </a:p>
          <a:p>
            <a:r>
              <a:t>[실행] nano ~/ros2_curri/agv_ws/src/agv_gazebo/config/bridge.yaml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~/ros2_curri/agv_ws/src/agv_gazebo/config/bridge.yaml의 전체 파일을 3/3 구간으로 작성한다.</a:t>
            </a:r>
          </a:p>
          <a:p>
            <a:r>
              <a:t>[실행] nano ~/ros2_curri/agv_ws/src/agv_gazebo/config/bridge.yaml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~/ros2_curri/agv_ws/src/agv_gazebo/launch/gazebo.launch.py의 전체 파일을 1/2 구간으로 작성한다.</a:t>
            </a:r>
          </a:p>
          <a:p>
            <a:r>
              <a:t>[실행] nano ~/ros2_curri/agv_ws/src/agv_gazebo/launch/gazebo.launch.py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~/ros2_curri/agv_ws/src/agv_gazebo/launch/gazebo.launch.py의 전체 파일을 2/2 구간으로 작성한다.</a:t>
            </a:r>
          </a:p>
          <a:p>
            <a:r>
              <a:t>[실행] nano ~/ros2_curri/agv_ws/src/agv_gazebo/launch/gazebo.launch.py</a:t>
            </a:r>
          </a:p>
          <a:p>
            <a:r>
              <a:t>[확인] 코드를 저장하고 다음 코드 슬라이드 또는 build 단계로 이동한다.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들여쓰기·XML 태그·따옴표가 슬라이드와 정확히 같은지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~/ros2_curri/agv_ws/install/setup.bash</a:t>
            </a:r>
          </a:p>
          <a:p>
            <a:r>
              <a:t>ros2 launch agv_gazebo gazebo.launch.py</a:t>
            </a:r>
          </a:p>
          <a:p>
            <a:r>
              <a:t>[확인] /cmd_vel ROS→Gazebo 및 odom/scan/imu/camera/clock Gazebo→ROS 매핑을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list | rg '/cmd_vel|/odom|/scan|/imu|/camera|/clock'</a:t>
            </a:r>
          </a:p>
          <a:p>
            <a:r>
              <a:t>ros2 topic info /scan</a:t>
            </a:r>
          </a:p>
          <a:p>
            <a:r>
              <a:t>[확인] /cmd_vel ROS→Gazebo 및 odom/scan/imu/camera/clock Gazebo→ROS 매핑을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M11 RViz2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Gazebo와 RViz2 역할을 분리하고 RobotModel·TF·센서 display를 같은 frame에서 검증한다.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agv.rviz에 RobotModel·TF·LaserScan·Odometry 설정을 저장하고 실제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현재 모듈이 앞뒤 과정과 분리된 예제가 아님을 보여 준다.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이전=M10 bridge topic, 다음=M12~M15 센서 display을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교육생의 시작 상태를 통일한다.</a:t>
            </a:r>
          </a:p>
          <a:p>
            <a:r>
              <a:t>[실행] pwd; source /opt/ros/jazzy/setup.bash; source ~/ros2_curri/agv_ws/install/setup.bash</a:t>
            </a:r>
          </a:p>
          <a:p>
            <a:r>
              <a:t>[확인] 현재 폴더와 source 상태를 모두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Gazebo와 RViz2 역할을 분리하고 RobotModel·TF·센서 display를 같은 frame에서 검증한다.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agv.rviz에 RobotModel·TF·LaserScan·Odometry 설정을 저장하고 실제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도식의 각 상자가 무엇을 만들고 화살표가 어떤 방향으로 데이터를 보내는지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왼쪽에서 오른쪽(또는 제어 방향)으로 흐름을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파일 경로를 보여 주고 어떤 package의 책임인지 설명한다.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교육생이 파일의 부모 package를 찾을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같은 display 설정을 다음 센서 모듈에서도 재사용한다.</a:t>
            </a:r>
          </a:p>
          <a:p>
            <a:r>
              <a:t>[실행] source ~/ros2_curri/agv_ws/install/setup.bash</a:t>
            </a:r>
          </a:p>
          <a:p>
            <a:r>
              <a:t>rviz2 -d ~/ros2_curri/agv_ws/src/agv_description/rviz/agv.rviz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모델과 frame이 맞아야 scan·image 위치도 맞는다.</a:t>
            </a:r>
          </a:p>
          <a:p>
            <a:r>
              <a:t>[실행] Fixed Frame: odom 또는 base_link</a:t>
            </a:r>
          </a:p>
          <a:p>
            <a:r>
              <a:t>Add → RobotModel → Description Topic: /robot_description</a:t>
            </a:r>
          </a:p>
          <a:p>
            <a:r>
              <a:t>Add → TF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각 display는 topic과 message frame_id를 TF로 변환한다.</a:t>
            </a:r>
          </a:p>
          <a:p>
            <a:r>
              <a:t>[실행] Add → LaserScan → Topic: /scan</a:t>
            </a:r>
          </a:p>
          <a:p>
            <a:r>
              <a:t>Add → Odometry → Topic: /odom</a:t>
            </a:r>
          </a:p>
          <a:p>
            <a:r>
              <a:t>File → Save Config As → agv.rviz</a:t>
            </a:r>
          </a:p>
          <a:p>
            <a:r>
              <a:t>[확인] 명령 출력에서 슬라이드의 확인 항목을 찾는다.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build/source/run을 생략 없이 실행한다.</a:t>
            </a:r>
          </a:p>
          <a:p>
            <a:r>
              <a:t>[실행] source ~/ros2_curri/agv_ws/install/setup.bash</a:t>
            </a:r>
          </a:p>
          <a:p>
            <a:r>
              <a:t>ros2 launch agv_bringup agv_sim.launch.py</a:t>
            </a:r>
          </a:p>
          <a:p>
            <a:r>
              <a:t>[확인] agv.rviz에 RobotModel·TF·LaserScan·Odometry 설정을 저장하고 실제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실제 Ubuntu/ROS 2 환경에서 생성한 검증 화면이다.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캡처의 명령과 다음 슬라이드의 검증 명령을 비교한다.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검증 명령은 GUI 결과와 별도로 실행해 재현 가능한 완료 기준을 만든다.</a:t>
            </a:r>
          </a:p>
          <a:p>
            <a:r>
              <a:t>[실행] ros2 topic info /robot_description</a:t>
            </a:r>
          </a:p>
          <a:p>
            <a:r>
              <a:t>ros2 topic echo /scan --once</a:t>
            </a:r>
          </a:p>
          <a:p>
            <a:r>
              <a:t>ros2 topic echo /odom --once</a:t>
            </a:r>
          </a:p>
          <a:p>
            <a:r>
              <a:t>[확인] agv.rviz에 RobotModel·TF·LaserScan·Odometry 설정을 저장하고 실제 화면을 확인한다.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오류를 대신 해결하지 말고 증상부터 우선 확인 순서대로 교육생이 실행하게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수정 뒤 첫 검증 명령을 다시 실행한다.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슬라이드의 두 대표 오류를 먼저 사용한다.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직접 한 값만 바꿔 원인과 결과를 연결하게 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원래 값과 변경 값을 모두 기록한다.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교육생이 Complete·캡처·로그를 저장했는지 확인하고 다음 모듈의 시작 상태를 읽는다.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M12~M15 센서 display 시작 조건을 말할 수 있다.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[설명] 공식 문서는 버전 차이와 확장 학습을 확인할 때 사용한다.</a:t>
            </a:r>
          </a:p>
          <a:p>
            <a:r>
              <a:t>[실행] 슬라이드의 명령 또는 파일 작성 단계를 진행한다.</a:t>
            </a:r>
          </a:p>
          <a:p>
            <a:r>
              <a:t>[확인] 학습자는 본문만으로 현재 모듈을 완료한 상태여야 한다.</a:t>
            </a:r>
          </a:p>
          <a:p>
            <a:r>
              <a:t>[멈춤] 교육생이 현재 체크포인트를 통과할 때까지 기다린다.</a:t>
            </a:r>
          </a:p>
          <a:p>
            <a:r>
              <a:t>[오류] 오류가 나면 현재 폴더, source, 파일 경로를 먼저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C · M 시리즈 통합 따라 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6949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600" b="1">
                <a:solidFill>
                  <a:srgbClr val="122C4E"/>
                </a:solidFill>
                <a:latin typeface="Noto Sans CJK KR"/>
              </a:defRPr>
            </a:pPr>
            <a:r>
              <a:t>주행과 시각화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143000" y="2971800"/>
            <a:ext cx="9921240" cy="137160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이 파일은 Block 안의 모든 M 시리즈 PPT를 순서와 발표자 노트까지 유지해 한 번에 볼 수 있도록 합친 자료입니다.</a:t>
            </a:r>
            <a:br/>
            <a:r>
              <a:t>개별 M PPT는 실습 때, 이 통합본은 Block 전체 흐름을 복습·강의할 때 사용합니다.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698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t>포함 모듈: M09 → M10 → M11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972800" cy="4572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000" b="1">
                <a:solidFill>
                  <a:srgbClr val="122C4E"/>
                </a:solidFill>
                <a:latin typeface="Noto Sans CJK KR"/>
              </a:defRPr>
            </a:pPr>
            <a:r>
              <a:t>Block C 커리큘럼 요약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06527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24128" y="13441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3258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Differential Drive와 odom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82240"/>
            <a:ext cx="106527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7919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7736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ros_gz_bridge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4130040"/>
            <a:ext cx="106527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239768"/>
            <a:ext cx="1143000" cy="2468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900" b="1">
                <a:solidFill>
                  <a:srgbClr val="225B9B"/>
                </a:solidFill>
                <a:latin typeface="Noto Sans CJK KR"/>
              </a:defRPr>
            </a:pPr>
            <a:r>
              <a:t>M11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4221480"/>
            <a:ext cx="859536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t>RViz 통합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53328"/>
            <a:ext cx="1051560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400" b="1">
                <a:solidFill>
                  <a:srgbClr val="2A8B5A"/>
                </a:solidFill>
                <a:latin typeface="Noto Sans CJK KR"/>
              </a:defRPr>
            </a:pPr>
            <a:r>
              <a:t>각 모듈의 완료 조건을 통과한 뒤에만 다음 모듈로 진행합니다.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C · 1/3 · M09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Differential Drive와 odom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M09의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M09 · Block C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Differential Drive 구동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/cmd_vel에서 odom과 바퀴 구동 topic으로 이어지는 경로를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M08 World/AGV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M09</a:t>
            </a:r>
            <a:r>
              <a:rPr/>
              <a:t>Differential Drive 구동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M10 ros_gz_bridge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/cmd_vel에서 odom과 바퀴 구동 topic으로 이어지는 경로를 확인한다.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M08에서 AGV가 World에 안정적으로 spawn된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M08 World/AGV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좌우 바퀴 속도 차이와 Twist linear.x/angular.z로 직진·회전·곡선 주행을 설명한다.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/cmd_vel에서 odom과 바퀴 구동 topic으로 이어지는 경로를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68195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/cmd_vel</a:t>
            </a:r>
            <a:r>
              <a:rPr/>
              <a:t>Twist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98164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909060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DiffDrive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9028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49924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left/right</a:t>
            </a:r>
            <a:r>
              <a:rPr/>
              <a:t>wheel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279892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59078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/odom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agv_gazebo/models/agv/model.sdf</a:t>
            </a:r>
            <a:r>
              <a:rPr/>
              <a:t>└── agv_control/agv_control/cmd_test_node.py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직진 명령을 보낸다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linear.x는 m/s이고 angular.z는 rad/s다.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pub --rate 10 /cmd_vel geometry_msgs/msg/Twist \</a:t>
            </a:r>
            <a:r>
              <a:rPr/>
              <a:t>  "{linear: {x: 0.15}, angular: {z: 0.0}}"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회전과 odom을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제자리 회전은 linear.x=0, angular.z만 양수/음수로 바꾼다.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pub --rate 10 /cmd_vel geometry_msgs/msg/Twist \</a:t>
            </a:r>
            <a:r>
              <a:rPr/>
              <a:t>  "{linear: {x: 0.0}, angular: {z: 0.4}}"</a:t>
            </a:r>
            <a:r>
              <a:rPr/>
              <a:t>ros2 topic echo /odom --once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&lt;?xml version="1.0" ?&gt;</a:t>
            </a:r>
            <a:r>
              <a:rPr/>
              <a:t>&lt;sdf version="1.10"&gt;</a:t>
            </a:r>
            <a:r>
              <a:rPr/>
              <a:t>  </a:t>
            </a:r>
            <a:r>
              <a:rPr/>
              <a:t>  </a:t>
            </a:r>
            <a:r>
              <a:rPr/>
              <a:t>  &lt;model name="agv"&gt;</a:t>
            </a:r>
            <a:r>
              <a:rPr/>
              <a:t>    </a:t>
            </a:r>
            <a:r>
              <a:rPr/>
              <a:t>    </a:t>
            </a:r>
            <a:r>
              <a:rPr/>
              <a:t>    &lt;link name="base_link"&gt;</a:t>
            </a:r>
            <a:r>
              <a:rPr/>
              <a:t>      </a:t>
            </a:r>
            <a:r>
              <a:rPr/>
              <a:t>      </a:t>
            </a:r>
            <a:r>
              <a:rPr/>
              <a:t>      &lt;pose&gt;0 0 0.16 0 0 0&lt;/pose&gt;</a:t>
            </a:r>
            <a:r>
              <a:rPr/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4/27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</a:t>
            </a:r>
            <a:r>
              <a:rPr/>
              <a:t>      &lt;inertial&gt;</a:t>
            </a:r>
            <a:r>
              <a:rPr/>
              <a:t>        &lt;mass&gt;12.0&lt;/mass&gt;</a:t>
            </a:r>
            <a:r>
              <a:rPr/>
              <a:t>        &lt;inertia&gt;</a:t>
            </a:r>
            <a:r>
              <a:rPr/>
              <a:t>          &lt;ixx&gt;0.20&lt;/ixx&gt;</a:t>
            </a:r>
            <a:r>
              <a:rPr/>
              <a:t>          &lt;iyy&gt;0.40&lt;/iyy&gt;</a:t>
            </a:r>
            <a:r>
              <a:rPr/>
              <a:t>          &lt;izz&gt;0.50&lt;/izz&gt;</a:t>
            </a:r>
            <a:r>
              <a:rPr/>
              <a:t>        &lt;/inertia&gt;</a:t>
            </a:r>
            <a:r>
              <a:rPr/>
              <a:t>      &lt;/inertial&gt;</a:t>
            </a:r>
            <a:r>
              <a:rPr/>
              <a:t>      </a:t>
            </a:r>
            <a:r>
              <a:rPr/>
              <a:t>      </a:t>
            </a:r>
            <a:r>
              <a:rPr/>
              <a:t>      &lt;visual name="body"&gt;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5/27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  <a:r>
              <a:rPr/>
              <a:t>          &lt;box&gt;</a:t>
            </a:r>
            <a:r>
              <a:rPr/>
              <a:t>            &lt;size&gt;0.60 0.42 0.16&lt;/size&gt;</a:t>
            </a:r>
            <a:r>
              <a:rPr/>
              <a:t>          &lt;/box&gt;</a:t>
            </a:r>
            <a:r>
              <a:rPr/>
              <a:t>        &lt;/geometry&gt;</a:t>
            </a:r>
            <a:r>
              <a:rPr/>
              <a:t>        &lt;material&gt;</a:t>
            </a:r>
            <a:r>
              <a:rPr/>
              <a:t>          &lt;diffuse&gt;0.1 0.35 0.8 1&lt;/diffuse&gt;</a:t>
            </a:r>
            <a:r>
              <a:rPr/>
              <a:t>        &lt;/material&gt;</a:t>
            </a:r>
            <a:r>
              <a:rPr/>
              <a:t>      &lt;/visual&gt;</a:t>
            </a:r>
            <a:r>
              <a:rPr/>
              <a:t>      </a:t>
            </a:r>
            <a:r>
              <a:rPr/>
              <a:t>      </a:t>
            </a:r>
            <a:r>
              <a:rPr/>
              <a:t>      &lt;collision name="body_collision"&gt;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6/27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  <a:r>
              <a:rPr/>
              <a:t>          &lt;box&gt;</a:t>
            </a:r>
            <a:r>
              <a:rPr/>
              <a:t>            &lt;size&gt;0.60 0.42 0.16&lt;/size&gt;</a:t>
            </a:r>
            <a:r>
              <a:rPr/>
              <a:t>          &lt;/box&gt;</a:t>
            </a:r>
            <a:r>
              <a:rPr/>
              <a:t>        &lt;/geometry&gt;</a:t>
            </a:r>
            <a:r>
              <a:rPr/>
              <a:t>      &lt;/collision&gt;</a:t>
            </a:r>
            <a:r>
              <a:rPr/>
              <a:t>      </a:t>
            </a:r>
            <a:r>
              <a:rPr/>
              <a:t>      </a:t>
            </a:r>
            <a:r>
              <a:rPr/>
              <a:t>      &lt;sensor name="imu" type="imu"&gt;</a:t>
            </a:r>
            <a:r>
              <a:rPr/>
              <a:t>        &lt;topic&gt;/imu/data&lt;/topic&gt;</a:t>
            </a:r>
            <a:r>
              <a:rPr/>
              <a:t>        &lt;always_on&gt;true&lt;/always_on&gt;</a:t>
            </a:r>
            <a:r>
              <a:rPr/>
              <a:t>        &lt;update_rate&gt;100&lt;/update_rate&gt;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4/24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7/27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&lt;imu&gt;</a:t>
            </a:r>
            <a:r>
              <a:rPr/>
              <a:t>          &lt;angular_velocity&gt;</a:t>
            </a:r>
            <a:r>
              <a:rPr/>
              <a:t>            &lt;x&gt;</a:t>
            </a:r>
            <a:r>
              <a:rPr/>
              <a:t>              &lt;noise type="gaussian"&gt;</a:t>
            </a:r>
            <a:r>
              <a:rPr/>
              <a:t>                &lt;mean&gt;0&lt;/mean&gt;</a:t>
            </a:r>
            <a:r>
              <a:rPr/>
              <a:t>                &lt;stddev&gt;0.001&lt;/stddev&gt;</a:t>
            </a:r>
            <a:r>
              <a:rPr/>
              <a:t>              &lt;/noise&gt;</a:t>
            </a:r>
            <a:r>
              <a:rPr/>
              <a:t>            &lt;/x&gt;</a:t>
            </a:r>
            <a:r>
              <a:rPr/>
              <a:t>          &lt;/angular_velocity&gt;</a:t>
            </a:r>
            <a:r>
              <a:rPr/>
              <a:t>        &lt;/imu&gt;</a:t>
            </a:r>
            <a:r>
              <a:rPr/>
              <a:t>      &lt;/sensor&gt;</a:t>
            </a:r>
            <a:r>
              <a:rPr/>
              <a:t>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5/24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8/27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  <a:r>
              <a:rPr/>
              <a:t>    &lt;/link&gt;</a:t>
            </a:r>
            <a:r>
              <a:rPr/>
              <a:t>    </a:t>
            </a:r>
            <a:r>
              <a:rPr/>
              <a:t>    </a:t>
            </a:r>
            <a:r>
              <a:rPr/>
              <a:t>    &lt;link name="left_wheel_link"&gt;</a:t>
            </a:r>
            <a:r>
              <a:rPr/>
              <a:t>      &lt;pose relative_to="base_link"&gt;0 0.19 -0.08 1.5708 0 0&lt;/pose&gt;</a:t>
            </a:r>
            <a:r>
              <a:rPr/>
              <a:t>      &lt;inertial&gt;</a:t>
            </a:r>
            <a:r>
              <a:rPr/>
              <a:t>        &lt;mass&gt;0.6&lt;/mass&gt;</a:t>
            </a:r>
            <a:r>
              <a:rPr/>
              <a:t>        &lt;inertia&gt;</a:t>
            </a:r>
            <a:r>
              <a:rPr/>
              <a:t>          &lt;ixx&gt;0.002&lt;/ixx&gt;</a:t>
            </a:r>
            <a:r>
              <a:rPr/>
              <a:t>          &lt;iyy&gt;0.002&lt;/iyy&gt;</a:t>
            </a:r>
            <a:r>
              <a:rPr/>
              <a:t>          &lt;izz&gt;0.001&lt;/izz&gt;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6/24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9/27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&lt;/inertia&gt;</a:t>
            </a:r>
            <a:r>
              <a:rPr/>
              <a:t>      &lt;/inertial&gt;</a:t>
            </a:r>
            <a:r>
              <a:rPr/>
              <a:t>      &lt;visual name="wheel"&gt;</a:t>
            </a:r>
            <a:r>
              <a:rPr/>
              <a:t>        &lt;geometry&gt;</a:t>
            </a: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&lt;collision name="wheel_collision"&gt;</a:t>
            </a:r>
            <a:r>
              <a:rPr/>
              <a:t>        &lt;geometry&gt;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7/24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10/27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  &lt;surface&gt;</a:t>
            </a:r>
            <a:r>
              <a:rPr/>
              <a:t>          &lt;friction&gt;</a:t>
            </a:r>
            <a:r>
              <a:rPr/>
              <a:t>            &lt;ode&gt;</a:t>
            </a:r>
            <a:r>
              <a:rPr/>
              <a:t>              &lt;mu&gt;1.0&lt;/mu&gt;</a:t>
            </a:r>
            <a:r>
              <a:rPr/>
              <a:t>              &lt;mu2&gt;1.0&lt;/mu2&gt;</a:t>
            </a:r>
            <a:r>
              <a:rPr/>
              <a:t>            &lt;/ode&gt;</a:t>
            </a:r>
            <a:r>
              <a:rPr/>
              <a:t>          &lt;/friction&gt;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8/24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11/27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&lt;/surface&gt;</a:t>
            </a:r>
            <a:r>
              <a:rPr/>
              <a:t>      &lt;/collision&gt;</a:t>
            </a:r>
            <a:r>
              <a:rPr/>
              <a:t>    &lt;/link&gt;</a:t>
            </a:r>
            <a:r>
              <a:rPr/>
              <a:t>    </a:t>
            </a:r>
            <a:r>
              <a:rPr/>
              <a:t>    </a:t>
            </a:r>
            <a:r>
              <a:rPr/>
              <a:t>    &lt;link name="right_wheel_link"&gt;</a:t>
            </a:r>
            <a:r>
              <a:rPr/>
              <a:t>      &lt;pose relative_to="base_link"&gt;0 -0.19 -0.08 1.5708 0 0&lt;/pose&gt;</a:t>
            </a:r>
            <a:r>
              <a:rPr/>
              <a:t>      &lt;inertial&gt;</a:t>
            </a:r>
            <a:r>
              <a:rPr/>
              <a:t>        &lt;mass&gt;0.6&lt;/mass&gt;</a:t>
            </a:r>
            <a:r>
              <a:rPr/>
              <a:t>        &lt;inertia&gt;</a:t>
            </a:r>
            <a:r>
              <a:rPr/>
              <a:t>          &lt;ixx&gt;0.002&lt;/ixx&gt;</a:t>
            </a:r>
            <a:r>
              <a:rPr/>
              <a:t>          &lt;iyy&gt;0.002&lt;/iyy&gt;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9/24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12/27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&lt;izz&gt;0.001&lt;/izz&gt;</a:t>
            </a:r>
            <a:r>
              <a:rPr/>
              <a:t>        &lt;/inertia&gt;</a:t>
            </a:r>
            <a:r>
              <a:rPr/>
              <a:t>      &lt;/inertial&gt;</a:t>
            </a:r>
            <a:r>
              <a:rPr/>
              <a:t>      &lt;visual name="wheel"&gt;</a:t>
            </a:r>
            <a:r>
              <a:rPr/>
              <a:t>        &lt;geometry&gt;</a:t>
            </a: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&lt;collision name="wheel_collision"&gt;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10/24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13/27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  <a:r>
              <a:rPr/>
              <a:t>          &lt;cylinder&gt;</a:t>
            </a:r>
            <a:r>
              <a:rPr/>
              <a:t>            &lt;radius&gt;0.08&lt;/radius&gt;</a:t>
            </a:r>
            <a:r>
              <a:rPr/>
              <a:t>            &lt;length&gt;0.05&lt;/length&gt;</a:t>
            </a: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  &lt;surface&gt;</a:t>
            </a:r>
            <a:r>
              <a:rPr/>
              <a:t>          &lt;friction&gt;</a:t>
            </a:r>
            <a:r>
              <a:rPr/>
              <a:t>            &lt;ode&gt;</a:t>
            </a:r>
            <a:r>
              <a:rPr/>
              <a:t>              &lt;mu&gt;1.0&lt;/mu&gt;</a:t>
            </a:r>
            <a:r>
              <a:rPr/>
              <a:t>              &lt;mu2&gt;1.0&lt;/mu2&gt;</a:t>
            </a:r>
            <a:r>
              <a:rPr/>
              <a:t>            &lt;/ode&gt;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11/24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14/27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&lt;/friction&gt;</a:t>
            </a:r>
            <a:r>
              <a:rPr/>
              <a:t>        &lt;/surface&gt;</a:t>
            </a:r>
            <a:r>
              <a:rPr/>
              <a:t>      &lt;/collision&gt;</a:t>
            </a:r>
            <a:r>
              <a:rPr/>
              <a:t>    &lt;/link&gt;</a:t>
            </a:r>
            <a:r>
              <a:rPr/>
              <a:t>    </a:t>
            </a:r>
            <a:r>
              <a:rPr/>
              <a:t>    </a:t>
            </a:r>
            <a:r>
              <a:rPr/>
              <a:t>    &lt;joint name="left_wheel_joint" type="revolute"&gt;</a:t>
            </a:r>
            <a:r>
              <a:rPr/>
              <a:t>      &lt;parent&gt;base_link&lt;/parent&gt;</a:t>
            </a:r>
            <a:r>
              <a:rPr/>
              <a:t>      &lt;child&gt;left_wheel_link&lt;/child&gt;</a:t>
            </a:r>
            <a:r>
              <a:rPr/>
              <a:t>      &lt;axis&gt;</a:t>
            </a:r>
            <a:r>
              <a:rPr/>
              <a:t>        &lt;xyz&gt;0 1 0&lt;/xyz&gt;</a:t>
            </a:r>
            <a:r>
              <a:rPr/>
              <a:t>        &lt;limit&gt;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12/24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15/27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&lt;lower&gt;-1e16&lt;/lower&gt;</a:t>
            </a:r>
            <a:r>
              <a:rPr/>
              <a:t>          &lt;upper&gt;1e16&lt;/upper&gt;</a:t>
            </a:r>
            <a:r>
              <a:rPr/>
              <a:t>        &lt;/limit&gt;</a:t>
            </a:r>
            <a:r>
              <a:rPr/>
              <a:t>      &lt;/axis&gt;</a:t>
            </a:r>
            <a:r>
              <a:rPr/>
              <a:t>    &lt;/joint&gt;</a:t>
            </a:r>
            <a:r>
              <a:rPr/>
              <a:t>    </a:t>
            </a:r>
            <a:r>
              <a:rPr/>
              <a:t>    </a:t>
            </a:r>
            <a:r>
              <a:rPr/>
              <a:t>    &lt;joint name="right_wheel_joint" type="revolute"&gt;</a:t>
            </a:r>
            <a:r>
              <a:rPr/>
              <a:t>      &lt;parent&gt;base_link&lt;/parent&gt;</a:t>
            </a:r>
            <a:r>
              <a:rPr/>
              <a:t>      &lt;child&gt;right_wheel_link&lt;/child&gt;</a:t>
            </a:r>
            <a:r>
              <a:rPr/>
              <a:t>      &lt;axis&gt;</a:t>
            </a:r>
            <a:r>
              <a:rPr/>
              <a:t>        &lt;xyz&gt;0 1 0&lt;/xyz&gt;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13/24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16/27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&lt;limit&gt;</a:t>
            </a:r>
            <a:r>
              <a:rPr/>
              <a:t>          &lt;lower&gt;-1e16&lt;/lower&gt;</a:t>
            </a:r>
            <a:r>
              <a:rPr/>
              <a:t>          &lt;upper&gt;1e16&lt;/upper&gt;</a:t>
            </a:r>
            <a:r>
              <a:rPr/>
              <a:t>        &lt;/limit&gt;</a:t>
            </a:r>
            <a:r>
              <a:rPr/>
              <a:t>      &lt;/axis&gt;</a:t>
            </a:r>
            <a:r>
              <a:rPr/>
              <a:t>    &lt;/joint&gt;</a:t>
            </a:r>
            <a:r>
              <a:rPr/>
              <a:t>    </a:t>
            </a:r>
            <a:r>
              <a:rPr/>
              <a:t>    </a:t>
            </a:r>
            <a:r>
              <a:rPr/>
              <a:t>    &lt;link name="caster_link"&gt;</a:t>
            </a:r>
            <a:r>
              <a:rPr/>
              <a:t>      &lt;pose relative_to="base_link"&gt;-0.24 0 -0.12 0 0 0&lt;/pose&gt;</a:t>
            </a:r>
            <a:r>
              <a:rPr/>
              <a:t>      &lt;inertial&gt;</a:t>
            </a:r>
            <a:r>
              <a:rPr/>
              <a:t>        &lt;mass&gt;0.15&lt;/mass&gt;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14/24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(15/24)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17/27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&lt;inertia&gt;</a:t>
            </a:r>
            <a:r>
              <a:rPr/>
              <a:t>          &lt;ixx&gt;0.0001&lt;/ixx&gt;</a:t>
            </a:r>
            <a:r>
              <a:rPr/>
              <a:t>          &lt;iyy&gt;0.0001&lt;/iyy&gt;</a:t>
            </a:r>
            <a:r>
              <a:rPr/>
              <a:t>          &lt;izz&gt;0.0001&lt;/izz&gt;</a:t>
            </a:r>
            <a:r>
              <a:rPr/>
              <a:t>        &lt;/inertia&gt;</a:t>
            </a:r>
            <a:r>
              <a:rPr/>
              <a:t>      &lt;/inertial&gt;</a:t>
            </a:r>
            <a:r>
              <a:rPr/>
              <a:t>      &lt;visual name="caster"&gt;</a:t>
            </a:r>
            <a:r>
              <a:rPr/>
              <a:t>        &lt;geometry&gt;</a:t>
            </a:r>
            <a:r>
              <a:rPr/>
              <a:t>          &lt;sphere&gt;</a:t>
            </a:r>
            <a:r>
              <a:rPr/>
              <a:t>            &lt;radius&gt;0.04&lt;/radius&gt;</a:t>
            </a:r>
            <a:r>
              <a:rPr/>
              <a:t>          &lt;/sphere&gt;</a:t>
            </a:r>
            <a:r>
              <a:rPr/>
              <a:t>        &lt;/geometry&gt;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15/24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(16/24)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18/27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&lt;/visual&gt;</a:t>
            </a:r>
            <a:r>
              <a:rPr/>
              <a:t>      &lt;collision name="caster_collision"&gt;</a:t>
            </a:r>
            <a:r>
              <a:rPr/>
              <a:t>        &lt;geometry&gt;</a:t>
            </a:r>
            <a:r>
              <a:rPr/>
              <a:t>          &lt;sphere&gt;</a:t>
            </a:r>
            <a:r>
              <a:rPr/>
              <a:t>            &lt;radius&gt;0.04&lt;/radius&gt;</a:t>
            </a:r>
            <a:r>
              <a:rPr/>
              <a:t>          &lt;/sphere&gt;</a:t>
            </a:r>
            <a:r>
              <a:rPr/>
              <a:t>        &lt;/geometry&gt;</a:t>
            </a:r>
            <a:r>
              <a:rPr/>
              <a:t>      &lt;/collision&gt;</a:t>
            </a:r>
            <a:r>
              <a:rPr/>
              <a:t>    &lt;/link&gt;</a:t>
            </a:r>
            <a:r>
              <a:rPr/>
              <a:t>    </a:t>
            </a:r>
            <a:r>
              <a:rPr/>
              <a:t>    </a:t>
            </a:r>
            <a:r>
              <a:rPr/>
              <a:t>    &lt;joint name="caster_joint" type="fixed"&gt;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16/24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(17/24)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19/27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&lt;parent&gt;base_link&lt;/parent&gt;</a:t>
            </a:r>
            <a:r>
              <a:rPr/>
              <a:t>      &lt;child&gt;caster_link&lt;/child&gt;</a:t>
            </a:r>
            <a:r>
              <a:rPr/>
              <a:t>    &lt;/joint&gt;</a:t>
            </a:r>
            <a:r>
              <a:rPr/>
              <a:t>    </a:t>
            </a:r>
            <a:r>
              <a:rPr/>
              <a:t>    </a:t>
            </a:r>
            <a:r>
              <a:rPr/>
              <a:t>    &lt;link name="lidar_link"&gt;</a:t>
            </a:r>
            <a:r>
              <a:rPr/>
              <a:t>      &lt;pose relative_to="base_link"&gt;0.12 0 0.13 0 0 0&lt;/pose&gt;</a:t>
            </a:r>
            <a:r>
              <a:rPr/>
              <a:t>      &lt;visual name="housing"&gt;</a:t>
            </a:r>
            <a:r>
              <a:rPr/>
              <a:t>        &lt;geometry&gt;</a:t>
            </a:r>
            <a:r>
              <a:rPr/>
              <a:t>          &lt;cylinder&gt;</a:t>
            </a:r>
            <a:r>
              <a:rPr/>
              <a:t>            &lt;radius&gt;0.045&lt;/radius&gt;</a:t>
            </a:r>
            <a:r>
              <a:rPr/>
              <a:t>            &lt;length&gt;0.05&lt;/length&gt;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17/24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(18/24)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20/27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&lt;/cylinder&gt;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&lt;sensor name="lidar" type="gpu_lidar"&gt;</a:t>
            </a:r>
            <a:r>
              <a:rPr/>
              <a:t>        &lt;topic&gt;/scan&lt;/topic&gt;</a:t>
            </a:r>
            <a:r>
              <a:rPr/>
              <a:t>        &lt;always_on&gt;true&lt;/always_on&gt;</a:t>
            </a:r>
            <a:r>
              <a:rPr/>
              <a:t>        &lt;update_rate&gt;10&lt;/update_rate&gt;</a:t>
            </a:r>
            <a:r>
              <a:rPr/>
              <a:t>        &lt;visualize&gt;false&lt;/visualize&gt;</a:t>
            </a:r>
            <a:r>
              <a:rPr/>
              <a:t>        &lt;lidar&gt;</a:t>
            </a:r>
            <a:r>
              <a:rPr/>
              <a:t>          &lt;scan&gt;</a:t>
            </a:r>
            <a:r>
              <a:rPr/>
              <a:t>            &lt;horizontal&gt;</a:t>
            </a:r>
            <a:r>
              <a:rPr/>
              <a:t>              &lt;samples&gt;720&lt;/samples&gt;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18/24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(19/24)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21/27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    &lt;resolution&gt;1&lt;/resolution&gt;</a:t>
            </a:r>
            <a:r>
              <a:rPr/>
              <a:t>              &lt;min_angle&gt;-3.14159&lt;/min_angle&gt;</a:t>
            </a:r>
            <a:r>
              <a:rPr/>
              <a:t>              &lt;max_angle&gt;3.14159&lt;/max_angle&gt;</a:t>
            </a:r>
            <a:r>
              <a:rPr/>
              <a:t>            &lt;/horizontal&gt;</a:t>
            </a:r>
            <a:r>
              <a:rPr/>
              <a:t>          &lt;/scan&gt;</a:t>
            </a:r>
            <a:r>
              <a:rPr/>
              <a:t>          &lt;range&gt;</a:t>
            </a:r>
            <a:r>
              <a:rPr/>
              <a:t>            &lt;min&gt;0.12&lt;/min&gt;</a:t>
            </a:r>
            <a:r>
              <a:rPr/>
              <a:t>            &lt;max&gt;12.0&lt;/max&gt;</a:t>
            </a:r>
            <a:r>
              <a:rPr/>
              <a:t>            &lt;resolution&gt;0.01&lt;/resolution&gt;</a:t>
            </a:r>
            <a:r>
              <a:rPr/>
              <a:t>          &lt;/range&gt;</a:t>
            </a:r>
            <a:r>
              <a:rPr/>
              <a:t>        &lt;/lidar&gt;</a:t>
            </a:r>
            <a:r>
              <a:rPr/>
              <a:t>      &lt;/sensor&gt;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19/24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(20/24)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22/27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&lt;/link&gt;</a:t>
            </a:r>
            <a:r>
              <a:rPr/>
              <a:t>    </a:t>
            </a:r>
            <a:r>
              <a:rPr/>
              <a:t>    </a:t>
            </a:r>
            <a:r>
              <a:rPr/>
              <a:t>    &lt;joint name="lidar_joint" type="fixed"&gt;</a:t>
            </a:r>
            <a:r>
              <a:rPr/>
              <a:t>      &lt;parent&gt;base_link&lt;/parent&gt;</a:t>
            </a:r>
            <a:r>
              <a:rPr/>
              <a:t>      &lt;child&gt;lidar_link&lt;/child&gt;</a:t>
            </a:r>
            <a:r>
              <a:rPr/>
              <a:t>    &lt;/joint&gt;</a:t>
            </a:r>
            <a:r>
              <a:rPr/>
              <a:t>    </a:t>
            </a:r>
            <a:r>
              <a:rPr/>
              <a:t>    </a:t>
            </a:r>
            <a:r>
              <a:rPr/>
              <a:t>    &lt;link name="camera_link"&gt;</a:t>
            </a:r>
            <a:r>
              <a:rPr/>
              <a:t>      &lt;pose relative_to="base_link"&gt;0.30 0 0.10 0 0 0&lt;/pose&gt;</a:t>
            </a:r>
            <a:r>
              <a:rPr/>
              <a:t>      &lt;visual name="housing"&gt;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20/24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(21/24)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23/27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&lt;geometry&gt;</a:t>
            </a:r>
            <a:r>
              <a:rPr/>
              <a:t>          &lt;box&gt;</a:t>
            </a:r>
            <a:r>
              <a:rPr/>
              <a:t>            &lt;size&gt;0.05 0.08 0.05&lt;/size&gt;</a:t>
            </a:r>
            <a:r>
              <a:rPr/>
              <a:t>          &lt;/box&gt;</a:t>
            </a:r>
            <a:r>
              <a:rPr/>
              <a:t>        &lt;/geometry&gt;</a:t>
            </a:r>
            <a:r>
              <a:rPr/>
              <a:t>      &lt;/visual&gt;</a:t>
            </a:r>
            <a:r>
              <a:rPr/>
              <a:t>      &lt;sensor name="camera" type="camera"&gt;</a:t>
            </a:r>
            <a:r>
              <a:rPr/>
              <a:t>        &lt;topic&gt;/camera/image_raw&lt;/topic&gt;</a:t>
            </a:r>
            <a:r>
              <a:rPr/>
              <a:t>        &lt;always_on&gt;true&lt;/always_on&gt;</a:t>
            </a:r>
            <a:r>
              <a:rPr/>
              <a:t>        &lt;update_rate&gt;15&lt;/update_rate&gt;</a:t>
            </a:r>
            <a:r>
              <a:rPr/>
              <a:t>        &lt;camera&gt;</a:t>
            </a:r>
            <a:r>
              <a:rPr/>
              <a:t>          &lt;horizontal_fov&gt;1.047&lt;/horizontal_fov&gt;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21/24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(22/24)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24/27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  &lt;image&gt;</a:t>
            </a:r>
            <a:r>
              <a:rPr/>
              <a:t>            &lt;width&gt;640&lt;/width&gt;</a:t>
            </a:r>
            <a:r>
              <a:rPr/>
              <a:t>            &lt;height&gt;480&lt;/height&gt;</a:t>
            </a:r>
            <a:r>
              <a:rPr/>
              <a:t>            &lt;format&gt;R8G8B8&lt;/format&gt;</a:t>
            </a:r>
            <a:r>
              <a:rPr/>
              <a:t>          &lt;/image&gt;</a:t>
            </a:r>
            <a:r>
              <a:rPr/>
              <a:t>          &lt;clip&gt;</a:t>
            </a:r>
            <a:r>
              <a:rPr/>
              <a:t>            &lt;near&gt;0.1&lt;/near&gt;</a:t>
            </a:r>
            <a:r>
              <a:rPr/>
              <a:t>            &lt;far&gt;20&lt;/far&gt;</a:t>
            </a:r>
            <a:r>
              <a:rPr/>
              <a:t>          &lt;/clip&gt;</a:t>
            </a:r>
            <a:r>
              <a:rPr/>
              <a:t>        &lt;/camera&gt;</a:t>
            </a:r>
            <a:r>
              <a:rPr/>
              <a:t>      &lt;/sensor&gt;</a:t>
            </a:r>
            <a:r>
              <a:rPr/>
              <a:t>    &lt;/link&gt;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22/24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(23/24)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25/27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</a:t>
            </a:r>
            <a:r>
              <a:rPr/>
              <a:t>    </a:t>
            </a:r>
            <a:r>
              <a:rPr/>
              <a:t>    &lt;joint name="camera_joint" type="fixed"&gt;</a:t>
            </a:r>
            <a:r>
              <a:rPr/>
              <a:t>      &lt;parent&gt;base_link&lt;/parent&gt;</a:t>
            </a:r>
            <a:r>
              <a:rPr/>
              <a:t>      &lt;child&gt;camera_link&lt;/child&gt;</a:t>
            </a:r>
            <a:r>
              <a:rPr/>
              <a:t>    &lt;/joint&gt;</a:t>
            </a:r>
            <a:r>
              <a:rPr/>
              <a:t>    </a:t>
            </a:r>
            <a:r>
              <a:rPr/>
              <a:t>    </a:t>
            </a:r>
            <a:r>
              <a:rPr/>
              <a:t>    &lt;plugin filename="gz-sim-diff-drive-system" name="gz::sim::systems::DiffDrive"&gt;</a:t>
            </a:r>
            <a:r>
              <a:rPr/>
              <a:t>      &lt;left_joint&gt;left_wheel_joint&lt;/left_joint&gt;</a:t>
            </a:r>
            <a:r>
              <a:rPr/>
              <a:t>      &lt;right_joint&gt;right_wheel_joint&lt;/right_joint&gt;</a:t>
            </a:r>
            <a:r>
              <a:rPr/>
              <a:t>      &lt;wheel_separation&gt;0.38&lt;/wheel_separation&gt;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23/24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(24/24)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~/ros2_curri/agv_ws/src/agv_gazebo/models/agv/model.sdf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26/27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~/ros2_curri/agv_ws/src/agv_gazebo/models/agv</a:t>
            </a:r>
            <a:r>
              <a:rPr/>
              <a:t>파일 열기: nano ~/ros2_curri/agv_ws/src/agv_gazebo/models/agv/model.sdf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&lt;wheel_radius&gt;0.08&lt;/wheel_radius&gt;</a:t>
            </a:r>
            <a:r>
              <a:rPr/>
              <a:t>      &lt;topic&gt;/cmd_vel&lt;/topic&gt;</a:t>
            </a:r>
            <a:r>
              <a:rPr/>
              <a:t>      &lt;odom_topic&gt;/odom&lt;/odom_topic&gt;</a:t>
            </a:r>
            <a:r>
              <a:rPr/>
              <a:t>      &lt;frame_id&gt;odom&lt;/frame_id&gt;</a:t>
            </a:r>
            <a:r>
              <a:rPr/>
              <a:t>      &lt;child_frame_id&gt;base_link&lt;/child_frame_id&gt;</a:t>
            </a:r>
            <a:r>
              <a:rPr/>
              <a:t>    &lt;/plugin&gt;</a:t>
            </a:r>
            <a:r>
              <a:rPr/>
              <a:t>    </a:t>
            </a:r>
            <a:r>
              <a:rPr/>
              <a:t>  </a:t>
            </a:r>
            <a:r>
              <a:rPr/>
              <a:t>  &lt;/model&gt;</a:t>
            </a:r>
            <a:r>
              <a:rPr/>
              <a:t>  </a:t>
            </a:r>
            <a:r>
              <a:rPr/>
              <a:t>&lt;/sdf&gt;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24/24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27/30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~/ros2_curri/agv_ws/src/agv_control/agv_control</a:t>
            </a:r>
            <a:r>
              <a:rPr/>
              <a:t>파일 열기: nano ~/ros2_curri/agv_ws/src/agv_control/agv_control/cmd_test_node.py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rclpy</a:t>
            </a:r>
            <a:r>
              <a:rPr/>
              <a:t>from rclpy.node import Node</a:t>
            </a:r>
            <a:r>
              <a:rPr/>
              <a:t>from geometry_msgs.msg import Twist</a:t>
            </a:r>
            <a:r>
              <a:rPr/>
              <a:t>class CmdTestNode(Node):</a:t>
            </a:r>
            <a:r>
              <a:rPr/>
              <a:t>    def __init__(self):</a:t>
            </a:r>
            <a:r>
              <a:rPr/>
              <a:t>        super().__init__('cmd_test_node')</a:t>
            </a:r>
            <a:r>
              <a:rPr/>
              <a:t>        self.declare_parameter('linear_speed', 0.15)</a:t>
            </a:r>
            <a:r>
              <a:rPr/>
              <a:t>        self.declare_parameter('angular_speed', 0.0)</a:t>
            </a:r>
            <a:r>
              <a:rPr/>
              <a:t>        self.publisher = self.create_publisher(Twist, '/cmd_vel', 10)</a:t>
            </a:r>
            <a:r>
              <a:rPr/>
              <a:t>        self.remaining = 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28/30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~/ros2_curri/agv_ws/src/agv_control/agv_control</a:t>
            </a:r>
            <a:r>
              <a:rPr/>
              <a:t>파일 열기: nano ~/ros2_curri/agv_ws/src/agv_control/agv_control/cmd_test_node.py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    self.create_timer(0.1, self.publish_once)</a:t>
            </a:r>
            <a:r>
              <a:rPr/>
              <a:t>    def publish_once(self):</a:t>
            </a:r>
            <a:r>
              <a:rPr/>
              <a:t>        command = Twist()</a:t>
            </a:r>
            <a:r>
              <a:rPr/>
              <a:t>        if self.remaining &gt; 0:</a:t>
            </a:r>
            <a:r>
              <a:rPr/>
              <a:t>            command.linear.x = self.get_parameter('linear_speed').value</a:t>
            </a:r>
            <a:r>
              <a:rPr/>
              <a:t>            command.angular.z = self.get_parameter('angular_speed').value</a:t>
            </a:r>
            <a:r>
              <a:rPr/>
              <a:t>            self.remaining -= 1</a:t>
            </a:r>
            <a:r>
              <a:rPr/>
              <a:t>        self.publisher.publish(command)</a:t>
            </a:r>
            <a:r>
              <a:rPr/>
              <a:t>        if self.remaining == 0:</a:t>
            </a:r>
            <a:r>
              <a:rPr/>
              <a:t>            self.get_logger().info('test command finished; publishing zero Twist')</a:t>
            </a:r>
            <a:r>
              <a:rPr/>
              <a:t>            self.remaining = 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~/ros2_curri/agv_ws/src/agv_control/agv_control/cmd_test_node.py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29/30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~/ros2_curri/agv_ws/src/agv_control/agv_control</a:t>
            </a:r>
            <a:r>
              <a:rPr/>
              <a:t>파일 열기: nano ~/ros2_curri/agv_ws/src/agv_control/agv_control/cmd_test_node.py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def main():</a:t>
            </a:r>
            <a:r>
              <a:rPr/>
              <a:t>    rclpy.init()</a:t>
            </a:r>
            <a:r>
              <a:rPr/>
              <a:t>    node = CmdTestNode()</a:t>
            </a:r>
            <a:r>
              <a:rPr/>
              <a:t>    try:</a:t>
            </a:r>
            <a:r>
              <a:rPr/>
              <a:t>        rclpy.spin(node)</a:t>
            </a:r>
            <a:r>
              <a:rPr/>
              <a:t>    except KeyboardInterrupt:</a:t>
            </a:r>
            <a:r>
              <a:rPr/>
              <a:t>        pass</a:t>
            </a:r>
            <a:r>
              <a:rPr/>
              <a:t>    finally:</a:t>
            </a:r>
            <a:r>
              <a:rPr/>
              <a:t>        node.destroy_node()</a:t>
            </a:r>
            <a:r>
              <a:rPr/>
              <a:t>        if rclpy.ok():</a:t>
            </a:r>
            <a:r>
              <a:rPr/>
              <a:t>            rclpy.shutdown()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launch agv_gazebo gazebo.launch.py</a:t>
            </a:r>
            <a:r>
              <a:rPr/>
              <a:t># 새 터미널: ros2 run agv_control cmd_test_node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/cmd_vel에서 odom과 바퀴 구동 topic으로 이어지는 경로를 확인한다.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Gazebo Sim: World 안의 AGV와 장애물·목표물 배치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3884" y="1353312"/>
            <a:ext cx="568118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info /cmd_vel</a:t>
            </a:r>
            <a:r>
              <a:rPr/>
              <a:t>ros2 topic echo /odom --once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/cmd_vel에서 odom과 바퀴 구동 topic으로 이어지는 경로를 확인한다.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바퀴는 도는데 이동 안 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joint axis·friction·contact·wheel radius를 확인한다.</a:t>
            </a:r>
            <a:r>
              <a:rPr/>
              <a:t>수정 후: ros2 topic info /cmd_vel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회전 방향이 반대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left/right joint와 angular.z 부호를 확인한다.</a:t>
            </a:r>
            <a:r>
              <a:rPr/>
              <a:t>수정 후: ros2 topic info /cmd_vel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0.15 m/s 직진, 0.4 rad/s 회전, 둘 다 비영 값인 곡선을 각각 2초씩 시험해 경로를 비교한다.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/cmd_vel에서 odom과 바퀴 구동 topic으로 이어지는 경로를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blocks/C_drive_visualization/M09_differential_drive/complete/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M10 ros_gz_bridge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M09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C · 2/3 · M10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ros_gz_bridge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M10의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M10 · Block C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ros_gz_bridge로 ROS 2 ↔ Gazebo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/cmd_vel ROS→Gazebo 및 odom/scan/imu/camera/clock Gazebo→ROS 매핑을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M09 /cmd_vel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M10</a:t>
            </a:r>
            <a:r>
              <a:rPr/>
              <a:t>ros_gz_bridge로 ROS 2 ↔ Gazebo 연결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M11 RViz2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/cmd_vel ROS→Gazebo 및 odom/scan/imu/camera/clock Gazebo→ROS 매핑을 확인한다.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Gazebo 내부에 AGV와 sensor topic이 있고 ROS 2 외부와 구분되는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M09 /cmd_vel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message와 Gazebo Transport message 사이의 방향·타입·이름 매핑을 만든다.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/cmd_vel ROS→Gazebo 및 odom/scan/imu/camera/clock Gazebo→ROS 매핑을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</a:t>
            </a:r>
            <a:r>
              <a:rPr/>
              <a:t>/cmd_vel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ros_gz_bridge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</a:t>
            </a:r>
            <a:r>
              <a:rPr/>
              <a:t>DiffDrive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agv_gazebo/config/bridge.yaml</a:t>
            </a:r>
            <a:r>
              <a:rPr/>
              <a:t>└── agv_gazebo/launch/gazebo.launch.py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bridge YAML을 작성한다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방향과 양쪽 message type을 한 topic마다 정확히 적는다.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cd ~/ros2_curri/agv_ws</a:t>
            </a:r>
            <a:r>
              <a:rPr/>
              <a:t>nano src/agv_gazebo/config/bridge.yaml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launch가 YAML을 읽게 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2/2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config_file은 package share 경로에서 찾도록 launch에 넣는다.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colcon build --symlink-install --packages-select agv_gazebo</a:t>
            </a:r>
            <a:r>
              <a:rPr/>
              <a:t>source install/setup.bash</a:t>
            </a:r>
            <a:r>
              <a:rPr/>
              <a:t>ros2 launch agv_gazebo gazebo.launch.py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~/ros2_curri/agv_ws/src/agv_gazebo/config</a:t>
            </a:r>
            <a:r>
              <a:rPr/>
              <a:t>파일 열기: nano ~/ros2_curri/agv_ws/src/agv_gazebo/config/bridge.yaml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- ros_topic_name: "/cmd_vel"</a:t>
            </a:r>
            <a:r>
              <a:rPr/>
              <a:t>  gz_topic_name: "/cmd_vel"</a:t>
            </a:r>
            <a:r>
              <a:rPr/>
              <a:t>  ros_type_name: "geometry_msgs/msg/Twist"</a:t>
            </a:r>
            <a:r>
              <a:rPr/>
              <a:t>  gz_type_name: "gz.msgs.Twist"</a:t>
            </a:r>
            <a:r>
              <a:rPr/>
              <a:t>  direction: ROS_TO_GZ</a:t>
            </a:r>
            <a:r>
              <a:rPr/>
              <a:t>- ros_topic_name: "/odom"</a:t>
            </a:r>
            <a:r>
              <a:rPr/>
              <a:t>  gz_topic_name: "/odom"</a:t>
            </a:r>
            <a:r>
              <a:rPr/>
              <a:t>  ros_type_name: "nav_msgs/msg/Odometry"</a:t>
            </a:r>
            <a:r>
              <a:rPr/>
              <a:t>  gz_type_name: "gz.msgs.Odometry"</a:t>
            </a:r>
            <a:r>
              <a:rPr/>
              <a:t>  direction: GZ_TO_ROS</a:t>
            </a:r>
            <a:r>
              <a:rPr/>
              <a:t>- ros_topic_name: "/scan"</a:t>
            </a:r>
            <a:r>
              <a:rPr/>
              <a:t>  gz_topic_name: "/scan"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4/6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~/ros2_curri/agv_ws/src/agv_gazebo/config</a:t>
            </a:r>
            <a:r>
              <a:rPr/>
              <a:t>파일 열기: nano ~/ros2_curri/agv_ws/src/agv_gazebo/config/bridge.yaml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ros_type_name: "sensor_msgs/msg/LaserScan"</a:t>
            </a:r>
            <a:r>
              <a:rPr/>
              <a:t>  gz_type_name: "gz.msgs.LaserScan"</a:t>
            </a:r>
            <a:r>
              <a:rPr/>
              <a:t>  direction: GZ_TO_ROS</a:t>
            </a:r>
            <a:r>
              <a:rPr/>
              <a:t>- ros_topic_name: "/imu/data"</a:t>
            </a:r>
            <a:r>
              <a:rPr/>
              <a:t>  gz_topic_name: "/imu/data"</a:t>
            </a:r>
            <a:r>
              <a:rPr/>
              <a:t>  ros_type_name: "sensor_msgs/msg/Imu"</a:t>
            </a:r>
            <a:r>
              <a:rPr/>
              <a:t>  gz_type_name: "gz.msgs.IMU"</a:t>
            </a:r>
            <a:r>
              <a:rPr/>
              <a:t>  direction: GZ_TO_ROS</a:t>
            </a:r>
            <a:r>
              <a:rPr/>
              <a:t>- ros_topic_name: "/camera/image_raw"</a:t>
            </a:r>
            <a:r>
              <a:rPr/>
              <a:t>  gz_topic_name: "/camera/image_raw"</a:t>
            </a:r>
            <a:r>
              <a:rPr/>
              <a:t>  ros_type_name: "sensor_msgs/msg/Image"</a:t>
            </a:r>
            <a:r>
              <a:rPr/>
              <a:t>  gz_type_name: "gz.msgs.Image"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(3/3)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~/ros2_curri/agv_ws/src/agv_gazebo/config/bridge.yaml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5/6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~/ros2_curri/agv_ws/src/agv_gazebo/config</a:t>
            </a:r>
            <a:r>
              <a:rPr/>
              <a:t>파일 열기: nano ~/ros2_curri/agv_ws/src/agv_gazebo/config/bridge.yaml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direction: GZ_TO_ROS</a:t>
            </a:r>
            <a:r>
              <a:rPr/>
              <a:t>- ros_topic_name: "/clock"</a:t>
            </a:r>
            <a:r>
              <a:rPr/>
              <a:t>  gz_topic_name: "/clock"</a:t>
            </a:r>
            <a:r>
              <a:rPr/>
              <a:t>  ros_type_name: "rosgraph_msgs/msg/Clock"</a:t>
            </a:r>
            <a:r>
              <a:rPr/>
              <a:t>  gz_type_name: "gz.msgs.Clock"</a:t>
            </a:r>
            <a:r>
              <a:rPr/>
              <a:t>  direction: GZ_TO_ROS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3/3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새로 만들고 저장한다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~/ros2_curri/agv_ws/src/agv_gazebo/launch/gazebo.launch.py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6/8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~/ros2_curri/agv_ws/src/agv_gazebo/launch</a:t>
            </a:r>
            <a:r>
              <a:rPr/>
              <a:t>파일 열기: nano ~/ros2_curri/agv_ws/src/agv_gazebo/launch/gazebo.launch.py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import os</a:t>
            </a:r>
            <a:r>
              <a:rPr/>
              <a:t>from ament_index_python.packages import get_package_share_directory</a:t>
            </a:r>
            <a:r>
              <a:rPr/>
              <a:t>from launch import LaunchDescription</a:t>
            </a:r>
            <a:r>
              <a:rPr/>
              <a:t>from launch.actions import IncludeLaunchDescription, SetEnvironmentVariable</a:t>
            </a:r>
            <a:r>
              <a:rPr/>
              <a:t>from launch.launch_description_sources import PythonLaunchDescriptionSource</a:t>
            </a:r>
            <a:r>
              <a:rPr/>
              <a:t>from launch_ros.actions import Node</a:t>
            </a:r>
            <a:r>
              <a:rPr/>
              <a:t>def generate_launch_description():</a:t>
            </a:r>
            <a:r>
              <a:rPr/>
              <a:t>    share = get_package_share_directory('agv_gazebo')</a:t>
            </a:r>
            <a:r>
              <a:rPr/>
              <a:t>    world = os.path.join(share, 'worlds', 'warehouse.sdf')</a:t>
            </a:r>
            <a:r>
              <a:rPr/>
              <a:t>    models = os.path.join(share, 'models')</a:t>
            </a:r>
            <a:r>
              <a:rPr/>
              <a:t>    previous = os.environ.get('GZ_SIM_RESOURCE_PATH', '')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1/2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파일을 계속 작성하고 저장한다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~/ros2_curri/agv_ws/src/agv_gazebo/launch/gazebo.launch.py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7/8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627632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단계: 파일의 전체 내용을 중간 생략 없이 작성합니다. 아래 줄 범위를 끝까지 입력하세요.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956816"/>
            <a:ext cx="10972800" cy="603504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400" b="0">
                <a:solidFill>
                  <a:srgbClr val="122C4E"/>
                </a:solidFill>
                <a:latin typeface="DejaVu Sans Mono"/>
              </a:defRPr>
            </a:pPr>
            <a:r>
              <a:rPr/>
              <a:t>파일 생성: mkdir -p ~/ros2_curri/agv_ws/src/agv_gazebo/launch</a:t>
            </a:r>
            <a:r>
              <a:rPr/>
              <a:t>파일 열기: nano ~/ros2_curri/agv_ws/src/agv_gazebo/launch/gazebo.launch.py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706624"/>
            <a:ext cx="10972800" cy="3364992"/>
          </a:xfrm>
          <a:prstGeom prst="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09728" bIns="36576"/>
          <a:lstStyle/>
          <a:p>
            <a:pPr algn="l">
              <a:spcAft>
                <a:spcPts val="0"/>
              </a:spcAft>
              <a:defRPr sz="1400" b="0">
                <a:solidFill>
                  <a:srgbClr val="FFFFFF"/>
                </a:solidFill>
                <a:latin typeface="DejaVu Sans Mono"/>
              </a:defRPr>
            </a:pPr>
            <a:r>
              <a:rPr/>
              <a:t>    gz_launch = os.path.join(get_package_share_directory('ros_gz_sim'), 'launch', 'gz_sim.launch.py')</a:t>
            </a:r>
            <a:r>
              <a:rPr/>
              <a:t>    return LaunchDescription([SetEnvironmentVariable('GZ_SIM_RESOURCE_PATH',</a:t>
            </a:r>
            <a:r>
              <a:rPr/>
              <a:t>        models + (':' + previous if previous else '')),</a:t>
            </a:r>
            <a:r>
              <a:rPr/>
              <a:t>        IncludeLaunchDescription(PythonLaunchDescriptionSource(gz_launch),</a:t>
            </a:r>
            <a:r>
              <a:rPr/>
              <a:t>        launch_arguments={'gz_args': '-r ' + world}.items()), Node(package='ros_gz_bridge',</a:t>
            </a:r>
            <a:r>
              <a:rPr/>
              <a:t>         executable='parameter_bridge', parameters=[{'config_file': os.path.join(share,</a:t>
            </a:r>
            <a:r>
              <a:rPr/>
              <a:t>        'config', 'bridge.yaml')}], output='screen')])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6181344"/>
            <a:ext cx="107899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2/2 · 이 슬라이드 다음에 같은 파일의 나머지 줄이 이어집니다.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~/ros2_curri/agv_ws/install/setup.bash</a:t>
            </a:r>
            <a:r>
              <a:rPr/>
              <a:t>ros2 launch agv_gazebo gazebo.launch.py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/cmd_vel ROS→Gazebo 및 odom/scan/imu/camera/clock Gazebo→ROS 매핑을 확인한다.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5133" y="1353312"/>
            <a:ext cx="6478685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list | rg '/cmd_vel|/odom|/scan|/imu|/camera|/clock'</a:t>
            </a:r>
            <a:r>
              <a:rPr/>
              <a:t>ros2 topic info /scan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/cmd_vel ROS→Gazebo 및 odom/scan/imu/camera/clock Gazebo→ROS 매핑을 확인한다.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ROS topic이 생성되지 않음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bridge 프로세스·topic 이름·message type을 확인한다.</a:t>
            </a:r>
            <a:r>
              <a:rPr/>
              <a:t>수정 후: ros2 topic list | rg '/cmd_vel|/odom|/scan|/imu|/camera|/clock'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한 방향으로만 전달됨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direction ROS_TO_GZ/GZ_TO_ROS 설정을 확인한다.</a:t>
            </a:r>
            <a:r>
              <a:rPr/>
              <a:t>수정 후: ros2 topic list | rg '/cmd_vel|/odom|/scan|/imu|/camera|/clock'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bridge.yaml에서 /scan 항목의 ros_type_name을 읽고 `ros2 interface show sensor_msgs/msg/LaserScan`으로 필드를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/cmd_vel ROS→Gazebo 및 odom/scan/imu/camera/clock Gazebo→ROS 매핑을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blocks/C_drive_visualization/M10_ros_gz_bridge/complete/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M11 RViz2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M10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74320"/>
            <a:ext cx="10972800" cy="31089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Noto Sans CJK KR"/>
              </a:defRPr>
            </a:pPr>
            <a:r>
              <a:t>Block C · 3/3 · M11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640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t>RViz 통합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" y="3108960"/>
            <a:ext cx="102870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t>M11의 독립 PPT 전체를 바로 다음 슬라이드부터 순서대로 진행합니다.</a:t>
            </a:r>
            <a:br/>
            <a:r>
              <a:t>이 Block 통합본에서도 Starter → 파일 작성 → 실행 → 검증 → 오류 대응 → Checkpoint 순서는 바뀌지 않습니다.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897880"/>
            <a:ext cx="1042416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defRPr sz="1500" b="1">
                <a:solidFill>
                  <a:srgbClr val="2A8B5A"/>
                </a:solidFill>
                <a:latin typeface="Noto Sans CJK KR"/>
              </a:defRPr>
            </a:pPr>
            <a:r>
              <a:t>모듈을 건너뛰지 말고, 이전 M의 Complete가 준비된 뒤 다음 M으로 이동합니다.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C4E"/>
          </a:solidFill>
          <a:ln>
            <a:solidFill>
              <a:srgbClr val="12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FFFFFF"/>
                </a:solidFill>
                <a:latin typeface="Noto Sans CJK KR"/>
              </a:defRPr>
            </a:pPr>
            <a:r>
              <a:rPr/>
              <a:t>M11 · Block C · ROS 2 + Gazebo Sim AGV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00200"/>
            <a:ext cx="10698480" cy="10058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3400" b="1">
                <a:solidFill>
                  <a:srgbClr val="122C4E"/>
                </a:solidFill>
                <a:latin typeface="Noto Sans CJK KR"/>
              </a:defRPr>
            </a:pPr>
            <a:r>
              <a:rPr/>
              <a:t>RViz2에서 구동 상태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834640"/>
            <a:ext cx="1014984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agv.rviz에 RobotModel·TF·LaserScan·Odometry 설정을 저장하고 실제 화면을 확인한다.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822191"/>
            <a:ext cx="9418320" cy="1051560"/>
          </a:xfrm>
          <a:prstGeom prst="round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800" b="1">
                <a:solidFill>
                  <a:srgbClr val="122C4E"/>
                </a:solidFill>
                <a:latin typeface="Noto Sans CJK KR"/>
              </a:defRPr>
            </a:pPr>
            <a:r>
              <a:rPr/>
              <a:t>기준 환경</a:t>
            </a:r>
            <a:r>
              <a:rPr/>
              <a:t>Ubuntu 24.04 LTS · ROS 2 Jazzy · Gazebo Harmonic · RViz2 · Python(rclpy)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80760"/>
            <a:ext cx="109728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500" b="0">
                <a:solidFill>
                  <a:srgbClr val="5C6672"/>
                </a:solidFill>
                <a:latin typeface="Noto Sans CJK KR"/>
              </a:defRPr>
            </a:pPr>
            <a:r>
              <a:rPr/>
              <a:t>이 PPT만 보고 시작 상태 → 파일 작성 → build/run → 검증 → 오류 대응 → checkpoint를 순서대로 수행합니다.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전체 과정에서 현재 위치를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앞 모듈의 Complete가 현재 Starter가 되고, 현재 Complete가 다음 모듈로 넘어갑니다.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5C6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5C6672"/>
                </a:solidFill>
                <a:latin typeface="Noto Sans CJK KR"/>
              </a:defRPr>
            </a:pPr>
            <a:r>
              <a:rPr/>
              <a:t>M10 bridge topic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68496" y="3035808"/>
            <a:ext cx="457200" cy="0"/>
          </a:xfrm>
          <a:prstGeom prst="line">
            <a:avLst/>
          </a:prstGeom>
          <a:ln w="38100">
            <a:solidFill>
              <a:srgbClr val="5C667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5371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M11</a:t>
            </a:r>
            <a:r>
              <a:rPr/>
              <a:t>RViz2에서 구동 상태 검증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08976" y="3035808"/>
            <a:ext cx="457199" cy="0"/>
          </a:xfrm>
          <a:prstGeom prst="line">
            <a:avLst/>
          </a:prstGeom>
          <a:ln w="3810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94192" y="2377440"/>
            <a:ext cx="324612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2A8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000" b="1">
                <a:solidFill>
                  <a:srgbClr val="2A8B5A"/>
                </a:solidFill>
                <a:latin typeface="Noto Sans CJK KR"/>
              </a:defRPr>
            </a:pPr>
            <a:r>
              <a:rPr/>
              <a:t>M12~M15 센서 display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617720"/>
            <a:ext cx="10424160" cy="5669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인계: agv.rviz에 RobotModel·TF·LaserScan·Odometry 설정을 저장하고 실제 화면을 확인한다.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시작 상태를 먼저 맞춘다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실습 시작 전에 현재 폴더·이전 파일·실행 프로그램을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시작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1783080"/>
            <a:ext cx="10972800" cy="3429000"/>
          </a:xfrm>
          <a:prstGeom prst="roundRect">
            <a:avLst/>
          </a:prstGeom>
          <a:solidFill>
            <a:srgbClr val="F4F7FB"/>
          </a:solidFill>
          <a:ln>
            <a:solidFill>
              <a:srgbClr val="D7E1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424160" cy="283464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시작 상태: M10 bridge 뒤에 robot_description·TF·odom·scan이 ROS 2에 존재하는 상태.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이전 Complete: M10 bridge topic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현재 폴더: ~/ros2_curri/agv_ws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새 터미널마다: source /opt/ros/jazzy/setup.bash → source install/setup.bash</a:t>
            </a:r>
          </a:p>
          <a:p>
            <a:pPr>
              <a:spcAft>
                <a:spcPts val="800"/>
              </a:spcAft>
              <a:defRPr sz="1900">
                <a:solidFill>
                  <a:srgbClr val="122C4E"/>
                </a:solidFill>
                <a:latin typeface="Noto Sans CJK KR"/>
              </a:defRPr>
            </a:pPr>
            <a:r>
              <a:rPr/>
              <a:t>• 파일 경로는 PPT와 Complete 폴더에서 같은 이름으로 유지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5321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6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확인: pwd가 ~/ros2_curri/agv_ws이고, 이전 모듈의 완료 조건을 한 문장으로 설명할 수 있으면 시작합니다.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모듈의 눈으로 확인할 완료 조건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‘이해했다’가 아니라 실제로 보이는 결과를 기준으로 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00784"/>
            <a:ext cx="10744200" cy="1325880"/>
          </a:xfrm>
          <a:prstGeom prst="roundRect">
            <a:avLst/>
          </a:prstGeom>
          <a:solidFill>
            <a:srgbClr val="EEF7F1"/>
          </a:solidFill>
          <a:ln>
            <a:solidFill>
              <a:srgbClr val="A8D3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5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Gazebo와 RViz2 역할을 분리하고 RobotModel·TF·센서 display를 같은 frame에서 검증한다.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3401568"/>
            <a:ext cx="10744200" cy="1325880"/>
          </a:xfrm>
          <a:prstGeom prst="roundRect">
            <a:avLst/>
          </a:prstGeom>
          <a:solidFill>
            <a:srgbClr val="F4F7FB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2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화면/결과</a:t>
            </a:r>
            <a:r>
              <a:rPr/>
              <a:t>agv.rviz에 RobotModel·TF·LaserScan·Odometry 설정을 저장하고 실제 화면을 확인한다.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349240"/>
            <a:ext cx="10424160" cy="4114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종료 전에는 ‘무엇이 보이면 성공인가’를 terminal 또는 Gazebo/RViz 화면에서 반드시 확인합니다.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핵심 흐름을 한 장으로 이해하기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상자와 화살표의 방향을 따라 데이터 또는 제어의 흐름을 읽습니다.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38628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robot_description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768596" y="3264408"/>
            <a:ext cx="283463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079492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TF / odom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09460" y="3264408"/>
            <a:ext cx="283464" cy="0"/>
          </a:xfrm>
          <a:prstGeom prst="line">
            <a:avLst/>
          </a:prstGeom>
          <a:ln w="31750">
            <a:solidFill>
              <a:srgbClr val="225B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420356" y="2743200"/>
            <a:ext cx="2029968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225B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1900" b="1">
                <a:solidFill>
                  <a:srgbClr val="122C4E"/>
                </a:solidFill>
                <a:latin typeface="Noto Sans CJK KR"/>
              </a:defRPr>
            </a:pPr>
            <a:r>
              <a:rPr/>
              <a:t>RViz Displays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00600"/>
            <a:ext cx="10332720" cy="5029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225B9B"/>
                </a:solidFill>
                <a:latin typeface="Noto Sans CJK KR"/>
              </a:defRPr>
            </a:pPr>
            <a:r>
              <a:rPr/>
              <a:t>기억할 한 문장: 앞 단계의 출력이 다음 단계의 입력이 되도록 topic·frame·파일 이름을 끝까지 유지합니다.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이번 모듈에서 생성·수정하는 파일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파일명과 package 경로를 끝까지 동일하게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789920" cy="4407408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~/ros2_curri/agv_ws/src/</a:t>
            </a:r>
            <a:r>
              <a:rPr/>
              <a:t>└── (M01은 사용자 파일 없이 ROS 2 내장 demo node를 사용합니다.)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6144768"/>
            <a:ext cx="1033272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0">
                <a:solidFill>
                  <a:srgbClr val="5C6672"/>
                </a:solidFill>
                <a:latin typeface="Noto Sans CJK KR"/>
              </a:defRPr>
            </a:pPr>
            <a:r>
              <a:rPr/>
              <a:t>파일 전체 코드는 다음 슬라이드에 이어집니다. 중간 줄을 빼지 않고 끝까지 제공합니다.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RViz를 설정 파일로 연다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1/3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같은 display 설정을 다음 센서 모듈에서도 재사용한다.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~/ros2_curri/agv_ws/install/setup.bash</a:t>
            </a:r>
            <a:r>
              <a:rPr/>
              <a:t>rviz2 -d ~/ros2_curri/agv_ws/src/agv_description/rviz/agv.rviz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RobotModel과 TF를 먼저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2/3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모델과 frame이 맞아야 scan·image 위치도 맞는다.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Fixed Frame: odom 또는 base_link</a:t>
            </a:r>
            <a:r>
              <a:rPr/>
              <a:t>Add → RobotModel → Description Topic: /robot_description</a:t>
            </a:r>
            <a:r>
              <a:rPr/>
              <a:t>Add → TF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센서 display를 추가한다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한 장에는 한 행동만 수행합니다.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3/3    |    현재 폴더 ~/ros2_curri/agv_ws    |    현재 터미널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1764792"/>
            <a:ext cx="182880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25B9B"/>
                </a:solidFill>
                <a:latin typeface="Noto Sans CJK KR"/>
              </a:defRPr>
            </a:pPr>
            <a:r>
              <a:rPr/>
              <a:t>왜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103120"/>
            <a:ext cx="10789920" cy="51206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2000" b="0">
                <a:solidFill>
                  <a:srgbClr val="122C4E"/>
                </a:solidFill>
                <a:latin typeface="Noto Sans CJK KR"/>
              </a:defRPr>
            </a:pPr>
            <a:r>
              <a:rPr/>
              <a:t>각 display는 topic과 message frame_id를 TF로 변환한다.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2871216"/>
            <a:ext cx="10835640" cy="233172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Add → LaserScan → Topic: /scan</a:t>
            </a:r>
            <a:r>
              <a:rPr/>
              <a:t>Add → Odometry → Topic: /odom</a:t>
            </a:r>
            <a:r>
              <a:rPr/>
              <a:t>File → Save Config As → agv.rviz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5468112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5742432"/>
            <a:ext cx="10561320" cy="34747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명령의 출력에서 topic·frame·파일 이름 또는 성공 메시지를 찾으면 이 단계가 완료됩니다.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build → source → run 순서로 실행한다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새 파일 또는 수정 파일은 build와 source 뒤에만 실행 이름·설정에 반영됩니다.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실행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00784"/>
            <a:ext cx="10972800" cy="3182112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source ~/ros2_curri/agv_ws/install/setup.bash</a:t>
            </a:r>
            <a:r>
              <a:rPr/>
              <a:t>ros2 launch agv_bringup agv_sim.launch.py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5239512"/>
            <a:ext cx="1261872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확인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5532120"/>
            <a:ext cx="10469880" cy="42062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122C4E"/>
                </a:solidFill>
                <a:latin typeface="Noto Sans CJK KR"/>
              </a:defRPr>
            </a:pPr>
            <a:r>
              <a:rPr/>
              <a:t>agv.rviz에 RobotModel·TF·LaserScan·Odometry 설정을 저장하고 실제 화면을 확인한다.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ROS 2 환경의 파일·패키지·구성 검증 로그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956" y="1884338"/>
            <a:ext cx="10607040" cy="37385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정상 결과: 실제 환경에서 확인한 출력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실제 RViz2: RobotModel·TF·Odometry·LaserScan·Path·Marker display를 함께 연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409" y="1353312"/>
            <a:ext cx="6246133" cy="4800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" y="6217920"/>
            <a:ext cx="10607040" cy="1828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100" b="1">
                <a:solidFill>
                  <a:srgbClr val="2A8B5A"/>
                </a:solidFill>
                <a:latin typeface="Noto Sans CJK KR"/>
              </a:defRPr>
            </a:pPr>
            <a:r>
              <a:rPr/>
              <a:t>① 명령/설정  ② 정상 출력 또는 화면  ③ 다음 검증 명령으로 재확인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객관적 검증 명령으로 완료를 확인한다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화면만 보지 말고 topic·frame·파일·parameter를 다시 확인합니다.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검증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55648"/>
            <a:ext cx="10972800" cy="2148840"/>
          </a:xfrm>
          <a:prstGeom prst="roundRect">
            <a:avLst/>
          </a:prstGeom>
          <a:solidFill>
            <a:srgbClr val="1D232D"/>
          </a:solidFill>
          <a:ln>
            <a:solidFill>
              <a:srgbClr val="1D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600" b="0">
                <a:solidFill>
                  <a:srgbClr val="FFFFFF"/>
                </a:solidFill>
                <a:latin typeface="DejaVu Sans Mono"/>
              </a:defRPr>
            </a:pPr>
            <a:r>
              <a:rPr/>
              <a:t>ros2 topic info /robot_description</a:t>
            </a:r>
            <a:r>
              <a:rPr/>
              <a:t>ros2 topic echo /scan --once</a:t>
            </a:r>
            <a:r>
              <a:rPr/>
              <a:t>ros2 topic echo /odom --once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06240"/>
            <a:ext cx="10972800" cy="1554480"/>
          </a:xfrm>
          <a:prstGeom prst="roundRect">
            <a:avLst/>
          </a:prstGeom>
          <a:solidFill>
            <a:srgbClr val="F4F7FB"/>
          </a:solidFill>
          <a:ln>
            <a:solidFill>
              <a:srgbClr val="D1D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800" b="1">
                <a:solidFill>
                  <a:srgbClr val="2A8B5A"/>
                </a:solidFill>
                <a:latin typeface="Noto Sans CJK KR"/>
              </a:defRPr>
            </a:pPr>
            <a:r>
              <a:rPr/>
              <a:t>완료 체크</a:t>
            </a:r>
            <a:r>
              <a:rPr/>
              <a:t>□ 명령이 오류 없이 실행된다.</a:t>
            </a:r>
            <a:r>
              <a:rPr/>
              <a:t>□ 기대한 파일·topic·frame·parameter 이름이 보인다.</a:t>
            </a:r>
            <a:r>
              <a:rPr/>
              <a:t>□ 값의 단위와 방향을 한 문장으로 설명할 수 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89320"/>
            <a:ext cx="10789920" cy="23774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500" b="1">
                <a:solidFill>
                  <a:srgbClr val="122C4E"/>
                </a:solidFill>
                <a:latin typeface="Noto Sans CJK KR"/>
              </a:defRPr>
            </a:pPr>
            <a:r>
              <a:rPr/>
              <a:t>완료 조건: agv.rviz에 RobotModel·TF·LaserScan·Odometry 설정을 저장하고 실제 화면을 확인한다.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막히면: 증상 → 우선 확인 → 재검증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오류 메시지를 숨기지 않고 같은 순서로 점검합니다.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오류 대응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" y="175564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1: RobotModel이 안 보임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188366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robot_description·Fixed Frame·TF를 순서대로 확인한다.</a:t>
            </a:r>
            <a:r>
              <a:rPr/>
              <a:t>수정 후: ros2 topic info /robot_description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" y="3172968"/>
            <a:ext cx="10972800" cy="1115568"/>
          </a:xfrm>
          <a:prstGeom prst="roundRect">
            <a:avLst/>
          </a:prstGeom>
          <a:solidFill>
            <a:srgbClr val="FFF7F4"/>
          </a:solidFill>
          <a:ln>
            <a:solidFill>
              <a:srgbClr val="EDBE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96112" y="3319272"/>
            <a:ext cx="2926080" cy="2743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BE3B3B"/>
                </a:solidFill>
                <a:latin typeface="Noto Sans CJK KR"/>
              </a:defRPr>
            </a:pPr>
            <a:r>
              <a:rPr/>
              <a:t>증상 2: LaserScan 위치가 이상함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300984"/>
            <a:ext cx="7543800" cy="6217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600" b="0">
                <a:solidFill>
                  <a:srgbClr val="122C4E"/>
                </a:solidFill>
                <a:latin typeface="Noto Sans CJK KR"/>
              </a:defRPr>
            </a:pPr>
            <a:r>
              <a:rPr/>
              <a:t>우선 확인: scan header.frame_id와 lidar TF를 확인한다.</a:t>
            </a:r>
            <a:r>
              <a:rPr/>
              <a:t>수정 후: ros2 topic info /robot_description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102352"/>
            <a:ext cx="10607040" cy="40233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800" b="1">
                <a:solidFill>
                  <a:srgbClr val="DB7E22"/>
                </a:solidFill>
                <a:latin typeface="Noto Sans CJK KR"/>
              </a:defRPr>
            </a:pPr>
            <a:r>
              <a:rPr/>
              <a:t>공통 순서: ① 현재 폴더 ② source ③ 파일 경로 ④ 이름/타입/단위 ⑤ build·source 후 재실행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미니 실습: 값 하나를 바꾸고 결과를 비교한다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정상 결과를 만든 뒤에는 한 번에 하나의 값만 바꿉니다.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미니 실습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1874519"/>
            <a:ext cx="10652760" cy="1993392"/>
          </a:xfrm>
          <a:prstGeom prst="roundRect">
            <a:avLst/>
          </a:prstGeom>
          <a:solidFill>
            <a:srgbClr val="FFF8EB"/>
          </a:solidFill>
          <a:ln>
            <a:solidFill>
              <a:srgbClr val="ECC6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spcAft>
                <a:spcPts val="0"/>
              </a:spcAft>
              <a:defRPr sz="2300" b="1">
                <a:solidFill>
                  <a:srgbClr val="122C4E"/>
                </a:solidFill>
                <a:latin typeface="Noto Sans CJK KR"/>
              </a:defRPr>
            </a:pPr>
            <a:r>
              <a:rPr/>
              <a:t>Fixed Frame을 의도적으로 없는 이름으로 바꾼 뒤 Global Status 오류를 읽고 odom으로 되돌린다.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4590288"/>
            <a:ext cx="10241280" cy="5943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900" b="1">
                <a:solidFill>
                  <a:srgbClr val="DB7E22"/>
                </a:solidFill>
                <a:latin typeface="Noto Sans CJK KR"/>
              </a:defRPr>
            </a:pPr>
            <a:r>
              <a:rPr/>
              <a:t>기록할 것: 바꾼 값(단위) · 기대한 변화 · 실제 출력/화면 · 원래 값으로 되돌린 결과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체크포인트를 저장하고 다음 모듈로 넘긴다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현재 Complete는 다음 Starter의 기준선입니다.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188720"/>
            <a:ext cx="11064240" cy="347472"/>
          </a:xfrm>
          <a:prstGeom prst="rect">
            <a:avLst/>
          </a:prstGeom>
          <a:solidFill>
            <a:srgbClr val="F4F7FB"/>
          </a:solidFill>
          <a:ln>
            <a:solidFill>
              <a:srgbClr val="F4F7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l">
              <a:spcAft>
                <a:spcPts val="0"/>
              </a:spcAft>
              <a:defRPr sz="1300" b="1">
                <a:solidFill>
                  <a:srgbClr val="122C4E"/>
                </a:solidFill>
                <a:latin typeface="Noto Sans CJK KR"/>
              </a:defRPr>
            </a:pPr>
            <a:r>
              <a:rPr/>
              <a:t>현재 단계 체크포인트    |    현재 폴더 ~/ros2_curri/agv_ws    |    현재 터미널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10972800" cy="3611880"/>
          </a:xfrm>
          <a:prstGeom prst="roundRect">
            <a:avLst/>
          </a:prstGeom>
          <a:solidFill>
            <a:srgbClr val="F4F7FB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896112" y="1993392"/>
            <a:ext cx="10332720" cy="2971800"/>
          </a:xfrm>
          <a:prstGeom prst="rect">
            <a:avLst/>
          </a:prstGeom>
          <a:noFill/>
        </p:spPr>
        <p:txBody>
          <a:bodyPr wrap="square" lIns="109728" rIns="109728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완료 화면: agv.rviz에 RobotModel·TF·LaserScan·Odometry 설정을 저장하고 실제 화면을 확인한다.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Complete 파일: blocks/C_drive_visualization/M11_rviz_integration/complete/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정상 로그·캡처: logs/validation.log, screenshots/validation_terminal.png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버전 식별: CHECKSUM_or_TAG.txt의 SHA-256 manifest</a:t>
            </a:r>
          </a:p>
          <a:p>
            <a:pPr>
              <a:spcAft>
                <a:spcPts val="800"/>
              </a:spcAft>
              <a:defRPr sz="1800">
                <a:solidFill>
                  <a:srgbClr val="122C4E"/>
                </a:solidFill>
                <a:latin typeface="Noto Sans CJK KR"/>
              </a:defRPr>
            </a:pPr>
            <a:r>
              <a:rPr/>
              <a:t>• □ 다음 시작 조건: M12~M15 센서 display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596128"/>
            <a:ext cx="10515600" cy="33832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ctr">
              <a:spcAft>
                <a:spcPts val="0"/>
              </a:spcAft>
              <a:defRPr sz="1700" b="1">
                <a:solidFill>
                  <a:srgbClr val="2A8B5A"/>
                </a:solidFill>
                <a:latin typeface="Noto Sans CJK KR"/>
              </a:defRPr>
            </a:pPr>
            <a:r>
              <a:rPr/>
              <a:t>다음 모듈을 시작하기 전, 이 슬라이드의 Complete와 다음 모듈의 Starter를 비교합니다.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10881360" cy="43891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3200" b="1">
                <a:solidFill>
                  <a:srgbClr val="122C4E"/>
                </a:solidFill>
                <a:latin typeface="Noto Sans CJK KR"/>
              </a:defRPr>
            </a:pPr>
            <a:r>
              <a:rPr/>
              <a:t>공식 참고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3504" y="859536"/>
            <a:ext cx="10698480" cy="2926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0">
                <a:solidFill>
                  <a:srgbClr val="5C6672"/>
                </a:solidFill>
                <a:latin typeface="Noto Sans CJK KR"/>
              </a:defRPr>
            </a:pPr>
            <a:r>
              <a:rPr/>
              <a:t>본문 단계는 링크를 열지 않아도 완료할 수 있으며, 링크는 개념을 더 확인할 때만 사용합니다.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6510528"/>
            <a:ext cx="777240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ROS 2 Jazzy · Gazebo Harmonic · M11 · 따라 하기형 AGV 실습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6510528"/>
            <a:ext cx="2468880" cy="20116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>
              <a:spcAft>
                <a:spcPts val="0"/>
              </a:spcAft>
              <a:defRPr sz="1000" b="0">
                <a:solidFill>
                  <a:srgbClr val="5C6672"/>
                </a:solidFill>
                <a:latin typeface="Noto Sans CJK KR"/>
              </a:defRPr>
            </a:pPr>
            <a:r>
              <a:rPr/>
              <a:t>명령·파일 경로는 슬라이드에서 복사 가능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554480"/>
            <a:ext cx="10972800" cy="4526280"/>
          </a:xfrm>
          <a:prstGeom prst="roundRect">
            <a:avLst/>
          </a:prstGeom>
          <a:solidFill>
            <a:srgbClr val="F4F7FB"/>
          </a:solidFill>
          <a:ln>
            <a:solidFill>
              <a:srgbClr val="D7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914400" y="1773936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Gazebo Simulation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48255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https://docs.ros.org/en/jazzy/Tutorials/Advanced/Simulators/Gazebo/Simulation-Gazebo.html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52928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URDF / robot_state_publisher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27248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https://docs.ros.org/en/jazzy/Tutorials/Intermediate/URDF/Using-URDF-with-Robot-State-Publisher-py.html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31920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Gazebo — ROS 2 Integration / ros_gz_bridge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06240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https://gazebosim.org/docs/latest/ros2_integration/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010912"/>
            <a:ext cx="3840480" cy="25603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700" b="1">
                <a:solidFill>
                  <a:srgbClr val="122C4E"/>
                </a:solidFill>
                <a:latin typeface="Noto Sans CJK KR"/>
              </a:defRPr>
            </a:pPr>
            <a:r>
              <a:rPr/>
              <a:t>ROS 2 Jazzy — rosbag2 Recording and Playback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285232"/>
            <a:ext cx="9966960" cy="4754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l">
              <a:spcAft>
                <a:spcPts val="0"/>
              </a:spcAft>
              <a:defRPr sz="1000" b="0">
                <a:solidFill>
                  <a:srgbClr val="225B9B"/>
                </a:solidFill>
                <a:latin typeface="DejaVu Sans Mono"/>
              </a:defRPr>
            </a:pPr>
            <a:r>
              <a:rPr/>
              <a:t>https://docs.ros.org/en/jazzy/Tutorials/Beginner-CLI-Tools/Recording-And-Playing-Back-Data/Recording-And-Playing-Back-Data.html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