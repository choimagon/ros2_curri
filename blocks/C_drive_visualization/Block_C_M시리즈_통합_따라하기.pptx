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M05의 agv_description과 분리해 World·model·bridge 책임을 agv_gazebo에 둡니다.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agv_gazebo</a:t>
            </a:r>
          </a:p>
          <a:p>
            <a:r>
              <a:t>mkdir -p agv_gazebo/models/agv agv_gazebo/worlds agv_gazebo/config agv_gazebo/launch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1/3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2/3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3/3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1/2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2/2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blocks/C_drive_visualization/M09_differential_drive/complete/agv_ws/src || true</a:t>
            </a:r>
          </a:p>
          <a:p>
            <a:r>
              <a:t>cp -a my_agv_ws/src my_agv_ws/src_before_M09</a:t>
            </a:r>
          </a:p>
          <a:p>
            <a:r>
              <a:t>cp -a blocks/C_drive_visualization/M09_differential_drive/complete/agv_ws/src/.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~/ros2_curri/my_agv_ws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blocks/C_drive_visualization/M10_ros_gz_bridge/complete/agv_ws/src || true</a:t>
            </a:r>
          </a:p>
          <a:p>
            <a:r>
              <a:t>cp -a my_agv_ws/src my_agv_ws/src_before_M10</a:t>
            </a:r>
          </a:p>
          <a:p>
            <a:r>
              <a:t>cp -a blocks/C_drive_visualization/M10_ros_gz_bridge/complete/agv_ws/src/.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~/ros2_curri/my_agv_ws/install/setup.bash</a:t>
            </a:r>
          </a:p>
          <a:p>
            <a:r>
              <a:t>rviz2 -d ~/ros2_curri/my_agv_ws/src/agv_description/rviz/agv.rviz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주행과 시각화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M09 → M10 → M11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C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822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7919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7736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300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2397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42214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1/3 · M09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M09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M09</a:t>
            </a:r>
            <a:r>
              <a:rPr/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 World/AGV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좌우 바퀴 속도 차이와 Twist linear.x/angular.z로 직진·회전·곡선 주행을 설명한다.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World 안의 AGV와 장애물·목표물 배치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  <a:r>
              <a:rPr/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left/right</a:t>
            </a:r>
            <a:r>
              <a:rPr/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agv_gazebo/package.xml</a:t>
            </a:r>
            <a:r>
              <a:rPr/>
              <a:t>└── agv_gazebo/setup.py</a:t>
            </a:r>
            <a:r>
              <a:rPr/>
              <a:t>└── agv_gazebo/models/agv/model.sdf</a:t>
            </a:r>
            <a:r>
              <a:rPr/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M05의 agv_description과 분리해 World·model·bridge 책임을 agv_gazebo에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agv_gazebo</a:t>
            </a:r>
            <a:r>
              <a:rPr/>
              <a:t>mkdir -p agv_gazebo/models/agv agv_gazebo/worlds agv_gazebo/config agv_gazebo/launch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</a:t>
            </a:r>
            <a:r>
              <a:rPr/>
              <a:t>nano ~/ros2_curri/my_agv_ws/src/agv_gazebo/package.xml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&lt;name&gt;agv_gazebo&lt;/name&gt;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&lt;name&gt;agv_gazebo&lt;/name&gt;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&lt;description&gt;Gazebo Harmonic world, model and ROS-Gazebo bridge</a:t>
            </a:r>
            <a:r>
              <a:rPr/>
              <a:t>    configuration.&lt;/description&gt;</a:t>
            </a:r>
            <a:r>
              <a:rPr/>
              <a:t>  </a:t>
            </a:r>
            <a:r>
              <a:rPr/>
              <a:t>  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  <a:r>
              <a:rPr/>
              <a:t>  &lt;exec_depend&gt;launch&lt;/exec_depend&gt;</a:t>
            </a:r>
            <a:r>
              <a:rPr/>
              <a:t>  &lt;exec_depend&gt;launch_ros&lt;/exec_depend&gt;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&lt;exec_depend&gt;ros_gz_sim&lt;/exec_depend&gt;</a:t>
            </a:r>
            <a:r>
              <a:rPr/>
              <a:t>  &lt;exec_depend&gt;ros_gz_bridge&lt;/exec_depend&gt;</a:t>
            </a:r>
            <a:r>
              <a:rPr/>
              <a:t>  &lt;exec_depend&gt;gz_ros2_control&lt;/exec_depend&gt;</a:t>
            </a:r>
            <a:r>
              <a:rPr/>
              <a:t>  &lt;exec_depend&gt;controller_manager&lt;/exec_depend&gt;</a:t>
            </a:r>
            <a:r>
              <a:rPr/>
              <a:t>  &lt;exec_depend&gt;robot_state_publisher&lt;/exec_depend&gt;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&lt;exec_depend&gt;agv_control&lt;/exec_depend&gt;</a:t>
            </a:r>
            <a:r>
              <a:rPr/>
              <a:t>  &lt;exec_depend&gt;agv_description&lt;/exec_depend&gt;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</a:t>
            </a:r>
            <a:r>
              <a:rPr/>
              <a:t>nano ~/ros2_curri/my_agv_ws/src/agv_gazebo/setup.py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  <a:r>
              <a:rPr/>
              <a:t>from setuptools import find_packages, setup</a:t>
            </a:r>
            <a:r>
              <a:rPr/>
              <a:t>package_name = 'agv_gazebo'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'/launch', glob('launch/*.launch.py')),</a:t>
            </a:r>
            <a:r>
              <a:rPr/>
              <a:t>    ('share/' + package_name + '/worlds', glob('worlds/*.sdf')),</a:t>
            </a:r>
            <a:r>
              <a:rPr/>
              <a:t>    ('share/' + package_name + '/config', glob('config/*.yaml')),</a:t>
            </a:r>
            <a:r>
              <a:rPr/>
              <a:t>    ('share/' + package_name + '/models/agv', glob('models/agv/*')),</a:t>
            </a:r>
            <a:r>
              <a:rPr/>
              <a:t>    ('share/' + package_name + '/models/agv_ros2_control',</a:t>
            </a:r>
            <a:r>
              <a:rPr/>
              <a:t>    glob('models/agv_ros2_control/*'))], install_requires=['setuptools'], zip_safe=True,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maintainer='AGV student',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command.linear.x =</a:t>
            </a:r>
            <a:r>
              <a:rPr/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CmdTestNode(Node):</a:t>
            </a:r>
            <a:r>
              <a:rPr/>
              <a:t>    def __init__(self):</a:t>
            </a:r>
            <a:r>
              <a:rPr/>
              <a:t>        super().__init__('cmd_test_node')</a:t>
            </a:r>
            <a:r>
              <a:rPr/>
              <a:t>        self.declare_parameter('linear_speed', 0.15)</a:t>
            </a:r>
            <a:r>
              <a:rPr/>
              <a:t>        self.declare_parameter('angular_speed', 0.0)</a:t>
            </a:r>
            <a:r>
              <a:rPr/>
              <a:t>        self.publisher = self.create_publisher(Twist, '/cmd_vel', 10)</a:t>
            </a: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  <a:r>
              <a:rPr/>
              <a:t>    def publish_once(self):</a:t>
            </a:r>
            <a:r>
              <a:rPr/>
              <a:t>        command = Twist()</a:t>
            </a:r>
            <a:r>
              <a:rPr/>
              <a:t>        if self.remaining &gt; 0:</a:t>
            </a:r>
            <a:r>
              <a:rPr/>
              <a:t>            command.linear.x = self.get_parameter('linear_speed').value</a:t>
            </a:r>
            <a:r>
              <a:rPr/>
              <a:t>            command.angular.z = self.get_parameter('angular_speed').value</a:t>
            </a:r>
            <a:r>
              <a:rPr/>
              <a:t>            self.remaining -= 1</a:t>
            </a:r>
            <a:r>
              <a:rPr/>
              <a:t>        self.publisher.publish(command)</a:t>
            </a:r>
            <a:r>
              <a:rPr/>
              <a:t>        if self.remaining == 0:</a:t>
            </a:r>
            <a:r>
              <a:rPr/>
              <a:t>            self.get_logger().info('test command finished; publishing zero Twist')</a:t>
            </a: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CmdTestNode()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  <a:r>
              <a:rPr/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  <a:r>
              <a:rPr/>
              <a:t>  "{linear: {x: 0.0}, angular: {z: 0.4}}"</a:t>
            </a:r>
            <a:r>
              <a:rPr/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gazebo.launch.py</a:t>
            </a:r>
            <a:r>
              <a:rPr/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</a:t>
            </a: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joint axis·friction·contact·wheel radius를 확인한다.</a:t>
            </a:r>
            <a:r>
              <a:rPr/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left/right joint와 angular.z 부호를 확인한다.</a:t>
            </a:r>
            <a:r>
              <a:rPr/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blocks/C_drive_visualization/M09_differential_drive/complete/agv_ws/src || true</a:t>
            </a:r>
            <a:r>
              <a:rPr/>
              <a:t>cp -a my_agv_ws/src my_agv_ws/src_before_M09</a:t>
            </a:r>
            <a:r>
              <a:rPr/>
              <a:t>cp -a blocks/C_drive_visualization/M09_differential_drive/complete/agv_ws/src/.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2/3 · M10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M10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M10</a:t>
            </a:r>
            <a:r>
              <a:rPr/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M09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message와 Gazebo Transport message 사이의 방향·타입·이름 매핑을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2개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</a:t>
            </a: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</a:t>
            </a:r>
            <a:r>
              <a:rPr/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agv_gazebo/config/bridge.yaml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  <a:r>
              <a:rPr/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</a:t>
            </a:r>
            <a:r>
              <a:rPr/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launch_arguments={'gz_args': '-r ' + world}.items()),</a:t>
            </a:r>
            <a:r>
              <a:rPr/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executable='parameter_bridge', parameters=[{'config_file':</a:t>
            </a:r>
            <a:r>
              <a:rPr/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2/2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SetEnvironmentVariable</a:t>
            </a:r>
            <a:r>
              <a:rPr/>
              <a:t>from launch.launch_description_sources import PythonLaunchDescriptionSource</a:t>
            </a:r>
            <a:r>
              <a:rPr/>
              <a:t>from launch_ros.actions import Node</a:t>
            </a:r>
            <a:r>
              <a:rPr/>
              <a:t>def generate_launch_description():</a:t>
            </a:r>
            <a:r>
              <a:rPr/>
              <a:t>    share = get_package_share_directory('agv_gazebo')</a:t>
            </a:r>
            <a:r>
              <a:rPr/>
              <a:t>    world = os.path.join(share, 'worlds', 'warehouse.sdf')</a:t>
            </a:r>
            <a:r>
              <a:rPr/>
              <a:t>    models = os.path.join(share, 'models')</a:t>
            </a: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2/2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</a:t>
            </a:r>
            <a:r>
              <a:rPr/>
              <a:t>        IncludeLaunchDescription(PythonLaunchDescriptionSource(gz_launch),</a:t>
            </a:r>
            <a:r>
              <a:rPr/>
              <a:t>        launch_arguments={'gz_args': '-r ' + world}.items()), Node(package='ros_gz_bridge',</a:t>
            </a:r>
            <a:r>
              <a:rPr/>
              <a:t>         executable='parameter_bridge', parameters=[{'config_file': os.path.join(share,</a:t>
            </a: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 --packages-select agv_gazebo</a:t>
            </a:r>
            <a:r>
              <a:rPr/>
              <a:t>source install/setup.bash</a:t>
            </a:r>
            <a:r>
              <a:rPr/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 | rg '/cmd_vel|/odom|/scan|/imu|/camera|/clock'</a:t>
            </a:r>
            <a:r>
              <a:rPr/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bridge 프로세스·topic 이름·message type을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direction ROS_TO_GZ/GZ_TO_ROS 설정을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blocks/C_drive_visualization/M10_ros_gz_bridge/complete/agv_ws/src || true</a:t>
            </a:r>
            <a:r>
              <a:rPr/>
              <a:t>cp -a my_agv_ws/src my_agv_ws/src_before_M10</a:t>
            </a:r>
            <a:r>
              <a:rPr/>
              <a:t>cp -a blocks/C_drive_visualization/M10_ros_gz_bridge/complete/agv_ws/src/.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3/3 · M11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M11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M11</a:t>
            </a:r>
            <a:r>
              <a:rPr/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M10 bridge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Gazebo와 RViz2 역할을 분리하고 RobotModel·TF·센서 display를 같은 frame에서 검증한다.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RobotModel·TF·Odometry·LaserScan·Path·Marker display를 함께 연 상태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내 workspace에서 build한 package를 현재 terminal에 겹쳐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 뒤 `ros2 run`이 내가 만든 package와 executable을 찾습니다.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rviz2 -d</a:t>
            </a:r>
            <a:r>
              <a:rPr/>
              <a:t>~/ros2_curri/my_agv_ws/src/agv_description/rviz/agv.rviz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저장해 둔 RViz 설정 파일을 열어 동일한 display 구성을 재현합니다.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RobotModel·TF·LaserScan display가 설정 파일대로 보입니다.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Fixed Frame: odom 또는 base_link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RobotModel → Description Topic: /robot_description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TF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LaserScan → Topic: /scan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display 설정을 다음 센서 모듈에서도 재사용한다.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rviz2 -d ~/ros2_curri/my_agv_ws/src/agv_description/rviz/agv.rviz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모델과 frame이 맞아야 scan·image 위치도 맞는다.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Fixed Frame: odom 또는 base_link</a:t>
            </a:r>
            <a:r>
              <a:rPr/>
              <a:t>Add → RobotModel → Description Topic: /robot_description</a:t>
            </a:r>
            <a:r>
              <a:rPr/>
              <a:t>Add →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display는 topic과 message frame_id를 TF로 변환한다.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LaserScan → Topic: /scan</a:t>
            </a:r>
            <a:r>
              <a:rPr/>
              <a:t>Add → Odometry → Topic: /odom</a:t>
            </a:r>
            <a:r>
              <a:rPr/>
              <a:t>File → Save Config As → 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/robot_description</a:t>
            </a:r>
            <a:r>
              <a:rPr/>
              <a:t>ros2 topic echo /scan --once</a:t>
            </a: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robot_description·Fixed Frame·TF를 순서대로 확인한다.</a:t>
            </a:r>
            <a:r>
              <a:rPr/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scan header.frame_id와 lidar TF를 확인한다.</a:t>
            </a:r>
            <a:r>
              <a:rPr/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