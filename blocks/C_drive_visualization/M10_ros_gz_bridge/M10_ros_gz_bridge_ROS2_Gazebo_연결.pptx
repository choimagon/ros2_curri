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1/2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2/2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  <a:br/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~/agv_ws/src/agv_gazebo/launch</a:t>
            </a:r>
            <a:br/>
            <a:r>
              <a:t>파일 열기: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~/agv_ws/src/agv_gazebo/launch</a:t>
            </a:r>
            <a:br/>
            <a:r>
              <a:t>파일 열기: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  <a:br/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