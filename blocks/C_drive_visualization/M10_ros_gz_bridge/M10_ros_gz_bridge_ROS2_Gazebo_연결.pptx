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</a:t>
            </a:r>
            <a:br/>
            <a:r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launch_arguments={'gz_args': '-r ' + world}.items()),</a:t>
            </a:r>
            <a:br/>
            <a:r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executable='parameter_bridge', parameters=[{'config_file':</a:t>
            </a:r>
            <a:br/>
            <a:r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launch.actions import IncludeLaunchDescription, SetEnvironmentVariable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share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world = os.path.join(share, 'worlds', 'warehouse.sdf')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models = os.path.join(share,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~/ros2_curri/my_agv_ws/src/agv_gazebo/launch/gazebo.launch.py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models + (':' + previous if previous else '')),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launch_arguments={'gz_args': '-r ' + world}.items()), Node(package='ros_gz_bridge',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executable='parameter_bridge', parameters=[{'config_file': os.path.join(share,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src/agv_gazebo/config/bridge.yaml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blocks/C_drive_visualization/M10_ros_gz_bridge/complete/agv_ws/src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blocks/C_drive_visualization/M10_ros_gz_bridge/complete/agv_ws/src/.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