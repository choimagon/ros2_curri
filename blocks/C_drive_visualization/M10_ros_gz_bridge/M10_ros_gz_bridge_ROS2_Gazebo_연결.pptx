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message와 Gazebo Transport message 사이의 방향·타입·이름 매핑을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이전=M09 /cmd_vel, 다음=M11 RViz2을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message와 Gazebo Transport message 사이의 방향·타입·이름 매핑을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Transport 메시지와 ROS 2 topic을 방향별로 연결하는 번역표</a:t>
            </a:r>
          </a:p>
          <a:p>
            <a:r>
              <a:t>[실행] mkdir -p ~/ros2_curri/my_agv_ws/src/agv_gazebo/config</a:t>
            </a:r>
          </a:p>
          <a:p>
            <a:r>
              <a:t>nano ~/ros2_curri/my_agv_ws/src/agv_gazebo/config/bridge.yaml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1/3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2/3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3/3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node를 시작 순서대로 조립하는 launch 파일</a:t>
            </a:r>
          </a:p>
          <a:p>
            <a:r>
              <a:t>[실행] mkdir -p ~/ros2_curri/my_agv_ws/src/agv_gazebo/launch</a:t>
            </a:r>
          </a:p>
          <a:p>
            <a:r>
              <a:t>nano ~/ros2_curri/my_agv_ws/src/agv_gazebo/launch/gazebo.launch.py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~/ros2_curri/my_agv_ws/src/agv_gazebo/launch/gazebo.launch.py의 1/2 구현 블록을 직접 입력한다.</a:t>
            </a:r>
          </a:p>
          <a:p>
            <a:r>
              <a:t>[실행] nano ~/ros2_curri/my_agv_ws/src/agv_gazebo/launch/gazebo.launch.py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~/ros2_curri/my_agv_ws/src/agv_gazebo/launch/gazebo.launch.py의 2/2 구현 블록을 직접 입력한다.</a:t>
            </a:r>
          </a:p>
          <a:p>
            <a:r>
              <a:t>[실행] nano ~/ros2_curri/my_agv_ws/src/agv_gazebo/launch/gazebo.launch.py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방향과 양쪽 message type을 한 topic마다 정확히 적는다.</a:t>
            </a:r>
          </a:p>
          <a:p>
            <a:r>
              <a:t>[실행] cd ~/ros2_curri/my_agv_ws</a:t>
            </a:r>
          </a:p>
          <a:p>
            <a:r>
              <a:t>nano src/agv_gazebo/config/bridge.yaml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config_file은 package share 경로에서 찾도록 launch에 넣는다.</a:t>
            </a:r>
          </a:p>
          <a:p>
            <a:r>
              <a:t>[실행] colcon build --symlink-install --packages-select agv_gazebo</a:t>
            </a:r>
          </a:p>
          <a:p>
            <a:r>
              <a:t>source install/setup.bash</a:t>
            </a:r>
          </a:p>
          <a:p>
            <a:r>
              <a:t>ros2 launch agv_gazebo gazebo.launch.py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~/ros2_curri/my_agv_ws/install/setup.bash</a:t>
            </a:r>
          </a:p>
          <a:p>
            <a:r>
              <a:t>ros2 launch agv_gazebo gazebo.launch.py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list | rg '/cmd_vel|/odom|/scan|/imu|/camera|/clock'</a:t>
            </a:r>
          </a:p>
          <a:p>
            <a:r>
              <a:t>ros2 topic info /scan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blocks/C_drive_visualization/M10_ros_gz_bridge/complete/agv_ws/src || true</a:t>
            </a:r>
          </a:p>
          <a:p>
            <a:r>
              <a:t>cp -a my_agv_ws/src my_agv_ws/src_before_M10</a:t>
            </a:r>
          </a:p>
          <a:p>
            <a:r>
              <a:t>cp -a blocks/C_drive_visualization/M10_ros_gz_bridge/complete/agv_ws/src/.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M11 RViz2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M10 · Block C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ros_gz_bridge로 ROS 2 ↔ Gazebo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/cmd_vel ROS→Gazebo 및 odom/scan/imu/camera/clock Gazebo→ROS 매핑을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M09 /cmd_vel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M10</a:t>
            </a:r>
            <a:br/>
            <a:r>
              <a:t>ros_gz_bridge로 ROS 2 ↔ Gazebo 연결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M11 RViz2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/cmd_vel ROS→Gazebo 및 odom/scan/imu/camera/clock Gazebo→ROS 매핑을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Gazebo 내부에 AGV와 sensor topic이 있고 ROS 2 외부와 구분되는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M09 /cmd_vel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ROS 2 message와 Gazebo Transport message 사이의 방향·타입·이름 매핑을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/cmd_vel ROS→Gazebo 및 odom/scan/imu/camera/clock Gazebo→ROS 매핑을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M09 /cmd_vel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message와 Gazebo Transport message 사이의 방향·타입·이름 매핑을 만든다.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/cmd_vel ROS→Gazebo 및 odom/scan/imu/camera/clock Gazebo→ROS 매핑을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2개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ROS 2</a:t>
            </a:r>
            <a:br/>
            <a:r>
              <a:t>/cmd_vel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ros_gz_bridge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Gazebo</a:t>
            </a:r>
            <a:br/>
            <a:r>
              <a:t>DiffDrive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agv_gazebo/config/bridge.yaml</a:t>
            </a:r>
            <a:br/>
            <a:r>
              <a:t>└── agv_gazebo/launch/gazebo.launch.py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Gazebo Transport 메시지와 ROS 2 topic을 방향별로 연결하는 번역표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한 항목에서 ros_topic_name → type → direction을 세 줄씩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parameter_bridge가 이 YAML을 읽도록 launch한다.</a:t>
            </a:r>
            <a:br/>
            <a:r>
              <a:t>화면/출력: ros2 topic info에서 보이는 type과 publisher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launch argument → Node → parameters/config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ros2 launch로 실행한다.</a:t>
            </a:r>
            <a:br/>
            <a:r>
              <a:t>화면/출력: terminal의 실행 node와 topic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1/2: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Gazebo Transport 메시지와 ROS 2 topic을 방향별로 연결하는 번역표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~/ros2_curri/my_agv_ws/src/agv_gazebo/config</a:t>
            </a:r>
            <a:br/>
            <a:r>
              <a:t>nano ~/ros2_curri/my_agv_ws/src/agv_gazebo/config/bridge.yaml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topic info에서 보이는 type과 publisher 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1/2: 코드 읽기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~/ros2_curri/my_agv_ws/src/agv_gazebo/config/bridge.yaml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- ros_topic_name: "/cmd_vel"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ros_type_name: "geometry_msgs/msg/Twist"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1/2: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1/2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- ros_topic_name: "/cmd_vel"</a:t>
            </a:r>
            <a:br/>
            <a:r>
              <a:t>  gz_topic_name: "/cmd_vel"</a:t>
            </a:r>
            <a:br/>
            <a:r>
              <a:t>  ros_type_name: "geometry_msgs/msg/Twist"</a:t>
            </a:r>
            <a:br/>
            <a:r>
              <a:t>  gz_type_name: "gz.msgs.Twist"</a:t>
            </a:r>
            <a:br/>
            <a:r>
              <a:t>  direction: ROS_TO_GZ</a:t>
            </a:r>
            <a:br/>
            <a:r>
              <a:t>- ros_topic_name: "/odom"</a:t>
            </a:r>
            <a:br/>
            <a:r>
              <a:t>  gz_topic_name: "/odom"</a:t>
            </a:r>
            <a:br/>
            <a:r>
              <a:t>  ros_type_name: "nav_msgs/msg/Odometry"</a:t>
            </a:r>
            <a:br/>
            <a:r>
              <a:t>  gz_type_name: "gz.msgs.Odometry"</a:t>
            </a:r>
            <a:br/>
            <a:r>
              <a:t>  direction: GZ_TO_ROS</a:t>
            </a:r>
            <a:br/>
            <a:r>
              <a:t>- ros_topic_name: "/scan"</a:t>
            </a:r>
            <a:br/>
            <a:r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1/2: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1/2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ros_type_name: "sensor_msgs/msg/LaserScan"</a:t>
            </a:r>
            <a:br/>
            <a:r>
              <a:t>  gz_type_name: "gz.msgs.LaserScan"</a:t>
            </a:r>
            <a:br/>
            <a:r>
              <a:t>  direction: GZ_TO_ROS</a:t>
            </a:r>
            <a:br/>
            <a:r>
              <a:t>- ros_topic_name: "/imu/data"</a:t>
            </a:r>
            <a:br/>
            <a:r>
              <a:t>  gz_topic_name: "/imu/data"</a:t>
            </a:r>
            <a:br/>
            <a:r>
              <a:t>  ros_type_name: "sensor_msgs/msg/Imu"</a:t>
            </a:r>
            <a:br/>
            <a:r>
              <a:t>  gz_type_name: "gz.msgs.IMU"</a:t>
            </a:r>
            <a:br/>
            <a:r>
              <a:t>  direction: GZ_TO_ROS</a:t>
            </a:r>
            <a:br/>
            <a:r>
              <a:t>- ros_topic_name: "/camera/image_raw"</a:t>
            </a:r>
            <a:br/>
            <a:r>
              <a:t>  gz_topic_name: "/camera/image_raw"</a:t>
            </a:r>
            <a:br/>
            <a:r>
              <a:t>  ros_type_name: "sensor_msgs/msg/Image"</a:t>
            </a:r>
            <a:br/>
            <a:r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1/2: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1/2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~/ros2_curri/my_agv_ws/src/agv_gazebo/config/bridge.yaml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direction: GZ_TO_ROS</a:t>
            </a:r>
            <a:br/>
            <a:r>
              <a:t>- ros_topic_name: "/clock"</a:t>
            </a:r>
            <a:br/>
            <a:r>
              <a:t>  gz_topic_name: "/clock"</a:t>
            </a:r>
            <a:br/>
            <a:r>
              <a:t>  ros_type_name: "rosgraph_msgs/msg/Clock"</a:t>
            </a:r>
            <a:br/>
            <a:r>
              <a:t>  gz_type_name: "gz.msgs.Clock"</a:t>
            </a:r>
            <a:br/>
            <a:r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2/2: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~/ros2_curri/my_agv_ws/src/agv_gazebo/launch</a:t>
            </a:r>
            <a:br/>
            <a:r>
              <a:t>nano ~/ros2_curri/my_agv_ws/src/agv_gazebo/launch/gazebo.launch.py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실행 node와 topic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2/2: 코드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generate_launch_description():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2/2: 코드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return</a:t>
            </a:r>
            <a:br/>
            <a:r>
              <a:t>LaunchDescription([SetEnvironmentVariable('GZ_SIM_RESOURCE_PATH',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launch가 시작할 모든 node와 설정을 담는 목록을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 한 명령이 여러 구성 요소를 함께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launch_arguments={'gz_args': '-r ' + world}.items()),</a:t>
            </a:r>
            <a:br/>
            <a:r>
              <a:t>Node(package='ros_gz_bridge',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 안에서 시작할 ROS node 하나의 package·실행 이름을 지정합니다.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뒤 `ros2 node list`에 이 node가 나타납니다.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2/2: 코드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executable='parameter_bridge', parameters=[{'config_file':</a:t>
            </a:r>
            <a:br/>
            <a:r>
              <a:t>os.path.join(share,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YAML/값을 node에 parameter로 전달하는 연결 지점입니다.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파일 값이 node parameter와 실행 결과에 반영됩니다.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2/2: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2/2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~/ros2_curri/my_agv_ws/src/agv_gazebo/launch/gazebo.launch.py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  <a:br/>
            <a:r>
              <a:t>from ament_index_python.packages import get_package_share_directory</a:t>
            </a:r>
            <a:br/>
            <a:r>
              <a:t>from launch import LaunchDescription</a:t>
            </a:r>
            <a:br/>
            <a:r>
              <a:t>from launch.actions import IncludeLaunchDescription, SetEnvironmentVariable</a:t>
            </a:r>
            <a:br/>
            <a:r>
              <a:t>from launch.launch_description_sources import PythonLaunchDescriptionSource</a:t>
            </a:r>
            <a:br/>
            <a:r>
              <a:t>from launch_ros.actions import Node</a:t>
            </a:r>
            <a:br/>
            <a:br/>
            <a:r>
              <a:t>def generate_launch_description():</a:t>
            </a:r>
            <a:br/>
            <a:r>
              <a:t>    share = get_package_share_directory('agv_gazebo')</a:t>
            </a:r>
            <a:br/>
            <a:r>
              <a:t>    world = os.path.join(share, 'worlds', 'warehouse.sdf')</a:t>
            </a:r>
            <a:br/>
            <a:r>
              <a:t>    models = os.path.join(share, 'models')</a:t>
            </a:r>
            <a:br/>
            <a:r>
              <a:t>    previous = os.environ.get('GZ_SIM_RESOURCE_PATH', '')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2/2: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2/2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~/ros2_curri/my_agv_ws/src/agv_gazebo/launch/gazebo.launch.py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gz_launch = os.path.join(get_package_share_directory('ros_gz_sim'), 'launch', 'gz_sim.launch.py')</a:t>
            </a:r>
            <a:br/>
            <a:r>
              <a:t>    return LaunchDescription([SetEnvironmentVariable('GZ_SIM_RESOURCE_PATH',</a:t>
            </a:r>
            <a:br/>
            <a:r>
              <a:t>        models + (':' + previous if previous else '')),</a:t>
            </a:r>
            <a:br/>
            <a:r>
              <a:t>        IncludeLaunchDescription(PythonLaunchDescriptionSource(gz_launch),</a:t>
            </a:r>
            <a:br/>
            <a:r>
              <a:t>        launch_arguments={'gz_args': '-r ' + world}.items()), Node(package='ros_gz_bridge',</a:t>
            </a:r>
            <a:br/>
            <a:r>
              <a:t>         executable='parameter_bridge', parameters=[{'config_file': os.path.join(share,</a:t>
            </a:r>
            <a:br/>
            <a:r>
              <a:t>        'config', 'bridge.yaml')}], output='screen')])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1/2: bridge YAML을 작성한다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방향과 양쪽 message type을 한 topic마다 정확히 적는다.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</a:t>
            </a:r>
            <a:br/>
            <a:r>
              <a:t>nano src/agv_gazebo/config/bridge.yaml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2/2: launch가 YAML을 읽게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config_file은 package share 경로에서 찾도록 launch에 넣는다.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colcon build --symlink-install --packages-select agv_gazebo</a:t>
            </a:r>
            <a:br/>
            <a:r>
              <a:t>source install/setup.bash</a:t>
            </a:r>
            <a:br/>
            <a:r>
              <a:t>ros2 launch agv_gazebo gazebo.launch.py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~/ros2_curri/my_agv_ws/install/setup.bash</a:t>
            </a:r>
            <a:br/>
            <a:r>
              <a:t>ros2 launch agv_gazebo 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/cmd_vel ROS→Gazebo 및 odom/scan/imu/camera/clock Gazebo→ROS 매핑을 확인한다.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33" y="1353312"/>
            <a:ext cx="647868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list | rg '/cmd_vel|/odom|/scan|/imu|/camera|/clock'</a:t>
            </a:r>
            <a:br/>
            <a:r>
              <a:t>ros2 topic info /scan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/cmd_vel ROS→Gazebo 및 odom/scan/imu/camera/clock Gazebo→ROS 매핑을 확인한다.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ROS topic이 생성되지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bridge 프로세스·topic 이름·message type을 확인한다.</a:t>
            </a:r>
            <a:br/>
            <a:r>
              <a:t>수정 후: ros2 topic list | rg '/cmd_vel|/odom|/scan|/imu|/camera|/clock'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한 방향으로만 전달됨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direction ROS_TO_GZ/GZ_TO_ROS 설정을 확인한다.</a:t>
            </a:r>
            <a:br/>
            <a:r>
              <a:t>수정 후: ros2 topic list | rg '/cmd_vel|/odom|/scan|/imu|/camera|/clock'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blocks/C_drive_visualization/M10_ros_gz_bridge/complete/agv_ws/src || true</a:t>
            </a:r>
            <a:br/>
            <a:r>
              <a:t>cp -a my_agv_ws/src my_agv_ws/src_before_M10</a:t>
            </a:r>
            <a:br/>
            <a:r>
              <a:t>cp -a blocks/C_drive_visualization/M10_ros_gz_bridge/complete/agv_ws/src/.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bridge.yaml에서 /scan 항목의 ros_type_name을 읽고 `ros2 interface show sensor_msgs/msg/LaserScan`으로 필드를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/cmd_vel ROS→Gazebo 및 odom/scan/imu/camera/clock Gazebo→ROS 매핑을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blocks/C_drive_visualization/M10_ros_gz_bridge/complete/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M11 RViz2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