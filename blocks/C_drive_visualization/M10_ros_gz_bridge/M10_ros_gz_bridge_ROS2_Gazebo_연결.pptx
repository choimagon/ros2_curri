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~/ros2_curri/agv_ws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1/3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2/3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~/ros2_curri/agv_ws/src/agv_gazebo/config/bridge.yaml의 전체 파일을 3/3 구간으로 작성한다.</a:t>
            </a:r>
          </a:p>
          <a:p>
            <a:r>
              <a:t>[실행] nano ~/ros2_curri/agv_ws/src/agv_gazebo/config/bridge.yaml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1/2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~/ros2_curri/agv_ws/src/agv_gazebo/launch/gazebo.launch.py의 전체 파일을 2/2 구간으로 작성한다.</a:t>
            </a:r>
          </a:p>
          <a:p>
            <a:r>
              <a:t>[실행] nano ~/ros2_curri/agv_ws/src/agv_gazebo/launch/gazebo.launch.py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M10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  <a:br/>
            <a:r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 2</a:t>
            </a:r>
            <a:br/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</a:t>
            </a:r>
            <a:br/>
            <a:r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agv_gazebo/config/bridge.yaml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~/ros2_curri/agv_ws/src/agv_gazebo/launch/gazebo.launch.py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방향과 양쪽 message type을 한 topic마다 정확히 적는다.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~/ros2_curri/agv_ws</a:t>
            </a:r>
            <a:br/>
            <a:r>
              <a:t>nano src/agv_gazebo/config/bridge.yaml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config_file은 package share 경로에서 찾도록 launch에 넣는다.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 --packages-select agv_gazebo</a:t>
            </a:r>
            <a:br/>
            <a:r>
              <a:t>source install/setup.bash</a:t>
            </a:r>
            <a:br/>
            <a:r>
              <a:t>ros2 launch agv_gazebo gazebo.launch.py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~/ros2_curri/agv_ws/src/agv_gazebo/config</a:t>
            </a:r>
            <a:br/>
            <a:r>
              <a:t>파일 열기: nano ~/ros2_curri/agv_ws/src/agv_gazebo/config/bridge.yaml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list | rg '/cmd_vel|/odom|/scan|/imu|/camera|/clock'</a:t>
            </a:r>
            <a:br/>
            <a:r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bridge 프로세스·topic 이름·message type을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direction ROS_TO_GZ/GZ_TO_ROS 설정을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