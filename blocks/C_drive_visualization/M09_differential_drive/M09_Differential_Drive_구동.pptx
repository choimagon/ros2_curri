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dr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World 안의 AGV와 장애물·목표물 배치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agv_gazebo/package.xml</a:t>
            </a:r>
            <a:br/>
            <a:r>
              <a:t>└── agv_gazebo/setup.py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agv_gazebo</a:t>
            </a:r>
            <a:br/>
            <a:r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  <a:br/>
            <a:r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&lt;name&gt;agv_gazebo&lt;/name&gt;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&lt;description&gt;Gazebo Harmonic world, model and ROS-Gazebo bridge</a:t>
            </a:r>
            <a:br/>
            <a:r>
              <a:t>    configuration.&lt;/description&gt;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&lt;exec_depend&gt;ros_gz_sim&lt;/exec_depend&gt;</a:t>
            </a:r>
            <a:br/>
            <a:r>
              <a:t>  &lt;exec_depend&gt;ros_gz_bridge&lt;/exec_depend&gt;</a:t>
            </a:r>
            <a:br/>
            <a:r>
              <a:t>  &lt;exec_depend&gt;gz_ros2_control&lt;/exec_depend&gt;</a:t>
            </a:r>
            <a:br/>
            <a:r>
              <a:t>  &lt;exec_depend&gt;controller_manager&lt;/exec_depend&gt;</a:t>
            </a:r>
            <a:br/>
            <a:r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&lt;exec_depend&gt;agv_control&lt;/exec_depend&gt;</a:t>
            </a:r>
            <a:br/>
            <a:r>
              <a:t>  &lt;exec_depend&gt;agv_description&lt;/exec_depend&gt;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  <a:br/>
            <a:r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'agv_gazebo'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'/worlds', glob('worlds/*.sdf')),</a:t>
            </a:r>
            <a:br/>
            <a:r>
              <a:t>    ('share/' + package_name + '/config', glob('config/*.yaml')),</a:t>
            </a:r>
            <a:br/>
            <a:r>
              <a:t>    ('share/' + package_name + '/models/agv', glob('models/agv/*')),</a:t>
            </a:r>
            <a:br/>
            <a:r>
              <a:t>    ('share/' + package_name + '/models/agv_ros2_control',</a:t>
            </a:r>
            <a:br/>
            <a:r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0.0}, angular: {z: 0.4}}"</a:t>
            </a:r>
            <a:br/>
            <a:r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  <a:br/>
            <a:r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blocks/C_drive_visualization/M09_differential_drive/complete/agv_ws/src || true</a:t>
            </a:r>
            <a:br/>
            <a:r>
              <a:t>cp -a my_agv_ws/src my_agv_ws/src_before_M09</a:t>
            </a:r>
            <a:br/>
            <a:r>
              <a:t>cp -a blocks/C_drive_visualization/M09_differential_drive/complete/agv_ws/src/.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