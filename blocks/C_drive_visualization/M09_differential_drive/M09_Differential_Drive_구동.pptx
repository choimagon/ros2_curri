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좌우 바퀴 속도 차이와 Twist linear.x/angular.z로 직진·회전·곡선 주행을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/cmd_vel에서 odom과 바퀴 구동 topic으로 이어지는 경로를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이전=M08 World/AGV, 다음=M10 ros_gz_bridge을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좌우 바퀴 속도 차이와 Twist linear.x/angular.z로 직진·회전·곡선 주행을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/cmd_vel에서 odom과 바퀴 구동 topic으로 이어지는 경로를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linear.x는 m/s이고 angular.z는 rad/s다.</a:t>
            </a:r>
          </a:p>
          <a:p>
            <a:r>
              <a:t>[실행] ros2 topic pub --rate 10 /cmd_vel geometry_msgs/msg/Twist \</a:t>
            </a:r>
          </a:p>
          <a:p>
            <a:r>
              <a:t>  "{linear: {x: 0.15}, angular: {z: 0.0}}"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제자리 회전은 linear.x=0, angular.z만 양수/음수로 바꾼다.</a:t>
            </a:r>
          </a:p>
          <a:p>
            <a:r>
              <a:t>[실행] ros2 topic pub --rate 10 /cmd_vel geometry_msgs/msg/Twist \</a:t>
            </a:r>
          </a:p>
          <a:p>
            <a:r>
              <a:t>  "{linear: {x: 0.0}, angular: {z: 0.4}}"</a:t>
            </a:r>
          </a:p>
          <a:p>
            <a:r>
              <a:t>ros2 topic echo /odom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3/24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4/24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5/24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6/24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7/24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8/24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9/24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10/24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11/24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12/24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13/24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14/24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15/24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16/24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17/24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18/24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19/24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20/24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21/24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22/24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23/24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24/24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~/ros2_curri/agv_ws/src/agv_control/agv_control/cmd_test_node.py의 전체 파일을 1/3 구간으로 작성한다.</a:t>
            </a:r>
          </a:p>
          <a:p>
            <a:r>
              <a:t>[실행] nano ~/ros2_curri/agv_ws/src/agv_control/agv_control/cmd_test_node.py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~/ros2_curri/agv_ws/src/agv_control/agv_control/cmd_test_node.py의 전체 파일을 2/3 구간으로 작성한다.</a:t>
            </a:r>
          </a:p>
          <a:p>
            <a:r>
              <a:t>[실행] nano ~/ros2_curri/agv_ws/src/agv_control/agv_control/cmd_test_node.py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~/ros2_curri/agv_ws/src/agv_control/agv_control/cmd_test_node.py의 전체 파일을 3/3 구간으로 작성한다.</a:t>
            </a:r>
          </a:p>
          <a:p>
            <a:r>
              <a:t>[실행] nano ~/ros2_curri/agv_ws/src/agv_control/agv_control/cmd_test_node.py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ros2 launch agv_gazebo gazebo.launch.py</a:t>
            </a:r>
          </a:p>
          <a:p>
            <a:r>
              <a:t># 새 터미널: ros2 run agv_control cmd_test_node</a:t>
            </a:r>
          </a:p>
          <a:p>
            <a:r>
              <a:t>[확인] /cmd_vel에서 odom과 바퀴 구동 topic으로 이어지는 경로를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/cmd_vel</a:t>
            </a:r>
          </a:p>
          <a:p>
            <a:r>
              <a:t>ros2 topic echo /odom --once</a:t>
            </a:r>
          </a:p>
          <a:p>
            <a:r>
              <a:t>[확인] /cmd_vel에서 odom과 바퀴 구동 topic으로 이어지는 경로를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M10 ros_gz_bridge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M09 · Block C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Differential Drive 구동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/cmd_vel에서 odom과 바퀴 구동 topic으로 이어지는 경로를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M08 World/AGV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M09</a:t>
            </a:r>
            <a:br/>
            <a:r>
              <a:t>Differential Drive 구동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M10 ros_gz_bridge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/cmd_vel에서 odom과 바퀴 구동 topic으로 이어지는 경로를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M08에서 AGV가 World에 안정적으로 spawn된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M08 World/AGV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좌우 바퀴 속도 차이와 Twist linear.x/angular.z로 직진·회전·곡선 주행을 설명한다.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/cmd_vel에서 odom과 바퀴 구동 topic으로 이어지는 경로를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/cmd_vel</a:t>
            </a:r>
            <a:br/>
            <a:r>
              <a:t>Twist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DiffDrive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left/right</a:t>
            </a:r>
            <a:br/>
            <a:r>
              <a:t>wheel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/odom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~/ros2_curri/agv_ws/src/</a:t>
            </a:r>
            <a:br/>
            <a:r>
              <a:t>└── agv_gazebo/models/agv/model.sdf</a:t>
            </a:r>
            <a:br/>
            <a:r>
              <a:t>└── agv_control/agv_control/cmd_test_node.py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구동·카메라·LiDAR·IMU를 포함해 Gazebo가 시뮬레이션할 완성 AGV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link/joint 다음에 sensor와 DiffDrive plugin을 찾고, topic 이름을 bridge와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Gazebo launch 뒤 각 ROS topic을 확인한다.</a:t>
            </a:r>
            <a:br/>
            <a:r>
              <a:t>화면/출력: Gazebo의 AGV, /camera/image_raw, /scan, /imu/data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~/ros2_curri/agv_ws/src/agv_control/agv_control/cmd_test_node.py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package를 build·source한 뒤 ros2 run 또는 launch에서 실행한다.</a:t>
            </a:r>
            <a:br/>
            <a:r>
              <a:t>화면/출력: terminal의 node/topic/log 출력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직진 명령을 보낸다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linear.x는 m/s이고 angular.z는 rad/s다.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pub --rate 10 /cmd_vel geometry_msgs/msg/Twist \</a:t>
            </a:r>
            <a:br/>
            <a:r>
              <a:t>  "{linear: {x: 0.15}, angular: {z: 0.0}}"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회전과 odom을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제자리 회전은 linear.x=0, angular.z만 양수/음수로 바꾼다.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pub --rate 10 /cmd_vel geometry_msgs/msg/Twist \</a:t>
            </a:r>
            <a:br/>
            <a:r>
              <a:t>  "{linear: {x: 0.0}, angular: {z: 0.4}}"</a:t>
            </a:r>
            <a:br/>
            <a:r>
              <a:t>ros2 topic echo /odom --once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&lt;sdf version="1.10"&gt;</a:t>
            </a:r>
            <a:br/>
            <a:r>
              <a:t>  </a:t>
            </a:r>
            <a:br/>
            <a:r>
              <a:t>  </a:t>
            </a:r>
            <a:br/>
            <a:r>
              <a:t>  &lt;model name="agv"&gt;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name="base_link"&gt;</a:t>
            </a:r>
            <a:br/>
            <a:r>
              <a:t>      </a:t>
            </a:r>
            <a:br/>
            <a:r>
              <a:t>      </a:t>
            </a:r>
            <a:br/>
            <a:r>
              <a:t>      &lt;pose&gt;0 0 0.16 0 0 0&lt;/pose&gt;</a:t>
            </a:r>
            <a:br/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</a:t>
            </a:r>
            <a:br/>
            <a:r>
              <a:t>      &lt;inertial&gt;</a:t>
            </a:r>
            <a:br/>
            <a:r>
              <a:t>        &lt;mass&gt;12.0&lt;/mass&gt;</a:t>
            </a:r>
            <a:br/>
            <a:r>
              <a:t>        &lt;inertia&gt;</a:t>
            </a:r>
            <a:br/>
            <a:r>
              <a:t>          &lt;ixx&gt;0.20&lt;/ixx&gt;</a:t>
            </a:r>
            <a:br/>
            <a:r>
              <a:t>          &lt;iyy&gt;0.40&lt;/iyy&gt;</a:t>
            </a:r>
            <a:br/>
            <a:r>
              <a:t>          &lt;izz&gt;0.50&lt;/izz&gt;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</a:t>
            </a:r>
            <a:br/>
            <a:r>
              <a:t>      </a:t>
            </a:r>
            <a:br/>
            <a:r>
              <a:t>      &lt;visual name="body"&gt;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  &lt;material&gt;</a:t>
            </a:r>
            <a:br/>
            <a:r>
              <a:t>          &lt;diffuse&gt;0.1 0.35 0.8 1&lt;/diffuse&gt;</a:t>
            </a:r>
            <a:br/>
            <a:r>
              <a:t>        &lt;/material&gt;</a:t>
            </a:r>
            <a:br/>
            <a:r>
              <a:t>      &lt;/visual&gt;</a:t>
            </a:r>
            <a:br/>
            <a:r>
              <a:t>      </a:t>
            </a:r>
            <a:br/>
            <a:r>
              <a:t>      </a:t>
            </a:r>
            <a:br/>
            <a:r>
              <a:t>      &lt;collision name="body_collision"&gt;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&lt;/collision&gt;</a:t>
            </a:r>
            <a:br/>
            <a:r>
              <a:t>      </a:t>
            </a:r>
            <a:br/>
            <a:r>
              <a:t>      </a:t>
            </a:r>
            <a:br/>
            <a:r>
              <a:t>      &lt;sensor name="imu" type="imu"&gt;</a:t>
            </a:r>
            <a:br/>
            <a:r>
              <a:t>        &lt;topic&gt;/imu/data&lt;/topic&gt;</a:t>
            </a:r>
            <a:br/>
            <a:r>
              <a:t>        &lt;always_on&gt;true&lt;/always_on&gt;</a:t>
            </a:r>
            <a:br/>
            <a:r>
              <a:t>        &lt;update_rate&gt;100&lt;/update_rate&gt;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&lt;imu&gt;</a:t>
            </a:r>
            <a:br/>
            <a:r>
              <a:t>          &lt;angular_velocity&gt;</a:t>
            </a:r>
            <a:br/>
            <a:r>
              <a:t>            &lt;x&gt;</a:t>
            </a:r>
            <a:br/>
            <a:r>
              <a:t>              &lt;noise type="gaussian"&gt;</a:t>
            </a:r>
            <a:br/>
            <a:r>
              <a:t>                &lt;mean&gt;0&lt;/mean&gt;</a:t>
            </a:r>
            <a:br/>
            <a:r>
              <a:t>                &lt;stddev&gt;0.001&lt;/stddev&gt;</a:t>
            </a:r>
            <a:br/>
            <a:r>
              <a:t>              &lt;/noise&gt;</a:t>
            </a:r>
            <a:br/>
            <a:r>
              <a:t>            &lt;/x&gt;</a:t>
            </a:r>
            <a:br/>
            <a:r>
              <a:t>          &lt;/angular_velocity&gt;</a:t>
            </a:r>
            <a:br/>
            <a:r>
              <a:t>        &lt;/imu&gt;</a:t>
            </a:r>
            <a:br/>
            <a:r>
              <a:t>      &lt;/sensor&gt;</a:t>
            </a:r>
            <a:br/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5/24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8/27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name="left_wheel_link"&gt;</a:t>
            </a:r>
            <a:br/>
            <a:r>
              <a:t>      &lt;pose relative_to="base_link"&gt;0 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  <a:br/>
            <a:r>
              <a:t>          &lt;iyy&gt;0.002&lt;/iyy&gt;</a:t>
            </a:r>
            <a:br/>
            <a:r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6/24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9/27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&lt;/inertia&gt;</a:t>
            </a:r>
            <a:br/>
            <a:r>
              <a:t>      &lt;/inertial&gt;</a:t>
            </a:r>
            <a:br/>
            <a:r>
              <a:t>      &lt;visual name="wheel"&gt;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  <a:br/>
            <a:r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7/24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10/27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  <a:br/>
            <a:r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8/24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11/27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&lt;/surface&gt;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name="right_wheel_link"&gt;</a:t>
            </a:r>
            <a:br/>
            <a:r>
              <a:t>      &lt;pose relative_to="base_link"&gt;0 -0.19 -0.08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  <a:br/>
            <a:r>
              <a:t>          &lt;iyy&gt;0.002&lt;/iyy&gt;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9/24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12/27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&lt;izz&gt;0.001&lt;/izz&gt;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&lt;visual name="wheel"&gt;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10/24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13/27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11/24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14/27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&lt;/friction&gt;</a:t>
            </a:r>
            <a:br/>
            <a:r>
              <a:t>        &lt;/surface&gt;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name="left_wheel_joint" type="revolute"&gt;</a:t>
            </a:r>
            <a:br/>
            <a:r>
              <a:t>      &lt;parent&gt;base_link&lt;/parent&gt;</a:t>
            </a:r>
            <a:br/>
            <a:r>
              <a:t>      &lt;child&gt;left_wheel_link&lt;/child&gt;</a:t>
            </a:r>
            <a:br/>
            <a:r>
              <a:t>      &lt;axis&gt;</a:t>
            </a:r>
            <a:br/>
            <a:r>
              <a:t>        &lt;xyz&gt;0 1 0&lt;/xyz&gt;</a:t>
            </a:r>
            <a:br/>
            <a:r>
              <a:t>        &lt;limit&gt;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12/24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15/27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name="right_wheel_joint" type="revolute"&gt;</a:t>
            </a:r>
            <a:br/>
            <a:r>
              <a:t>      &lt;parent&gt;base_link&lt;/parent&gt;</a:t>
            </a:r>
            <a:br/>
            <a:r>
              <a:t>      &lt;child&gt;right_wheel_link&lt;/child&gt;</a:t>
            </a:r>
            <a:br/>
            <a:r>
              <a:t>      &lt;axis&gt;</a:t>
            </a:r>
            <a:br/>
            <a:r>
              <a:t>        &lt;xyz&gt;0 1 0&lt;/xyz&gt;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13/24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16/27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&lt;limit&gt;</a:t>
            </a:r>
            <a:br/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name="caster_link"&gt;</a:t>
            </a:r>
            <a:br/>
            <a:r>
              <a:t>      &lt;pose relative_to="base_link"&gt;-0.24 0 -0.12 0 0 0&lt;/pose&gt;</a:t>
            </a:r>
            <a:br/>
            <a:r>
              <a:t>      &lt;inertial&gt;</a:t>
            </a:r>
            <a:br/>
            <a:r>
              <a:t>        &lt;mass&gt;0.15&lt;/mass&gt;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14/24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17/27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&lt;inertia&gt;</a:t>
            </a:r>
            <a:br/>
            <a:r>
              <a:t>          &lt;ixx&gt;0.0001&lt;/ixx&gt;</a:t>
            </a:r>
            <a:br/>
            <a:r>
              <a:t>          &lt;iyy&gt;0.0001&lt;/iyy&gt;</a:t>
            </a:r>
            <a:br/>
            <a:r>
              <a:t>          &lt;izz&gt;0.0001&lt;/izz&gt;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&lt;visual name="caster"&gt;</a:t>
            </a:r>
            <a:br/>
            <a:r>
              <a:t>        &lt;geometry&gt;</a:t>
            </a:r>
            <a:br/>
            <a:r>
              <a:t>          &lt;sphere&gt;</a:t>
            </a:r>
            <a:br/>
            <a:r>
              <a:t>            &lt;radius&gt;0.04&lt;/radius&gt;</a:t>
            </a:r>
            <a:br/>
            <a:r>
              <a:t>          &lt;/sphere&gt;</a:t>
            </a:r>
            <a:br/>
            <a:r>
              <a:t>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15/24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18/27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&lt;/visual&gt;</a:t>
            </a:r>
            <a:br/>
            <a:r>
              <a:t>      &lt;collision name="caster_collision"&gt;</a:t>
            </a:r>
            <a:br/>
            <a:r>
              <a:t>        &lt;geometry&gt;</a:t>
            </a:r>
            <a:br/>
            <a:r>
              <a:t>          &lt;sphere&gt;</a:t>
            </a:r>
            <a:br/>
            <a:r>
              <a:t>            &lt;radius&gt;0.04&lt;/radius&gt;</a:t>
            </a:r>
            <a:br/>
            <a:r>
              <a:t>          &lt;/sphere&gt;</a:t>
            </a:r>
            <a:br/>
            <a:r>
              <a:t>        &lt;/geometry&gt;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name="caster_joint" type="fixed"&gt;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16/24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19/27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&lt;parent&gt;base_link&lt;/parent&gt;</a:t>
            </a:r>
            <a:br/>
            <a:r>
              <a:t>      &lt;child&gt;caster_link&lt;/child&gt;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name="lidar_link"&gt;</a:t>
            </a:r>
            <a:br/>
            <a:r>
              <a:t>      &lt;pose relative_to="base_link"&gt;0.12 0 0.13 0 0 0&lt;/pose&gt;</a:t>
            </a:r>
            <a:br/>
            <a:r>
              <a:t>      &lt;visual name="housing"&gt;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&lt;radius&gt;0.045&lt;/radius&gt;</a:t>
            </a:r>
            <a:br/>
            <a:r>
              <a:t>            &lt;length&gt;0.05&lt;/length&gt;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17/24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20/27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&lt;sensor name="lidar" type="gpu_lidar"&gt;</a:t>
            </a:r>
            <a:br/>
            <a:r>
              <a:t>        &lt;topic&gt;/scan&lt;/topic&gt;</a:t>
            </a:r>
            <a:br/>
            <a:r>
              <a:t>        &lt;always_on&gt;true&lt;/always_on&gt;</a:t>
            </a:r>
            <a:br/>
            <a:r>
              <a:t>        &lt;update_rate&gt;10&lt;/update_rate&gt;</a:t>
            </a:r>
            <a:br/>
            <a:r>
              <a:t>        &lt;visualize&gt;false&lt;/visualize&gt;</a:t>
            </a:r>
            <a:br/>
            <a:r>
              <a:t>        &lt;lidar&gt;</a:t>
            </a:r>
            <a:br/>
            <a:r>
              <a:t>          &lt;scan&gt;</a:t>
            </a:r>
            <a:br/>
            <a:r>
              <a:t>            &lt;horizontal&gt;</a:t>
            </a:r>
            <a:br/>
            <a:r>
              <a:t>              &lt;samples&gt;720&lt;/samples&gt;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18/24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(19/24)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21/27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  &lt;resolution&gt;1&lt;/resolution&gt;</a:t>
            </a:r>
            <a:br/>
            <a:r>
              <a:t>              &lt;min_angle&gt;-3.14159&lt;/min_angle&gt;</a:t>
            </a:r>
            <a:br/>
            <a:r>
              <a:t>              &lt;max_angle&gt;3.14159&lt;/max_angle&gt;</a:t>
            </a:r>
            <a:br/>
            <a:r>
              <a:t>            &lt;/horizontal&gt;</a:t>
            </a:r>
            <a:br/>
            <a:r>
              <a:t>          &lt;/scan&gt;</a:t>
            </a:r>
            <a:br/>
            <a:r>
              <a:t>          &lt;range&gt;</a:t>
            </a:r>
            <a:br/>
            <a:r>
              <a:t>            &lt;min&gt;0.12&lt;/min&gt;</a:t>
            </a:r>
            <a:br/>
            <a:r>
              <a:t>            &lt;max&gt;12.0&lt;/max&gt;</a:t>
            </a:r>
            <a:br/>
            <a:r>
              <a:t>            &lt;resolution&gt;0.01&lt;/resolution&gt;</a:t>
            </a:r>
            <a:br/>
            <a:r>
              <a:t>          &lt;/range&gt;</a:t>
            </a:r>
            <a:br/>
            <a:r>
              <a:t>        &lt;/lidar&gt;</a:t>
            </a:r>
            <a:br/>
            <a:r>
              <a:t>      &lt;/sensor&gt;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19/24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22/27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name="lidar_joint" type="fixed"&gt;</a:t>
            </a:r>
            <a:br/>
            <a:r>
              <a:t>      &lt;parent&gt;base_link&lt;/parent&gt;</a:t>
            </a:r>
            <a:br/>
            <a:r>
              <a:t>      &lt;child&gt;lidar_link&lt;/child&gt;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name="camera_link"&gt;</a:t>
            </a:r>
            <a:br/>
            <a:r>
              <a:t>      &lt;pose relative_to="base_link"&gt;0.30 0 0.10 0 0 0&lt;/pose&gt;</a:t>
            </a:r>
            <a:br/>
            <a:r>
              <a:t>      &lt;visual name="housing"&gt;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20/24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23/27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&lt;box&gt;</a:t>
            </a:r>
            <a:br/>
            <a:r>
              <a:t>            &lt;size&gt;0.05 0.08 0.05&lt;/size&gt;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&lt;sensor name="camera" type="camera"&gt;</a:t>
            </a:r>
            <a:br/>
            <a:r>
              <a:t>        &lt;topic&gt;/camera/image_raw&lt;/topic&gt;</a:t>
            </a:r>
            <a:br/>
            <a:r>
              <a:t>        &lt;always_on&gt;true&lt;/always_on&gt;</a:t>
            </a:r>
            <a:br/>
            <a:r>
              <a:t>        &lt;update_rate&gt;15&lt;/update_rate&gt;</a:t>
            </a:r>
            <a:br/>
            <a:r>
              <a:t>        &lt;camera&gt;</a:t>
            </a:r>
            <a:br/>
            <a:r>
              <a:t>          &lt;horizontal_fov&gt;1.047&lt;/horizontal_fov&gt;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21/24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24/27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&lt;image&gt;</a:t>
            </a:r>
            <a:br/>
            <a:r>
              <a:t>            &lt;width&gt;640&lt;/width&gt;</a:t>
            </a:r>
            <a:br/>
            <a:r>
              <a:t>            &lt;height&gt;480&lt;/height&gt;</a:t>
            </a:r>
            <a:br/>
            <a:r>
              <a:t>            &lt;format&gt;R8G8B8&lt;/format&gt;</a:t>
            </a:r>
            <a:br/>
            <a:r>
              <a:t>          &lt;/image&gt;</a:t>
            </a:r>
            <a:br/>
            <a:r>
              <a:t>          &lt;clip&gt;</a:t>
            </a:r>
            <a:br/>
            <a:r>
              <a:t>            &lt;near&gt;0.1&lt;/near&gt;</a:t>
            </a:r>
            <a:br/>
            <a:r>
              <a:t>            &lt;far&gt;20&lt;/far&gt;</a:t>
            </a:r>
            <a:br/>
            <a:r>
              <a:t>          &lt;/clip&gt;</a:t>
            </a:r>
            <a:br/>
            <a:r>
              <a:t>        &lt;/camera&gt;</a:t>
            </a:r>
            <a:br/>
            <a:r>
              <a:t>      &lt;/sensor&gt;</a:t>
            </a:r>
            <a:br/>
            <a:r>
              <a:t>    &lt;/link&gt;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22/24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25/27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  </a:t>
            </a:r>
            <a:br/>
            <a:r>
              <a:t>    &lt;joint name="camera_joint" type="fixed"&gt;</a:t>
            </a:r>
            <a:br/>
            <a:r>
              <a:t>      &lt;parent&gt;base_link&lt;/parent&gt;</a:t>
            </a:r>
            <a:br/>
            <a:r>
              <a:t>      &lt;child&gt;camera_link&lt;/child&gt;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&lt;plugin filename="gz-sim-diff-drive-system" name="gz::sim::systems::DiffDrive"&gt;</a:t>
            </a:r>
            <a:br/>
            <a:r>
              <a:t>      &lt;left_joint&gt;left_wheel_joint&lt;/left_joint&gt;</a:t>
            </a:r>
            <a:br/>
            <a:r>
              <a:t>      &lt;right_joint&gt;right_wheel_joint&lt;/right_joint&gt;</a:t>
            </a:r>
            <a:br/>
            <a:r>
              <a:t>      &lt;wheel_separation&gt;0.38&lt;/wheel_separation&gt;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23/24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26/27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~/ros2_curri/agv_ws/src/agv_gazebo/models/agv</a:t>
            </a:r>
            <a:br/>
            <a:r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&lt;wheel_radius&gt;0.08&lt;/wheel_radius&gt;</a:t>
            </a:r>
            <a:br/>
            <a:r>
              <a:t>      &lt;topic&gt;/cmd_vel&lt;/topic&gt;</a:t>
            </a:r>
            <a:br/>
            <a:r>
              <a:t>      &lt;odom_topic&gt;/odom&lt;/odom_topic&gt;</a:t>
            </a:r>
            <a:br/>
            <a:r>
              <a:t>      &lt;frame_id&gt;odom&lt;/frame_id&gt;</a:t>
            </a:r>
            <a:br/>
            <a:r>
              <a:t>      &lt;child_frame_id&gt;base_link&lt;/child_frame_id&gt;</a:t>
            </a:r>
            <a:br/>
            <a:r>
              <a:t>    &lt;/plugin&gt;</a:t>
            </a:r>
            <a:br/>
            <a:r>
              <a:t>    </a:t>
            </a:r>
            <a:br/>
            <a:r>
              <a:t>  </a:t>
            </a:r>
            <a:br/>
            <a:r>
              <a:t>  &lt;/model&gt;</a:t>
            </a:r>
            <a:br/>
            <a:r>
              <a:t>  </a:t>
            </a:r>
            <a:br/>
            <a:br/>
            <a:r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24/24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27/30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~/ros2_curri/agv_ws/src/agv_control/agv_control</a:t>
            </a:r>
            <a:br/>
            <a:r>
              <a:t>파일 열기: nano ~/ros2_curri/agv_ws/src/agv_control/agv_control/cmd_test_node.py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geometry_msgs.msg import Twist</a:t>
            </a:r>
            <a:br/>
            <a:br/>
            <a:r>
              <a:t>class CmdTestNode(Node):</a:t>
            </a:r>
            <a:br/>
            <a:br/>
            <a:r>
              <a:t>    def __init__(self):</a:t>
            </a:r>
            <a:br/>
            <a:r>
              <a:t>        super().__init__('cmd_test_node')</a:t>
            </a:r>
            <a:br/>
            <a:r>
              <a:t>        self.declare_parameter('linear_speed', 0.15)</a:t>
            </a:r>
            <a:br/>
            <a:r>
              <a:t>        self.declare_parameter('angular_speed', 0.0)</a:t>
            </a:r>
            <a:br/>
            <a:r>
              <a:t>        self.publisher = self.create_publisher(Twist, '/cmd_vel', 10)</a:t>
            </a:r>
            <a:br/>
            <a:r>
              <a:t>        self.remaining =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28/30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~/ros2_curri/agv_ws/src/agv_control/agv_control</a:t>
            </a:r>
            <a:br/>
            <a:r>
              <a:t>파일 열기: nano ~/ros2_curri/agv_ws/src/agv_control/agv_control/cmd_test_node.py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self.create_timer(0.1, self.publish_once)</a:t>
            </a:r>
            <a:br/>
            <a:br/>
            <a:r>
              <a:t>    def publish_once(self):</a:t>
            </a:r>
            <a:br/>
            <a:r>
              <a:t>        command = Twist()</a:t>
            </a:r>
            <a:br/>
            <a:r>
              <a:t>        if self.remaining &gt; 0:</a:t>
            </a:r>
            <a:br/>
            <a:r>
              <a:t>            command.linear.x = self.get_parameter('linear_speed').value</a:t>
            </a:r>
            <a:br/>
            <a:r>
              <a:t>            command.angular.z = self.get_parameter('angular_speed').value</a:t>
            </a:r>
            <a:br/>
            <a:r>
              <a:t>            self.remaining -= 1</a:t>
            </a:r>
            <a:br/>
            <a:r>
              <a:t>        self.publisher.publish(command)</a:t>
            </a:r>
            <a:br/>
            <a:r>
              <a:t>        if self.remaining == 0:</a:t>
            </a:r>
            <a:br/>
            <a:r>
              <a:t>            self.get_logger().info('test command finished; publishing zero Twist')</a:t>
            </a:r>
            <a:br/>
            <a:r>
              <a:t>            self.remaining = 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29/30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~/ros2_curri/agv_ws/src/agv_control/agv_control</a:t>
            </a:r>
            <a:br/>
            <a:r>
              <a:t>파일 열기: nano ~/ros2_curri/agv_ws/src/agv_control/agv_control/cmd_test_node.py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br/>
            <a:r>
              <a:t>def main():</a:t>
            </a:r>
            <a:br/>
            <a:r>
              <a:t>    rclpy.init()</a:t>
            </a:r>
            <a:br/>
            <a:r>
              <a:t>    node = CmdTestNode()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launch agv_gazebo gazebo.launch.py</a:t>
            </a:r>
            <a:br/>
            <a:r>
              <a:t># 새 터미널: ros2 run agv_control cmd_test_node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/cmd_vel에서 odom과 바퀴 구동 topic으로 이어지는 경로를 확인한다.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Gazebo Sim: World 안의 AGV와 장애물·목표물 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1_gazebo_drive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884" y="1353312"/>
            <a:ext cx="568118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/cmd_vel</a:t>
            </a:r>
            <a:br/>
            <a:r>
              <a:t>ros2 topic echo /odom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/cmd_vel에서 odom과 바퀴 구동 topic으로 이어지는 경로를 확인한다.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바퀴는 도는데 이동 안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joint axis·friction·contact·wheel radius를 확인한다.</a:t>
            </a:r>
            <a:br/>
            <a:r>
              <a:t>수정 후: ros2 topic info /cmd_vel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회전 방향이 반대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left/right joint와 angular.z 부호를 확인한다.</a:t>
            </a:r>
            <a:br/>
            <a:r>
              <a:t>수정 후: ros2 topic info /cmd_vel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0.15 m/s 직진, 0.4 rad/s 회전, 둘 다 비영 값인 곡선을 각각 2초씩 시험해 경로를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/cmd_vel에서 odom과 바퀴 구동 topic으로 이어지는 경로를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blocks/C_drive_visualization/M09_differential_drive/complete/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M10 ros_gz_bridge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