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이전=M08 World/AGV, 다음=M10 ros_gz_bridge을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linear.x는 m/s이고 angular.z는 rad/s다.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0.15}, angular: {z: 0.0}}"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제자리 회전은 linear.x=0, angular.z만 양수/음수로 바꾼다.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0.0}, angular: {z: 0.4}}"</a:t>
            </a:r>
          </a:p>
          <a:p>
            <a:r>
              <a:t>ros2 topic echo /odom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1/3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2/3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3/3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agv_gazebo gazebo.launch.py</a:t>
            </a:r>
          </a:p>
          <a:p>
            <a:r>
              <a:t># 새 터미널: ros2 run agv_control cmd_test_node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</a:t>
            </a:r>
          </a:p>
          <a:p>
            <a:r>
              <a:t>ros2 topic echo /odom --once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M10 ros_gz_bridge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M09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Differential Drive 구동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M08 World/AGV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M09</a:t>
            </a:r>
            <a:br/>
            <a:r>
              <a:t>Differential Drive 구동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M10 ros_gz_bridge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M08에서 AGV가 World에 안정적으로 spawn된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M08 World/AGV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좌우 바퀴 속도 차이와 Twist linear.x/angular.z로 직진·회전·곡선 주행을 설명한다.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/cmd_vel에서 odom과 바퀴 구동 topic으로 이어지는 경로를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  <a:br/>
            <a:r>
              <a:t>Twist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left/right</a:t>
            </a:r>
            <a:br/>
            <a:r>
              <a:t>wheel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/odom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agv_gazebo/models/agv/model.sdf</a:t>
            </a:r>
            <a:br/>
            <a:r>
              <a:t>└── agv_control/agv_control/cmd_test_node.py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~/ros2_curri/agv_ws/src/agv_control/agv_control/cmd_test_node.py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직진 명령을 보낸다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linear.x는 m/s이고 angular.z는 rad/s다.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  <a:br/>
            <a:r>
              <a:t>  "{linear: {x: 0.15}, angular: {z: 0.0}}"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회전과 odom을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제자리 회전은 linear.x=0, angular.z만 양수/음수로 바꾼다.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  <a:br/>
            <a:r>
              <a:t>  "{linear: {x: 0.0}, angular: {z: 0.4}}"</a:t>
            </a:r>
            <a:br/>
            <a:r>
              <a:t>ros2 topic echo /odom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CmdTestNode(Node):</a:t>
            </a:r>
            <a:br/>
            <a:br/>
            <a:r>
              <a:t>    def __init__(self):</a:t>
            </a:r>
            <a:br/>
            <a:r>
              <a:t>        super().__init__('cmd_test_node')</a:t>
            </a:r>
            <a:br/>
            <a:r>
              <a:t>        self.declare_parameter('linear_speed', 0.15)</a:t>
            </a:r>
            <a:br/>
            <a:r>
              <a:t>        self.declare_parameter('angular_speed', 0.0)</a:t>
            </a:r>
            <a:br/>
            <a:r>
              <a:t>        self.publisher = self.create_publisher(Twist, '/cmd_vel', 10)</a:t>
            </a:r>
            <a:br/>
            <a:r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self.publish_once)</a:t>
            </a:r>
            <a:br/>
            <a:br/>
            <a:r>
              <a:t>    def publish_once(self):</a:t>
            </a:r>
            <a:br/>
            <a:r>
              <a:t>        command = Twist()</a:t>
            </a:r>
            <a:br/>
            <a:r>
              <a:t>        if self.remaining &gt; 0:</a:t>
            </a:r>
            <a:br/>
            <a:r>
              <a:t>            command.linear.x = self.get_parameter('linear_speed').value</a:t>
            </a:r>
            <a:br/>
            <a:r>
              <a:t>            command.angular.z = self.get_parameter('angular_speed').value</a:t>
            </a:r>
            <a:br/>
            <a:r>
              <a:t>            self.remaining -= 1</a:t>
            </a:r>
            <a:br/>
            <a:r>
              <a:t>        self.publisher.publish(command)</a:t>
            </a:r>
            <a:br/>
            <a:r>
              <a:t>        if self.remaining == 0:</a:t>
            </a:r>
            <a:br/>
            <a:r>
              <a:t>            self.get_logger().info('test command finished; publishing zero Twist')</a:t>
            </a:r>
            <a:br/>
            <a:r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CmdTestNode()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agv_gazebo gazebo.launch.py</a:t>
            </a:r>
            <a:br/>
            <a:r>
              <a:t># 새 터미널: ros2 run agv_control cmd_test_node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Gazebo Sim: World 안의 AGV와 장애물·목표물 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drive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</a:t>
            </a:r>
            <a:br/>
            <a:r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바퀴는 도는데 이동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joint axis·friction·contact·wheel radius를 확인한다.</a:t>
            </a:r>
            <a:br/>
            <a:r>
              <a:t>수정 후: ros2 topic info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회전 방향이 반대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left/right joint와 angular.z 부호를 확인한다.</a:t>
            </a:r>
            <a:br/>
            <a:r>
              <a:t>수정 후: ros2 topic info /cmd_vel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0.15 m/s 직진, 0.4 rad/s 회전, 둘 다 비영 값인 곡선을 각각 2초씩 시험해 경로를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/cmd_vel에서 odom과 바퀴 구동 topic으로 이어지는 경로를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blocks/C_drive_visualization/M09_differential_drive/complete/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M10 ros_gz_bridge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