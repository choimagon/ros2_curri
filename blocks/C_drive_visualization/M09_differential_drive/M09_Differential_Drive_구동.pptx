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1/3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2/3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3/3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  <a:br/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name="caster_collision"&gt;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  <a:br/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  <a:br/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  <a:br/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  <a:br/>
            <a:r>
              <a:t>        self.create_timer(0.1, self.publish_once)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