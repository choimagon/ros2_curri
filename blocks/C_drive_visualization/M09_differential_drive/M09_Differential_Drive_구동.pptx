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이전=M08 World/AGV, 다음=M10 ros_gz_bridge을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파란 base와 두 검은 바퀴를 먼저 찾고, 다음 명령에서 /cmd_vel이 이 model의 DiffDrive plugin으로 들어간다고 연결합니다.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M05의 agv_description과 분리해 World·model·bridge 책임을 agv_gazebo에 둡니다.</a:t>
            </a:r>
          </a:p>
          <a:p>
            <a:r>
              <a:t>[실행] cd ~/ros2_curri/my_agv_ws/src</a:t>
            </a:r>
          </a:p>
          <a:p>
            <a:r>
              <a:t>ros2 pkg create --build-type ament_python agv_gazebo</a:t>
            </a:r>
          </a:p>
          <a:p>
            <a:r>
              <a:t>mkdir -p agv_gazebo/models/agv agv_gazebo/worlds agv_gazebo/config agv_gazebo/launch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~/ros2_curri/my_agv_ws/src/agv_gazebo</a:t>
            </a:r>
          </a:p>
          <a:p>
            <a:r>
              <a:t>nano ~/ros2_curri/my_agv_ws/src/agv_gazebo/package.xml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1/3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2/3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3/3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~/ros2_curri/my_agv_ws/src/agv_gazebo</a:t>
            </a:r>
          </a:p>
          <a:p>
            <a:r>
              <a:t>nano ~/ros2_curri/my_agv_ws/src/agv_gazebo/setup.py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~/ros2_curri/my_agv_ws/src/agv_gazebo/setup.py의 1/2 구현 블록을 직접 입력한다.</a:t>
            </a:r>
          </a:p>
          <a:p>
            <a:r>
              <a:t>[실행] nano ~/ros2_curri/my_agv_ws/src/agv_gazebo/setup.py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~/ros2_curri/my_agv_ws/src/agv_gazebo/setup.py의 2/2 구현 블록을 직접 입력한다.</a:t>
            </a:r>
          </a:p>
          <a:p>
            <a:r>
              <a:t>[실행] nano ~/ros2_curri/my_agv_ws/src/agv_gazebo/setup.py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~/ros2_curri/my_agv_ws/src/agv_control/agv_control/cmd_test_node.py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1/3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2/3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3/3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linear.x는 m/s이고 angular.z는 rad/s다.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0.15}, angular: {z: 0.0}}"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제자리 회전은 linear.x=0, angular.z만 양수/음수로 바꾼다.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0.0}, angular: {z: 0.4}}"</a:t>
            </a:r>
          </a:p>
          <a:p>
            <a:r>
              <a:t>ros2 topic echo /odom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launch agv_gazebo gazebo.launch.py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run agv_control cmd_test_node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파란 base와 두 검은 바퀴를 먼저 찾고, 다음 명령에서 /cmd_vel이 이 model의 DiffDrive plugin으로 들어간다고 연결합니다.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</a:t>
            </a:r>
          </a:p>
          <a:p>
            <a:r>
              <a:t>ros2 topic echo /odom --once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blocks/C_drive_visualization/M09_differential_drive/complete/agv_ws/src || true</a:t>
            </a:r>
          </a:p>
          <a:p>
            <a:r>
              <a:t>cp -a my_agv_ws/src my_agv_ws/src_before_M09</a:t>
            </a:r>
          </a:p>
          <a:p>
            <a:r>
              <a:t>cp -a blocks/C_drive_visualization/M09_differential_drive/complete/agv_ws/src/.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M10 ros_gz_bridge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Differential Drive 구동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M08 World/AGV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M09</a:t>
            </a:r>
            <a:br/>
            <a:r>
              <a:t>Differential Drive 구동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M10 ros_gz_bridge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M08에서 AGV가 World에 안정적으로 spawn된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M08 World/AGV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좌우 바퀴 속도 차이와 Twist linear.x/angular.z로 직진·회전·곡선 주행을 설명한다.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/cmd_vel에서 odom과 바퀴 구동 topic으로 이어지는 경로를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M08 World/AGV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좌우 바퀴 속도 차이와 Twist linear.x/angular.z로 직진·회전·곡선 주행을 설명한다.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gazebo_agv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292" y="1389888"/>
            <a:ext cx="5262366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Gazebo Sim: Differential Drive의 대상이 되는 AGV 모델·바퀴·World  |  나중에 확인할 것: 파란 base와 두 검은 바퀴를 먼저 찾고, 다음 명령에서 /cmd_vel이 이 model의 DiffDrive plugin으로 들어간다고 연결합니다.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  <a:br/>
            <a:r>
              <a:t>Twist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DiffDrive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left/right</a:t>
            </a:r>
            <a:br/>
            <a:r>
              <a:t>wheel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/odom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agv_gazebo/package.xml</a:t>
            </a:r>
            <a:br/>
            <a:r>
              <a:t>└── agv_gazebo/setup.py</a:t>
            </a:r>
            <a:br/>
            <a:r>
              <a:t>└── agv_gazebo/models/agv/model.sdf</a:t>
            </a:r>
            <a:br/>
            <a:r>
              <a:t>└── agv_control/agv_control/cmd_test_node.py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Gazebo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M05의 agv_description과 분리해 World·model·bridge 책임을 agv_gazebo에 둡니다.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ros2 pkg create --build-type ament_python agv_gazebo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mkdir -p agv_gazebo/models/agv agv_gazebo/worlds agv_gazebo/config agv_gazebo/launch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&lt;name&gt;agv_gazebo&lt;/name&gt;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&lt;package format="3"&gt;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&lt;name&gt;agv_gazebo&lt;/name&gt;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&lt;version&gt;0.1.0&lt;/version&gt;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&lt;description&gt;Gazebo Harmonic world, model and ROS-Gazebo bridge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configuration.&lt;/description&gt;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&lt;maintainer email="student@example.com"&gt;AGV student&lt;/maintainer&gt;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&lt;license&gt;Apache-2.0&lt;/license&gt;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&lt;buildtool_depend&gt;ament_python&lt;/buildtool_depend&gt;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&lt;exec_depend&gt;launch&lt;/exec_depend&gt;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&lt;exec_depend&gt;launch_ros&lt;/exec_depend&gt;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&lt;exec_depend&gt;ros_gz_sim&lt;/exec_depend&gt;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&lt;exec_depend&gt;ros_gz_bridge&lt;/exec_depend&gt;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&lt;exec_depend&gt;gz_ros2_control&lt;/exec_depend&gt;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&lt;exec_depend&gt;controller_manager&lt;/exec_depend&gt;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&lt;exec_depend&gt;robot_state_publisher&lt;/exec_depend&gt;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&lt;exec_depend&gt;agv_control&lt;/exec_depend&gt;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&lt;exec_depend&gt;agv_description&lt;/exec_depend&gt;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&lt;build_type&gt;ament_python&lt;/build_type&gt;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package_name = 'agv_gazebo'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['resource/' + package_name]), ('share/' + package_name, ['package.xml']),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('share/' + package_name + '/launch', glob('launch/*.launch.py')),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('share/' + package_name + '/worlds', glob('worlds/*.sdf')),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('share/' + package_name + '/config', glob('config/*.yaml')),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('share/' + package_name + '/models/agv', glob('models/agv/*')),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('share/' + package_name + '/models/agv_ros2_control',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glob('models/agv_ros2_control/*'))], install_requires=['setuptools'], zip_safe=True,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maintainer='AGV student',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&lt;sdf version="1.10"&gt;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&lt;model name="agv"&gt;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name="base_link"&gt;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0.16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&lt;mass&gt;12.0&lt;/mass&gt;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&lt;ixx&gt;0.20&lt;/ixx&gt;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&lt;iyy&gt;0.40&lt;/iyy&gt;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&lt;izz&gt;0.50&lt;/izz&gt;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&lt;diffuse&gt;0.1 0.35 0.8 1&lt;/diffuse&gt;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&lt;sensor name="imu" type="imu"&gt;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&lt;topic&gt;/imu/data&lt;/topic&gt;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&lt;always_on&gt;true&lt;/always_on&gt;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&lt;angular_velocity&gt;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&lt;noise type="gaussian"&gt;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&lt;mean&gt;0&lt;/mean&gt;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&lt;stddev&gt;0.001&lt;/stddev&gt;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&lt;/noise&gt;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&lt;/angular_velocity&gt;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&lt;/sensor&gt;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name="left_wheel_link"&gt;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 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name="wheel_collision"&gt;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name="right_wheel_link"&gt;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relative_to="base_link"&gt;0 -0.19 -0.08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name="left_wheel_joint"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&lt;child&gt;left_wheel_link&lt;/child&gt;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name="right_wheel_joint"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&lt;child&gt;right_wheel_link&lt;/child&gt;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name="caster_link"&gt;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relative_to="base_link"&gt;-0.24 0 -0.12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&lt;ixx&gt;0.0001&lt;/ixx&gt;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&lt;iyy&gt;0.0001&lt;/iyy&gt;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&lt;izz&gt;0.0001&lt;/izz&gt;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name="caster"&gt;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&lt;radius&gt;0.04&lt;/radius&gt;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name="caster_collision"&gt;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&lt;radius&gt;0.04&lt;/radius&gt;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&lt;child&gt;caster_link&lt;/child&gt;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name="lidar_link"&gt;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relative_to="base_link"&gt;0.12 0 0.13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name="housing"&gt;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&lt;radius&gt;0.045&lt;/radius&gt;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&lt;sensor name="lidar" type="gpu_lidar"&gt;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&lt;topic&gt;/scan&lt;/topic&gt;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&lt;always_on&gt;true&lt;/always_on&gt;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&lt;update_rate&gt;10&lt;/update_rate&gt;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&lt;visualize&gt;false&lt;/visualize&gt;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&lt;lidar&gt;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&lt;scan&gt;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&lt;horizontal&gt;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&lt;min_angle&gt;-3.14159&lt;/min_angle&gt;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&lt;max_angle&gt;3.14159&lt;/max_angle&gt;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&lt;/horizontal&gt;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&lt;/scan&gt;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&lt;range&gt;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&lt;min&gt;0.12&lt;/min&gt;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&lt;max&gt;12.0&lt;/max&gt;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&lt;resolution&gt;0.01&lt;/resolution&gt;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&lt;/range&gt;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&lt;/lidar&gt;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name="lidar_joint" type="fixed"&gt;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&lt;child&gt;lidar_link&lt;/child&gt;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name="camera_link"&gt;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relative_to="base_link"&gt;0.30 0 0.10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&lt;size&gt;0.05 0.08 0.05&lt;/size&gt;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&lt;sensor name="camera" type="camera"&gt;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&lt;topic&gt;/camera/image_raw&lt;/topic&gt;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&lt;always_on&gt;true&lt;/always_on&gt;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&lt;update_rate&gt;15&lt;/update_rate&gt;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&lt;camera&gt;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&lt;width&gt;640&lt;/width&gt;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&lt;height&gt;480&lt;/height&gt;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&lt;format&gt;R8G8B8&lt;/format&gt;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&lt;/image&gt;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&lt;clip&gt;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&lt;near&gt;0.1&lt;/near&gt;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&lt;far&gt;20&lt;/far&gt;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&lt;/clip&gt;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&lt;/camera&gt;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&lt;/sensor&gt;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name="camera_joint" type="fixed"&gt;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&lt;child&gt;camera_link&lt;/child&gt;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filename="gz-sim-diff-drive-system" name="gz::sim::systems::DiffDrive"&gt;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&lt;left_joint&gt;left_wheel_joint&lt;/left_joint&gt;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&lt;right_joint&gt;right_wheel_joint&lt;/right_joint&gt;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&lt;topic&gt;/cmd_vel&lt;/topic&gt;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&lt;odom_topic&gt;/odom&lt;/odom_topic&gt;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&lt;frame_id&gt;odom&lt;/frame_id&gt;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&lt;child_frame_id&gt;base_link&lt;/child_frame_id&gt;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&lt;/plugin&gt;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~/ros2_curri/my_agv_ws/src/agv_control/agv_control/cmd_test_node.py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CmdTestNode(Node):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super().__init__('cmd_test_node')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self.declare_parameter('linear_speed', 0.15)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self.create_publisher(Twist, '/cmd_vel',</a:t>
            </a:r>
            <a:br/>
            <a:r>
              <a:t>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self.create_timer(0.1, self.publish_once)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호출하지 않아도 일정 주기로 함수를 실행하게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topic의 publish rate 또는 terminal log 주기가 생깁니다.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publish_once(self):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command.linear.x =</a:t>
            </a:r>
            <a:br/>
            <a:r>
              <a:t>self.get_parameter('linear_speed').value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geometry_msgs.msg import Twist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CmdTestNode(Node):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super().__init__('cmd_test_node')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self.declare_parameter('linear_speed', 0.15)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self.declare_parameter('angular_speed', 0.0)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self.create_publisher(Twist, '/cmd_vel',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self.publish_once)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publish_once(self):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command = Twist()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self.remaining &gt; 0: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command.linear.x = self.get_parameter('linear_speed').value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self.get_parameter('angular_speed').value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self.remaining -= 1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self.publisher.publish(command)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self.remaining == 0: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self.get_logger().info('test command finished; publishing zero Twist')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CmdTestNode()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직진 명령을 보낸다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linear.x는 m/s이고 angular.z는 rad/s다.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pub --rate 10 /cmd_vel geometry_msgs/msg/Twist \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  "{linear: {x: 0.15}, angular: {z: 0.0}}"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회전과 odom을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제자리 회전은 linear.x=0, angular.z만 양수/음수로 바꾼다.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pub --rate 10 /cmd_vel geometry_msgs/msg/Twist \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  "{linear: {x: 0.0}, angular: {z: 0.4}}"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/odom --once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다른 터미널의 실행 결과를 이 창에서 관찰·검증합니다.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launch agv_gazebo 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1 역할: 시뮬레이터·bridge·node를 먼저 시작한 뒤 이 창은 종료하지 않고 둡니다.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run agv_control cmd_test_node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2 역할: 이 node를 실행합니다. 출력이 계속 나오는 동안 Ctrl+C로 종료하지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Gazebo Sim: Differential Drive의 대상이 되는 AGV 모델·바퀴·World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gazebo_agv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904" y="1353312"/>
            <a:ext cx="5417142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파란 base와 두 검은 바퀴를 먼저 찾고, 다음 명령에서 /cmd_vel이 이 model의 DiffDrive plugin으로 들어간다고 연결합니다.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바퀴는 도는데 이동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joint axis·friction·contact·wheel radius를 확인한다.</a:t>
            </a:r>
            <a:br/>
            <a:r>
              <a:t>수정 후: ros2 topic info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회전 방향이 반대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left/right joint와 angular.z 부호를 확인한다.</a:t>
            </a:r>
            <a:br/>
            <a:r>
              <a:t>수정 후: ros2 topic info /cmd_vel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blocks/C_drive_visualization/M09_differential_drive/complete/agv_ws/src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my_agv_ws/src_before_M09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blocks/C_drive_visualization/M09_differential_drive/complete/agv_ws/src/.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0.15 m/s 직진, 0.4 rad/s 회전, 둘 다 비영 값인 곡선을 각각 2초씩 시험해 경로를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/cmd_vel에서 odom과 바퀴 구동 topic으로 이어지는 경로를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blocks/C_drive_visualization/M09_differential_drive/complete/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M10 ros_gz_bridge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