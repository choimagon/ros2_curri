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1/3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2/3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3/3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  <a:br/>
            <a:r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  <a:br/>
            <a:r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left/right</a:t>
            </a:r>
            <a:br/>
            <a:r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agv_gazebo/models/agv/model.sdf</a:t>
            </a:r>
            <a:br/>
            <a:r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0.0}, angular: {z: 0.4}}"</a:t>
            </a:r>
            <a:br/>
            <a:r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  <a:br/>
            <a:r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World 안의 AGV와 장애물·목표물 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dr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joint axis·friction·contact·wheel radius를 확인한다.</a:t>
            </a:r>
            <a:br/>
            <a:r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left/right joint와 angular.z 부호를 확인한다.</a:t>
            </a:r>
            <a:br/>
            <a:r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