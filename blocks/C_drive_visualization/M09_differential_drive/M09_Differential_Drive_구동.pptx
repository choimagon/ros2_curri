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이전=M08 World/AGV, 다음=M10 ros_gz_bridge을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좌우 바퀴 속도 차이와 Twist linear.x/angular.z로 직진·회전·곡선 주행을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입력하기 전에 완성 결과와 관찰 기준을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명령·설정과 화면의 topic·frame·결과 이름을 대조합니다.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M05의 agv_description과 분리해 World·model·bridge 책임을 agv_gazebo에 둡니다.</a:t>
            </a:r>
          </a:p>
          <a:p>
            <a:r>
              <a:t>[실행] cd ~/ros2_curri/my_agv_ws/src</a:t>
            </a:r>
          </a:p>
          <a:p>
            <a:r>
              <a:t>ros2 pkg create --build-type ament_python agv_gazebo</a:t>
            </a:r>
          </a:p>
          <a:p>
            <a:r>
              <a:t>mkdir -p agv_gazebo/models/agv agv_gazebo/worlds agv_gazebo/config agv_gazebo/launch</a:t>
            </a:r>
          </a:p>
          <a:p>
            <a:r>
              <a:t>[확인] src 아래에 새 package 폴더와 package.xml이 생성되었는지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package의 이름·의존성·빌드 도구를 선언하는 manifest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~/ros2_curri/my_agv_ws/src/agv_gazebo/package.xml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1/3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2/3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~/ros2_curri/my_agv_ws/src/agv_gazebo/package.xml의 3/3 구현 블록을 직접 입력한다.</a:t>
            </a:r>
          </a:p>
          <a:p>
            <a:r>
              <a:t>[실행] nano ~/ros2_curri/my_agv_ws/src/agv_gazebo/package.xml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~/ros2_curri/my_agv_ws/src/agv_gazebo</a:t>
            </a:r>
          </a:p>
          <a:p>
            <a:r>
              <a:t>nano ~/ros2_curri/my_agv_ws/src/agv_gazebo/setup.py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1/2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~/ros2_curri/my_agv_ws/src/agv_gazebo/setup.py의 2/2 구현 블록을 직접 입력한다.</a:t>
            </a:r>
          </a:p>
          <a:p>
            <a:r>
              <a:t>[실행] nano ~/ros2_curri/my_agv_ws/src/agv_gazebo/setup.py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구동·카메라·LiDAR·IMU를 포함해 Gazebo가 시뮬레이션할 완성 AGV</a:t>
            </a:r>
          </a:p>
          <a:p>
            <a:r>
              <a:t>[실행] mkdir -p ~/ros2_curri/my_agv_ws/src/agv_gazebo/models/agv</a:t>
            </a:r>
          </a:p>
          <a:p>
            <a:r>
              <a:t>nano ~/ros2_curri/my_agv_ws/src/agv_gazebo/models/agv/model.sdf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15/24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16/24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17/24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18/24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19/24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20/24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21/24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22/24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23/24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~/ros2_curri/my_agv_ws/src/agv_gazebo/models/agv/model.sdf의 24/24 구현 블록을 직접 입력한다.</a:t>
            </a:r>
          </a:p>
          <a:p>
            <a:r>
              <a:t>[실행] nano ~/ros2_curri/my_agv_ws/src/agv_gazebo/models/agv/model.sdf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linear.x는 m/s이고 angular.z는 rad/s다.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0.15}, angular: {z: 0.0}}"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제자리 회전은 linear.x=0, angular.z만 양수/음수로 바꾼다.</a:t>
            </a:r>
          </a:p>
          <a:p>
            <a:r>
              <a:t>[실행] ros2 topic pub --rate 10 /cmd_vel geometry_msgs/msg/Twist \</a:t>
            </a:r>
          </a:p>
          <a:p>
            <a:r>
              <a:t>  "{linear: {x: 0.0}, angular: {z: 0.4}}"</a:t>
            </a:r>
          </a:p>
          <a:p>
            <a:r>
              <a:t>ros2 topic echo /odom --once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ros2 launch agv_gazebo gazebo.launch.py</a:t>
            </a:r>
          </a:p>
          <a:p>
            <a:r>
              <a:t># 새 터미널: ros2 run agv_control cmd_test_node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/cmd_vel</a:t>
            </a:r>
          </a:p>
          <a:p>
            <a:r>
              <a:t>ros2 topic echo /odom --once</a:t>
            </a:r>
          </a:p>
          <a:p>
            <a:r>
              <a:t>[확인] /cmd_vel에서 odom과 바퀴 구동 topic으로 이어지는 경로를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blocks/C_drive_visualization/M09_differential_drive/complete/agv_ws/src || true</a:t>
            </a:r>
          </a:p>
          <a:p>
            <a:r>
              <a:t>cp -a my_agv_ws/src my_agv_ws/src_before_M09</a:t>
            </a:r>
          </a:p>
          <a:p>
            <a:r>
              <a:t>cp -a blocks/C_drive_visualization/M09_differential_drive/complete/agv_ws/src/.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M10 ros_gz_bridge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400" b="1">
                <a:solidFill>
                  <a:srgbClr val="FFFFFF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Differential Drive 구동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M08 World/AGV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M09</a:t>
            </a:r>
            <a:br/>
            <a:r>
              <a:t>Differential Drive 구동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M10 ros_gz_bridge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M08에서 AGV가 World에 안정적으로 spawn된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M08 World/AGV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/cmd_vel에서 odom과 바퀴 구동 topic으로 이어지는 경로를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M08 World/AGV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좌우 바퀴 속도 차이와 Twist linear.x/angular.z로 직진·회전·곡선 주행을 설명한다.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4개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먼저 이번 단계의 완료 모습을 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지금부터 폴더·파일·코드를 만들면 아래의 실제 결과에 도달합니다. 보이는 기준을 기억한 뒤 구현합니다.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01_gazebo_drive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5044" y="1389888"/>
            <a:ext cx="5518863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26480"/>
            <a:ext cx="106070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2A8B5A"/>
                </a:solidFill>
                <a:latin typeface="Noto Sans CJK KR"/>
              </a:defRPr>
            </a:pPr>
            <a:r>
              <a:t>목표 화면: 실제 Gazebo Sim: World 안의 AGV와 장애물·목표물 배치  |  나중에 확인할 것: 명령·설정과 화면의 topic·frame·결과 이름을 대조합니다.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68195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/cmd_vel</a:t>
            </a:r>
            <a:br/>
            <a:r>
              <a:t>Twist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598164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09060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DiffDrive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939028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49924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left/right</a:t>
            </a:r>
            <a:br/>
            <a:r>
              <a:t>wheel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79892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59078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/odom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agv_gazebo/package.xml</a:t>
            </a:r>
            <a:br/>
            <a:r>
              <a:t>└── agv_gazebo/setup.py</a:t>
            </a:r>
            <a:br/>
            <a:r>
              <a:t>└── agv_gazebo/models/agv/model.sdf</a:t>
            </a:r>
            <a:br/>
            <a:r>
              <a:t>└── agv_control/agv_control/cmd_test_node.py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 이름 → buildtool → build/exec dependency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build가 dependency를 해석할 때 사용한다.</a:t>
            </a:r>
            <a:br/>
            <a:r>
              <a:t>화면/출력: colcon build 오류와 ros2 pkg prefix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link/joint 다음에 sensor와 DiffDrive plugin을 찾고, topic 이름을 bridge와 비교한다.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Gazebo launch 뒤 각 ROS topic을 확인한다.</a:t>
            </a:r>
            <a:br/>
            <a:r>
              <a:t>화면/출력: Gazebo의 AGV, /camera/image_raw, /scan, /imu/data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Gazebo package를 새로 만든다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프로젝트를 처음부터 만들 때 package 생성 명령을 먼저 실행합니다.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workspace/package 생성    |    현재 폴더 ~/ros2_curri/my_agv_ws/src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773936"/>
            <a:ext cx="10698480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900" b="0">
                <a:solidFill>
                  <a:srgbClr val="122C4E"/>
                </a:solidFill>
                <a:latin typeface="Noto Sans CJK KR"/>
              </a:defRPr>
            </a:pPr>
            <a:r>
              <a:t>M05의 agv_description과 분리해 World·model·bridge 책임을 agv_gazebo에 둡니다.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514600"/>
            <a:ext cx="10881360" cy="22677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5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~/ros2_curri/my_agv_ws/src</a:t>
            </a:r>
            <a:br/>
            <a:r>
              <a:t>ros2 pkg create --build-type ament_python agv_gazebo</a:t>
            </a:r>
            <a:br/>
            <a:r>
              <a:t>mkdir -p agv_gazebo/models/agv agv_gazebo/worlds agv_gazebo/config agv_gazebo/launch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16636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5468112"/>
            <a:ext cx="102870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각 package 이름의 새 폴더와 package.xml이 src 아래에 보이면 다음 파일 작성 단계로 갑니다.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package의 이름·의존성·빌드 도구를 선언하는 manifest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</a:t>
            </a:r>
            <a:br/>
            <a:r>
              <a:t>nano ~/ros2_curri/my_agv_ws/src/agv_gazebo/package.xml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colcon build 오류와 ros2 pkg prefix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&lt;name&gt;agv_gazebo&lt;/name&gt;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2가 이 폴더를 부를 공식 package 이름입니다.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뒤 `ros2 pkg prefix`가 이 이름으로 package를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&lt;buildtool_depend&gt;ament_python&lt;/buildtool_depend&gt;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package를 어떤 빌드 도구로 처리할지 colcon에 알려 줍니다.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 단계에서 ament 도구가 이 package의 규칙을 읽습니다.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~/ros2_curri/my_agv_ws/src/agv_gazebo/package.xml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&lt;exec_depend&gt;launch&lt;/exec_depend&gt;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코드가 빌드하거나 실행할 때 반드시 필요한 ROS package를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dependency 이름이 틀리면 build 또는 실행에서 package를 찾지 못합니다.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&lt;package format="3"&gt;</a:t>
            </a:r>
            <a:br/>
            <a:r>
              <a:t>  &lt;name&gt;agv_gazebo&lt;/name&gt;</a:t>
            </a:r>
            <a:br/>
            <a:r>
              <a:t>  &lt;version&gt;0.1.0&lt;/version&gt;</a:t>
            </a:r>
            <a:br/>
            <a:r>
              <a:t>  </a:t>
            </a:r>
            <a:br/>
            <a:r>
              <a:t>  </a:t>
            </a:r>
            <a:br/>
            <a:r>
              <a:t>  &lt;description&gt;Gazebo Harmonic world, model and ROS-Gazebo bridge</a:t>
            </a:r>
            <a:br/>
            <a:r>
              <a:t>    configuration.&lt;/description&gt;</a:t>
            </a:r>
            <a:br/>
            <a:r>
              <a:t>  </a:t>
            </a:r>
            <a:br/>
            <a:r>
              <a:t>  </a:t>
            </a:r>
            <a:br/>
            <a:r>
              <a:t>  &lt;maintainer email="student@example.com"&gt;AGV student&lt;/maintainer&gt;</a:t>
            </a:r>
            <a:br/>
            <a:r>
              <a:t>  &lt;license&gt;Apache-2.0&lt;/license&gt;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</a:t>
            </a:r>
            <a:br/>
            <a:r>
              <a:t>  </a:t>
            </a:r>
            <a:br/>
            <a:r>
              <a:t>  &lt;buildtool_depend&gt;ament_python&lt;/buildtool_depend&gt;</a:t>
            </a:r>
            <a:br/>
            <a:r>
              <a:t>  &lt;exec_depend&gt;launch&lt;/exec_depend&gt;</a:t>
            </a:r>
            <a:br/>
            <a:r>
              <a:t>  &lt;exec_depend&gt;launch_ros&lt;/exec_depend&gt;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&lt;exec_depend&gt;ros_gz_sim&lt;/exec_depend&gt;</a:t>
            </a:r>
            <a:br/>
            <a:r>
              <a:t>  &lt;exec_depend&gt;ros_gz_bridge&lt;/exec_depend&gt;</a:t>
            </a:r>
            <a:br/>
            <a:r>
              <a:t>  &lt;exec_depend&gt;gz_ros2_control&lt;/exec_depend&gt;</a:t>
            </a:r>
            <a:br/>
            <a:r>
              <a:t>  &lt;exec_depend&gt;controller_manager&lt;/exec_depend&gt;</a:t>
            </a:r>
            <a:br/>
            <a:r>
              <a:t>  &lt;exec_depend&gt;robot_state_publisher&lt;/exec_depend&gt;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~/ros2_curri/my_agv_ws/src/agv_gazebo/package.xml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ROS 2가 이 package의 빌드 도구와 의존성을 알 수 있도록 manifest 항목을 입력합니다.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~/ros2_curri/my_agv_ws/src/agv_gazebo/package.xml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&lt;exec_depend&gt;agv_control&lt;/exec_depend&gt;</a:t>
            </a:r>
            <a:br/>
            <a:r>
              <a:t>  &lt;exec_depend&gt;agv_description&lt;/exec_depend&gt;</a:t>
            </a:r>
            <a:br/>
            <a:r>
              <a:t>  </a:t>
            </a:r>
            <a:br/>
            <a:r>
              <a:t>  </a:t>
            </a:r>
            <a:br/>
            <a:r>
              <a:t>  &lt;export&gt;</a:t>
            </a:r>
            <a:br/>
            <a:r>
              <a:t>    &lt;build_type&gt;ament_python&lt;/build_type&gt;</a:t>
            </a:r>
            <a:br/>
            <a:r>
              <a:t>  &lt;/export&gt;</a:t>
            </a:r>
            <a:br/>
            <a:r>
              <a:t>  </a:t>
            </a:r>
            <a:br/>
            <a:br/>
            <a:r>
              <a:t>&lt;/package&gt;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</a:t>
            </a:r>
            <a:br/>
            <a:r>
              <a:t>nano ~/ros2_curri/my_agv_ws/src/agv_gazebo/setup.py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glob import glob</a:t>
            </a:r>
            <a:br/>
            <a:r>
              <a:t>from setuptools import find_packages, setup</a:t>
            </a:r>
            <a:br/>
            <a:r>
              <a:t>package_name = 'agv_gazebo'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'/launch', glob('launch/*.launch.py')),</a:t>
            </a:r>
            <a:br/>
            <a:r>
              <a:t>    ('share/' + package_name + '/worlds', glob('worlds/*.sdf')),</a:t>
            </a:r>
            <a:br/>
            <a:r>
              <a:t>    ('share/' + package_name + '/config', glob('config/*.yaml')),</a:t>
            </a:r>
            <a:br/>
            <a:r>
              <a:t>    ('share/' + package_name + '/models/agv', glob('models/agv/*')),</a:t>
            </a:r>
            <a:br/>
            <a:r>
              <a:t>    ('share/' + package_name + '/models/agv_ros2_control',</a:t>
            </a:r>
            <a:br/>
            <a:r>
              <a:t>    glob('models/agv_ros2_control/*'))], install_requires=['setuptools'], zip_safe=True,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2/4: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2/4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maintainer='AGV student', maintainer_email='student@example.com', license='Apache-2.0')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구동·카메라·LiDAR·IMU를 포함해 Gazebo가 시뮬레이션할 완성 AGV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~/ros2_curri/my_agv_ws/src/agv_gazebo/models/agv</a:t>
            </a:r>
            <a:br/>
            <a:r>
              <a:t>nano ~/ros2_curri/my_agv_ws/src/agv_gazebo/models/agv/model.sdf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Gazebo의 AGV, /camera/image_raw, /scan, /imu/data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&lt;model name="agv"&gt;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 model 또는 Gazebo world의 가장 바깥 이름과 범위를 선언합니다.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문법 검사와 Gazebo/RViz가 이 구조부터 읽기 시작합니다.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&lt;link name="base_link"&gt;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로봇의 몸체·바퀴처럼 실제로 존재하는 하나의 부품을 선언합니다.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RViz/Gazebo에서 이 부품이 별도 frame/물체로 보입니다.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&lt;inertial&gt;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질량과 관성처럼 움직임에 직접 영향을 주는 물리값입니다.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Gazebo에서 가속·회전·접촉 반응이 달라집니다.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&lt;visual name="body"&gt;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화면에서 보는 모양·색·mesh를 설정합니다.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Gazebo/RViz 화면에서 해당 부품의 외형이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&lt;collision name="body_collision"&gt;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물리 엔진이 부딪힘을 계산할 모양을 설정합니다.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주행 중 장애물·바닥과의 접촉 결과가 이 구조를 따릅니다.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&lt;sensor name="imu" type="imu"&gt;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Gazebo model에 camera·LiDAR·IMU처럼 데이터를 만드는 sensor를 붙입니다.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시뮬레이터가 해당 sensor topic의 원본 데이터를 생성합니다.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&lt;topic&gt;/imu/data&lt;/topic&gt;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데이터가 오가는 채널의 정확한 이름을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SDF·bridge·node 세 곳의 이름이 같을 때 message가 연결됩니다.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&lt;update_rate&gt;100&lt;/update_rate&gt;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sensor의 해상도·갱신 주기 같은 관찰 가능한 값을 정합니다.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뒤 image 크기 또는 `ros2 topic hz`가 이 값을 검증합니다.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~/ros2_curri/my_agv_ws/src/agv_gazebo/models/agv/model.sdf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&lt;joint name="left_wheel_joint" type="revolute"&gt;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두 link를 어떤 축·방식으로 연결할지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joint 이름·축이 맞아야 바퀴와 센서 frame이 기대한 위치에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파일의 root와 첫 model/link를 입력합니다. 태그 여닫는 순서를 그대로 유지합니다.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&lt;?xml version="1.0" ?&gt;</a:t>
            </a:r>
            <a:br/>
            <a:r>
              <a:t>&lt;sdf version="1.10"&gt;</a:t>
            </a:r>
            <a:br/>
            <a:r>
              <a:t>  </a:t>
            </a:r>
            <a:br/>
            <a:r>
              <a:t>  </a:t>
            </a:r>
            <a:br/>
            <a:r>
              <a:t>  &lt;model name="agv"&gt;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name="base_link"&gt;</a:t>
            </a:r>
            <a:br/>
            <a:r>
              <a:t>      </a:t>
            </a:r>
            <a:br/>
            <a:r>
              <a:t>      </a:t>
            </a:r>
            <a:br/>
            <a:r>
              <a:t>      &lt;pose&gt;0 0 0.16 0 0 0&lt;/pose&gt;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</a:t>
            </a:r>
            <a:br/>
            <a:r>
              <a:t>      &lt;inertial&gt;</a:t>
            </a:r>
            <a:br/>
            <a:r>
              <a:t>        &lt;mass&gt;12.0&lt;/mass&gt;</a:t>
            </a:r>
            <a:br/>
            <a:r>
              <a:t>        &lt;inertia&gt;</a:t>
            </a:r>
            <a:br/>
            <a:r>
              <a:t>          &lt;ixx&gt;0.20&lt;/ixx&gt;</a:t>
            </a:r>
            <a:br/>
            <a:r>
              <a:t>          &lt;iyy&gt;0.40&lt;/iyy&gt;</a:t>
            </a:r>
            <a:br/>
            <a:r>
              <a:t>          &lt;izz&gt;0.50&lt;/izz&gt;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</a:t>
            </a:r>
            <a:br/>
            <a:r>
              <a:t>      </a:t>
            </a:r>
            <a:br/>
            <a:r>
              <a:t>      &lt;visual name="body"&gt;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  &lt;material&gt;</a:t>
            </a:r>
            <a:br/>
            <a:r>
              <a:t>          &lt;diffuse&gt;0.1 0.35 0.8 1&lt;/diffuse&gt;</a:t>
            </a:r>
            <a:br/>
            <a:r>
              <a:t>        &lt;/material&gt;</a:t>
            </a:r>
            <a:br/>
            <a:r>
              <a:t>      &lt;/visual&gt;</a:t>
            </a:r>
            <a:br/>
            <a:r>
              <a:t>      </a:t>
            </a:r>
            <a:br/>
            <a:r>
              <a:t>      </a:t>
            </a:r>
            <a:br/>
            <a:r>
              <a:t>      &lt;collision name="body_collision"&gt;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&lt;size&gt;0.60 0.42 0.16&lt;/size&gt;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  </a:t>
            </a:r>
            <a:br/>
            <a:r>
              <a:t>      </a:t>
            </a:r>
            <a:br/>
            <a:r>
              <a:t>      &lt;sensor name="imu" type="imu"&gt;</a:t>
            </a:r>
            <a:br/>
            <a:r>
              <a:t>        &lt;topic&gt;/imu/data&lt;/topic&gt;</a:t>
            </a:r>
            <a:br/>
            <a:r>
              <a:t>        &lt;always_on&gt;true&lt;/always_on&gt;</a:t>
            </a:r>
            <a:br/>
            <a:r>
              <a:t>        &lt;update_rate&gt;100&lt;/update_rate&gt;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&lt;imu&gt;</a:t>
            </a:r>
            <a:br/>
            <a:r>
              <a:t>          &lt;angular_velocity&gt;</a:t>
            </a:r>
            <a:br/>
            <a:r>
              <a:t>            &lt;x&gt;</a:t>
            </a:r>
            <a:br/>
            <a:r>
              <a:t>              &lt;noise type="gaussian"&gt;</a:t>
            </a:r>
            <a:br/>
            <a:r>
              <a:t>                &lt;mean&gt;0&lt;/mean&gt;</a:t>
            </a:r>
            <a:br/>
            <a:r>
              <a:t>                &lt;stddev&gt;0.001&lt;/stddev&gt;</a:t>
            </a:r>
            <a:br/>
            <a:r>
              <a:t>              &lt;/noise&gt;</a:t>
            </a:r>
            <a:br/>
            <a:r>
              <a:t>            &lt;/x&gt;</a:t>
            </a:r>
            <a:br/>
            <a:r>
              <a:t>          &lt;/angular_velocity&gt;</a:t>
            </a:r>
            <a:br/>
            <a:r>
              <a:t>        &lt;/imu&gt;</a:t>
            </a:r>
            <a:br/>
            <a:r>
              <a:t>      &lt;/sensor&gt;</a:t>
            </a:r>
            <a:br/>
            <a:r>
              <a:t>     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name="left_wheel_link"&gt;</a:t>
            </a:r>
            <a:br/>
            <a:r>
              <a:t>      &lt;pose relative_to="base_link"&gt;0 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  <a:br/>
            <a:r>
              <a:t>          &lt;izz&gt;0.001&lt;/izz&gt;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  <a:br/>
            <a:r>
              <a:t>        &lt;geometry&gt;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  <a:br/>
            <a:r>
              <a:t>          &lt;/friction&gt;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name="right_wheel_link"&gt;</a:t>
            </a:r>
            <a:br/>
            <a:r>
              <a:t>      &lt;pose relative_to="base_link"&gt;0 -0.19 -0.08 1.5708 0 0&lt;/pose&gt;</a:t>
            </a:r>
            <a:br/>
            <a:r>
              <a:t>      &lt;inertial&gt;</a:t>
            </a:r>
            <a:br/>
            <a:r>
              <a:t>        &lt;mass&gt;0.6&lt;/mass&gt;</a:t>
            </a:r>
            <a:br/>
            <a:r>
              <a:t>        &lt;inertia&gt;</a:t>
            </a:r>
            <a:br/>
            <a:r>
              <a:t>          &lt;ixx&gt;0.002&lt;/ixx&gt;</a:t>
            </a:r>
            <a:br/>
            <a:r>
              <a:t>          &lt;iyy&gt;0.002&lt;/iyy&gt;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&lt;izz&gt;0.001&lt;/izz&gt;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name="wheel"&gt;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&lt;collision name="wheel_collision"&gt;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&lt;radius&gt;0.08&lt;/radius&gt;</a:t>
            </a:r>
            <a:br/>
            <a:r>
              <a:t>            &lt;length&gt;0.05&lt;/length&gt;</a:t>
            </a:r>
            <a:br/>
            <a:r>
              <a:t>          &lt;/cylinder&gt;</a:t>
            </a:r>
            <a:br/>
            <a:r>
              <a:t>        &lt;/geometry&gt;</a:t>
            </a:r>
            <a:br/>
            <a:r>
              <a:t>        &lt;surface&gt;</a:t>
            </a:r>
            <a:br/>
            <a:r>
              <a:t>          &lt;friction&gt;</a:t>
            </a:r>
            <a:br/>
            <a:r>
              <a:t>            &lt;ode&gt;</a:t>
            </a:r>
            <a:br/>
            <a:r>
              <a:t>              &lt;mu&gt;1.0&lt;/mu&gt;</a:t>
            </a:r>
            <a:br/>
            <a:r>
              <a:t>              &lt;mu2&gt;1.0&lt;/mu2&gt;</a:t>
            </a:r>
            <a:br/>
            <a:r>
              <a:t>            &lt;/ode&gt;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&lt;/friction&gt;</a:t>
            </a:r>
            <a:br/>
            <a:r>
              <a:t>        &lt;/surface&gt;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name="left_wheel_joint" type="revolute"&gt;</a:t>
            </a:r>
            <a:br/>
            <a:r>
              <a:t>      &lt;parent&gt;base_link&lt;/parent&gt;</a:t>
            </a:r>
            <a:br/>
            <a:r>
              <a:t>      &lt;child&gt;left_wheel_link&lt;/child&gt;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  <a:br/>
            <a:r>
              <a:t>        &lt;limit&gt;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name="right_wheel_joint" type="revolute"&gt;</a:t>
            </a:r>
            <a:br/>
            <a:r>
              <a:t>      &lt;parent&gt;base_link&lt;/parent&gt;</a:t>
            </a:r>
            <a:br/>
            <a:r>
              <a:t>      &lt;child&gt;right_wheel_link&lt;/child&gt;</a:t>
            </a:r>
            <a:br/>
            <a:r>
              <a:t>      &lt;axis&gt;</a:t>
            </a:r>
            <a:br/>
            <a:r>
              <a:t>        &lt;xyz&gt;0 1 0&lt;/xyz&gt;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&lt;limit&gt;</a:t>
            </a:r>
            <a:br/>
            <a:r>
              <a:t>          &lt;lower&gt;-1e16&lt;/lower&gt;</a:t>
            </a:r>
            <a:br/>
            <a:r>
              <a:t>          &lt;upper&gt;1e16&lt;/upper&gt;</a:t>
            </a:r>
            <a:br/>
            <a:r>
              <a:t>        &lt;/limit&gt;</a:t>
            </a:r>
            <a:br/>
            <a:r>
              <a:t>      &lt;/axis&gt;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name="caster_link"&gt;</a:t>
            </a:r>
            <a:br/>
            <a:r>
              <a:t>      &lt;pose relative_to="base_link"&gt;-0.24 0 -0.12 0 0 0&lt;/pose&gt;</a:t>
            </a:r>
            <a:br/>
            <a:r>
              <a:t>      &lt;inertial&gt;</a:t>
            </a:r>
            <a:br/>
            <a:r>
              <a:t>        &lt;mass&gt;0.15&lt;/mass&gt;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(15/24)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15/24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&lt;inertia&gt;</a:t>
            </a:r>
            <a:br/>
            <a:r>
              <a:t>          &lt;ixx&gt;0.0001&lt;/ixx&gt;</a:t>
            </a:r>
            <a:br/>
            <a:r>
              <a:t>          &lt;iyy&gt;0.0001&lt;/iyy&gt;</a:t>
            </a:r>
            <a:br/>
            <a:r>
              <a:t>          &lt;izz&gt;0.0001&lt;/izz&gt;</a:t>
            </a:r>
            <a:br/>
            <a:r>
              <a:t>        &lt;/inertia&gt;</a:t>
            </a:r>
            <a:br/>
            <a:r>
              <a:t>      &lt;/inertial&gt;</a:t>
            </a:r>
            <a:br/>
            <a:r>
              <a:t>      &lt;visual name="caster"&gt;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15/24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(16/24)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16/24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&lt;/visual&gt;</a:t>
            </a:r>
            <a:br/>
            <a:r>
              <a:t>      &lt;collision name="caster_collision"&gt;</a:t>
            </a:r>
            <a:br/>
            <a:r>
              <a:t>        &lt;geometry&gt;</a:t>
            </a:r>
            <a:br/>
            <a:r>
              <a:t>          &lt;sphere&gt;</a:t>
            </a:r>
            <a:br/>
            <a:r>
              <a:t>            &lt;radius&gt;0.04&lt;/radius&gt;</a:t>
            </a:r>
            <a:br/>
            <a:r>
              <a:t>          &lt;/sphere&gt;</a:t>
            </a:r>
            <a:br/>
            <a:r>
              <a:t>        &lt;/geometry&gt;</a:t>
            </a:r>
            <a:br/>
            <a:r>
              <a:t>      &lt;/collision&gt;</a:t>
            </a:r>
            <a:br/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name="caster_joint" type="fixed"&gt;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16/24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(17/24)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17/24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&lt;parent&gt;base_link&lt;/parent&gt;</a:t>
            </a:r>
            <a:br/>
            <a:r>
              <a:t>      &lt;child&gt;caster_link&lt;/child&gt;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name="lidar_link"&gt;</a:t>
            </a:r>
            <a:br/>
            <a:r>
              <a:t>      &lt;pose relative_to="base_link"&gt;0.12 0 0.13 0 0 0&lt;/pose&gt;</a:t>
            </a:r>
            <a:br/>
            <a:r>
              <a:t>      &lt;visual name="housing"&gt;</a:t>
            </a:r>
            <a:br/>
            <a:r>
              <a:t>        &lt;geometry&gt;</a:t>
            </a:r>
            <a:br/>
            <a:r>
              <a:t>          &lt;cylinder&gt;</a:t>
            </a:r>
            <a:br/>
            <a:r>
              <a:t>            &lt;radius&gt;0.045&lt;/radius&gt;</a:t>
            </a:r>
            <a:br/>
            <a:r>
              <a:t>            &lt;length&gt;0.05&lt;/length&gt;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17/24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(18/24)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18/24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&lt;/cylinder&gt;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name="lidar" type="gpu_lidar"&gt;</a:t>
            </a:r>
            <a:br/>
            <a:r>
              <a:t>        &lt;topic&gt;/scan&lt;/topic&gt;</a:t>
            </a:r>
            <a:br/>
            <a:r>
              <a:t>        &lt;always_on&gt;true&lt;/always_on&gt;</a:t>
            </a:r>
            <a:br/>
            <a:r>
              <a:t>        &lt;update_rate&gt;10&lt;/update_rate&gt;</a:t>
            </a:r>
            <a:br/>
            <a:r>
              <a:t>        &lt;visualize&gt;false&lt;/visualize&gt;</a:t>
            </a:r>
            <a:br/>
            <a:r>
              <a:t>        &lt;lidar&gt;</a:t>
            </a:r>
            <a:br/>
            <a:r>
              <a:t>          &lt;scan&gt;</a:t>
            </a:r>
            <a:br/>
            <a:r>
              <a:t>            &lt;horizontal&gt;</a:t>
            </a:r>
            <a:br/>
            <a:r>
              <a:t>              &lt;samples&gt;720&lt;/samples&gt;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18/24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(19/24)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19/24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 &lt;resolution&gt;1&lt;/resolution&gt;</a:t>
            </a:r>
            <a:br/>
            <a:r>
              <a:t>              &lt;min_angle&gt;-3.14159&lt;/min_angle&gt;</a:t>
            </a:r>
            <a:br/>
            <a:r>
              <a:t>              &lt;max_angle&gt;3.14159&lt;/max_angle&gt;</a:t>
            </a:r>
            <a:br/>
            <a:r>
              <a:t>            &lt;/horizontal&gt;</a:t>
            </a:r>
            <a:br/>
            <a:r>
              <a:t>          &lt;/scan&gt;</a:t>
            </a:r>
            <a:br/>
            <a:r>
              <a:t>          &lt;range&gt;</a:t>
            </a:r>
            <a:br/>
            <a:r>
              <a:t>            &lt;min&gt;0.12&lt;/min&gt;</a:t>
            </a:r>
            <a:br/>
            <a:r>
              <a:t>            &lt;max&gt;12.0&lt;/max&gt;</a:t>
            </a:r>
            <a:br/>
            <a:r>
              <a:t>            &lt;resolution&gt;0.01&lt;/resolution&gt;</a:t>
            </a:r>
            <a:br/>
            <a:r>
              <a:t>          &lt;/range&gt;</a:t>
            </a:r>
            <a:br/>
            <a:r>
              <a:t>        &lt;/lidar&gt;</a:t>
            </a:r>
            <a:br/>
            <a:r>
              <a:t>      &lt;/sensor&gt;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19/24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(20/24)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20/24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&lt;/link&gt;</a:t>
            </a:r>
            <a:br/>
            <a:r>
              <a:t>    </a:t>
            </a:r>
            <a:br/>
            <a:r>
              <a:t>    </a:t>
            </a:r>
            <a:br/>
            <a:r>
              <a:t>    &lt;joint name="lidar_joint" type="fixed"&gt;</a:t>
            </a:r>
            <a:br/>
            <a:r>
              <a:t>      &lt;parent&gt;base_link&lt;/parent&gt;</a:t>
            </a:r>
            <a:br/>
            <a:r>
              <a:t>      &lt;child&gt;lidar_link&lt;/child&gt;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&lt;link name="camera_link"&gt;</a:t>
            </a:r>
            <a:br/>
            <a:r>
              <a:t>      &lt;pose relative_to="base_link"&gt;0.30 0 0.10 0 0 0&lt;/pose&gt;</a:t>
            </a:r>
            <a:br/>
            <a:r>
              <a:t>      &lt;visual name="housing"&gt;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20/24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(21/24)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21/24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&lt;geometry&gt;</a:t>
            </a:r>
            <a:br/>
            <a:r>
              <a:t>          &lt;box&gt;</a:t>
            </a:r>
            <a:br/>
            <a:r>
              <a:t>            &lt;size&gt;0.05 0.08 0.05&lt;/size&gt;</a:t>
            </a:r>
            <a:br/>
            <a:r>
              <a:t>          &lt;/box&gt;</a:t>
            </a:r>
            <a:br/>
            <a:r>
              <a:t>        &lt;/geometry&gt;</a:t>
            </a:r>
            <a:br/>
            <a:r>
              <a:t>      &lt;/visual&gt;</a:t>
            </a:r>
            <a:br/>
            <a:r>
              <a:t>      &lt;sensor name="camera" type="camera"&gt;</a:t>
            </a:r>
            <a:br/>
            <a:r>
              <a:t>        &lt;topic&gt;/camera/image_raw&lt;/topic&gt;</a:t>
            </a:r>
            <a:br/>
            <a:r>
              <a:t>        &lt;always_on&gt;true&lt;/always_on&gt;</a:t>
            </a:r>
            <a:br/>
            <a:r>
              <a:t>        &lt;update_rate&gt;15&lt;/update_rate&gt;</a:t>
            </a:r>
            <a:br/>
            <a:r>
              <a:t>        &lt;camera&gt;</a:t>
            </a:r>
            <a:br/>
            <a:r>
              <a:t>          &lt;horizontal_fov&gt;1.047&lt;/horizontal_fov&gt;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21/24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(22/24)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22/24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&lt;image&gt;</a:t>
            </a:r>
            <a:br/>
            <a:r>
              <a:t>            &lt;width&gt;640&lt;/width&gt;</a:t>
            </a:r>
            <a:br/>
            <a:r>
              <a:t>            &lt;height&gt;480&lt;/height&gt;</a:t>
            </a:r>
            <a:br/>
            <a:r>
              <a:t>            &lt;format&gt;R8G8B8&lt;/format&gt;</a:t>
            </a:r>
            <a:br/>
            <a:r>
              <a:t>          &lt;/image&gt;</a:t>
            </a:r>
            <a:br/>
            <a:r>
              <a:t>          &lt;clip&gt;</a:t>
            </a:r>
            <a:br/>
            <a:r>
              <a:t>            &lt;near&gt;0.1&lt;/near&gt;</a:t>
            </a:r>
            <a:br/>
            <a:r>
              <a:t>            &lt;far&gt;20&lt;/far&gt;</a:t>
            </a:r>
            <a:br/>
            <a:r>
              <a:t>          &lt;/clip&gt;</a:t>
            </a:r>
            <a:br/>
            <a:r>
              <a:t>        &lt;/camera&gt;</a:t>
            </a:r>
            <a:br/>
            <a:r>
              <a:t>      &lt;/sensor&gt;</a:t>
            </a:r>
            <a:br/>
            <a:r>
              <a:t>    &lt;/link&gt;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22/24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(23/24)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23/24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구조에 geometry·collision·sensor·joint를 하나씩 붙입니다.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</a:t>
            </a:r>
            <a:br/>
            <a:r>
              <a:t>    </a:t>
            </a:r>
            <a:br/>
            <a:r>
              <a:t>    &lt;joint name="camera_joint" type="fixed"&gt;</a:t>
            </a:r>
            <a:br/>
            <a:r>
              <a:t>      &lt;parent&gt;base_link&lt;/parent&gt;</a:t>
            </a:r>
            <a:br/>
            <a:r>
              <a:t>      &lt;child&gt;camera_link&lt;/child&gt;</a:t>
            </a:r>
            <a:br/>
            <a:r>
              <a:t>    &lt;/joint&gt;</a:t>
            </a:r>
            <a:br/>
            <a:r>
              <a:t>    </a:t>
            </a:r>
            <a:br/>
            <a:r>
              <a:t>    </a:t>
            </a:r>
            <a:br/>
            <a:r>
              <a:t>    &lt;plugin filename="gz-sim-diff-drive-system" name="gz::sim::systems::DiffDrive"&gt;</a:t>
            </a:r>
            <a:br/>
            <a:r>
              <a:t>      &lt;left_joint&gt;left_wheel_joint&lt;/left_joint&gt;</a:t>
            </a:r>
            <a:br/>
            <a:r>
              <a:t>      &lt;right_joint&gt;right_wheel_joint&lt;/right_joint&gt;</a:t>
            </a:r>
            <a:br/>
            <a:r>
              <a:t>      &lt;wheel_separation&gt;0.38&lt;/wheel_separation&gt;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23/24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3/4: 코드 입력 (24/24)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~/ros2_curri/my_agv_ws/src/agv_gazebo/models/agv/model.sdf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3/4 · 입력 24/24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joint·sensor·plugin과 닫는 태그를 입력해 구조를 완성합니다.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~/ros2_curri/my_agv_ws/src/agv_gazebo/models/agv/model.sdf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&lt;wheel_radius&gt;0.08&lt;/wheel_radius&gt;</a:t>
            </a:r>
            <a:br/>
            <a:r>
              <a:t>      &lt;topic&gt;/cmd_vel&lt;/topic&gt;</a:t>
            </a:r>
            <a:br/>
            <a:r>
              <a:t>      &lt;odom_topic&gt;/odom&lt;/odom_topic&gt;</a:t>
            </a:r>
            <a:br/>
            <a:r>
              <a:t>      &lt;frame_id&gt;odom&lt;/frame_id&gt;</a:t>
            </a:r>
            <a:br/>
            <a:r>
              <a:t>      &lt;child_frame_id&gt;base_link&lt;/child_frame_id&gt;</a:t>
            </a:r>
            <a:br/>
            <a:r>
              <a:t>    &lt;/plugin&gt;</a:t>
            </a:r>
            <a:br/>
            <a:r>
              <a:t>    </a:t>
            </a:r>
            <a:br/>
            <a:r>
              <a:t>  </a:t>
            </a:r>
            <a:br/>
            <a:r>
              <a:t>  &lt;/model&gt;</a:t>
            </a:r>
            <a:br/>
            <a:r>
              <a:t>  </a:t>
            </a:r>
            <a:br/>
            <a:br/>
            <a:r>
              <a:t>&lt;/sdf&gt;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24/24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command.linear.x =</a:t>
            </a:r>
            <a:br/>
            <a:r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4/4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4/4: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4/4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직진 명령을 보낸다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linear.x는 m/s이고 angular.z는 rad/s다.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0.15}, angular: {z: 0.0}}"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회전과 odom을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제자리 회전은 linear.x=0, angular.z만 양수/음수로 바꾼다.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pub --rate 10 /cmd_vel geometry_msgs/msg/Twist \</a:t>
            </a:r>
            <a:br/>
            <a:r>
              <a:t>  "{linear: {x: 0.0}, angular: {z: 0.4}}"</a:t>
            </a:r>
            <a:br/>
            <a:r>
              <a:t>ros2 topic echo /odom --once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launch agv_gazebo gazebo.launch.py</a:t>
            </a:r>
            <a:br/>
            <a:r>
              <a:t># 새 터미널: ros2 run agv_control cmd_test_node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/cmd_vel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/cmd_vel에서 odom과 바퀴 구동 topic으로 이어지는 경로를 확인한다.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바퀴는 도는데 이동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joint axis·friction·contact·wheel radius를 확인한다.</a:t>
            </a:r>
            <a:br/>
            <a:r>
              <a:t>수정 후: ros2 topic info /cmd_vel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회전 방향이 반대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left/right joint와 angular.z 부호를 확인한다.</a:t>
            </a:r>
            <a:br/>
            <a:r>
              <a:t>수정 후: ros2 topic info /cmd_vel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blocks/C_drive_visualization/M09_differential_drive/complete/agv_ws/src || true</a:t>
            </a:r>
            <a:br/>
            <a:r>
              <a:t>cp -a my_agv_ws/src my_agv_ws/src_before_M09</a:t>
            </a:r>
            <a:br/>
            <a:r>
              <a:t>cp -a blocks/C_drive_visualization/M09_differential_drive/complete/agv_ws/src/.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0.15 m/s 직진, 0.4 rad/s 회전, 둘 다 비영 값인 곡선을 각각 2초씩 시험해 경로를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/cmd_vel에서 odom과 바퀴 구동 topic으로 이어지는 경로를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blocks/C_drive_visualization/M09_differential_drive/complete/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M10 ros_gz_bridge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5C6672"/>
                </a:solidFill>
                <a:latin typeface="Noto Sans CJK KR"/>
              </a:defRPr>
            </a:pPr>
            <a:r>
              <a:t>ROS 2 기반 AGV End-to-End 개발 커리큘럼 · M09 · Block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