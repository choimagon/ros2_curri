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Gazebo와 RViz2 역할을 분리하고 RobotModel·TF·센서 display를 같은 frame에서 검증한다.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agv.rviz에 RobotModel·TF·LaserScan·Odometry 설정을 저장하고 실제 화면을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현재 모듈이 앞뒤 과정과 분리된 예제가 아님을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이전=M10 bridge topic, 다음=M12~M15 센서 display을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교육생의 시작 상태를 통일한다.</a:t>
            </a:r>
          </a:p>
          <a:p>
            <a:r>
              <a:t>[실행] pwd; source /opt/ros/jazzy/setup.bash; source ~/agv_ws/install/setup.bash</a:t>
            </a:r>
          </a:p>
          <a:p>
            <a:r>
              <a:t>[확인] 현재 폴더와 source 상태를 모두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Gazebo와 RViz2 역할을 분리하고 RobotModel·TF·센서 display를 같은 frame에서 검증한다.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agv.rviz에 RobotModel·TF·LaserScan·Odometry 설정을 저장하고 실제 화면을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도식의 각 상자가 무엇을 만들고 화살표가 어떤 방향으로 데이터를 보내는지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왼쪽에서 오른쪽(또는 제어 방향)으로 흐름을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파일 경로를 보여 주고 어떤 package의 책임인지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파일의 부모 package를 찾을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같은 display 설정을 다음 센서 모듈에서도 재사용한다.</a:t>
            </a:r>
          </a:p>
          <a:p>
            <a:r>
              <a:t>[실행] source ~/agv_ws/install/setup.bash</a:t>
            </a:r>
          </a:p>
          <a:p>
            <a:r>
              <a:t>rviz2 -d ~/agv_ws/src/agv_description/rviz/agv.rviz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모델과 frame이 맞아야 scan·image 위치도 맞는다.</a:t>
            </a:r>
          </a:p>
          <a:p>
            <a:r>
              <a:t>[실행] Fixed Frame: odom 또는 base_link</a:t>
            </a:r>
          </a:p>
          <a:p>
            <a:r>
              <a:t>Add → RobotModel → Description Topic: /robot_description</a:t>
            </a:r>
          </a:p>
          <a:p>
            <a:r>
              <a:t>Add → TF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각 display는 topic과 message frame_id를 TF로 변환한다.</a:t>
            </a:r>
          </a:p>
          <a:p>
            <a:r>
              <a:t>[실행] Add → LaserScan → Topic: /scan</a:t>
            </a:r>
          </a:p>
          <a:p>
            <a:r>
              <a:t>Add → Odometry → Topic: /odom</a:t>
            </a:r>
          </a:p>
          <a:p>
            <a:r>
              <a:t>File → Save Config As → agv.rviz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build/source/run을 생략 없이 실행한다.</a:t>
            </a:r>
          </a:p>
          <a:p>
            <a:r>
              <a:t>[실행] source ~/agv_ws/install/setup.bash</a:t>
            </a:r>
          </a:p>
          <a:p>
            <a:r>
              <a:t>ros2 launch agv_bringup agv_sim.launch.py</a:t>
            </a:r>
          </a:p>
          <a:p>
            <a:r>
              <a:t>[확인] agv.rviz에 RobotModel·TF·LaserScan·Odometry 설정을 저장하고 실제 화면을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캡처의 명령과 다음 슬라이드의 검증 명령을 비교한다.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캡처의 명령과 다음 슬라이드의 검증 명령을 비교한다.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검증 명령은 GUI 결과와 별도로 실행해 재현 가능한 완료 기준을 만든다.</a:t>
            </a:r>
          </a:p>
          <a:p>
            <a:r>
              <a:t>[실행] ros2 topic info /robot_description</a:t>
            </a:r>
          </a:p>
          <a:p>
            <a:r>
              <a:t>ros2 topic echo /scan --once</a:t>
            </a:r>
          </a:p>
          <a:p>
            <a:r>
              <a:t>ros2 topic echo /odom --once</a:t>
            </a:r>
          </a:p>
          <a:p>
            <a:r>
              <a:t>[확인] agv.rviz에 RobotModel·TF·LaserScan·Odometry 설정을 저장하고 실제 화면을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오류를 대신 해결하지 말고 증상부터 우선 확인 순서대로 교육생이 실행하게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수정 뒤 첫 검증 명령을 다시 실행한다.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슬라이드의 두 대표 오류를 먼저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직접 한 값만 바꿔 원인과 결과를 연결하게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원래 값과 변경 값을 모두 기록한다.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Complete·캡처·로그를 저장했는지 확인하고 다음 모듈의 시작 상태를 읽는다.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M12~M15 센서 display 시작 조건을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공식 문서는 버전 차이와 확장 학습을 확인할 때 사용한다.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학습자는 본문만으로 현재 모듈을 완료한 상태여야 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KR"/>
              </a:defRPr>
            </a:pPr>
            <a:r>
              <a:t>M11 · Block C · ROS 2 + Gazebo Sim AGV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69848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t>RViz2에서 구동 상태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t>agv.rviz에 RobotModel·TF·LaserScan·Odometry 설정을 저장하고 실제 화면을 확인한다.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22191"/>
            <a:ext cx="94183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t>기준 환경</a:t>
            </a:r>
            <a:br/>
            <a:r>
              <a:t>Ubuntu 24.04 LTS · ROS 2 Jazzy · Gazebo Harmonic · RViz2 · Python(rclpy)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5C6672"/>
                </a:solidFill>
                <a:latin typeface="Noto Sans CJK KR"/>
              </a:defRPr>
            </a:pPr>
            <a:r>
              <a:t>이 PPT만 보고 시작 상태 → 파일 작성 → build/run → 검증 → 오류 대응 → checkpoint를 순서대로 수행합니다.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M11 · 따라 하기형 AGV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전체 과정에서 현재 위치를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앞 모듈의 Complete가 현재 Starter가 되고, 현재 Complete가 다음 모듈로 넘어갑니다.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5C6672"/>
                </a:solidFill>
                <a:latin typeface="Noto Sans CJK KR"/>
              </a:defRPr>
            </a:pPr>
            <a:r>
              <a:t>M10 bridge topic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68496" y="3035808"/>
            <a:ext cx="457200" cy="0"/>
          </a:xfrm>
          <a:prstGeom prst="line">
            <a:avLst/>
          </a:prstGeom>
          <a:ln w="38100">
            <a:solidFill>
              <a:srgbClr val="5C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5371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t>M11</a:t>
            </a:r>
            <a:br/>
            <a:r>
              <a:t>RViz2에서 구동 상태 검증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8976" y="3035808"/>
            <a:ext cx="457199" cy="0"/>
          </a:xfrm>
          <a:prstGeom prst="line">
            <a:avLst/>
          </a:prstGeom>
          <a:ln w="3810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9419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A8B5A"/>
                </a:solidFill>
                <a:latin typeface="Noto Sans CJK KR"/>
              </a:defRPr>
            </a:pPr>
            <a:r>
              <a:t>M12~M15 센서 display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42416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22C4E"/>
                </a:solidFill>
                <a:latin typeface="Noto Sans CJK KR"/>
              </a:defRPr>
            </a:pPr>
            <a:r>
              <a:t>이번 모듈의 인계: agv.rviz에 RobotModel·TF·LaserScan·Odometry 설정을 저장하고 실제 화면을 확인한다.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시작 상태를 먼저 맞춘다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실습 시작 전에 현재 폴더·이전 파일·실행 프로그램을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시작    |    현재 폴더 ~/agv_ws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97280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28346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시작 상태: M10 bridge 뒤에 robot_description·TF·odom·scan이 ROS 2에 존재하는 상태.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이전 Complete: M10 bridge topic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현재 폴더: ~/agv_ws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새 터미널마다: source /opt/ros/jazzy/setup.bash → source install/setup.bash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파일 경로는 PPT와 Complete 폴더에서 같은 이름으로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t>확인: pwd가 ~/agv_ws이고, 이전 모듈의 완료 조건을 한 문장으로 설명할 수 있으면 시작합니다.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이번 모듈의 눈으로 확인할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‘이해했다’가 아니라 실제로 보이는 결과를 기준으로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00784"/>
            <a:ext cx="10744200" cy="1325880"/>
          </a:xfrm>
          <a:prstGeom prst="roundRect">
            <a:avLst/>
          </a:prstGeom>
          <a:solidFill>
            <a:srgbClr val="EEF7F1"/>
          </a:solidFill>
          <a:ln>
            <a:solidFill>
              <a:srgbClr val="A8D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500" b="1">
                <a:solidFill>
                  <a:srgbClr val="122C4E"/>
                </a:solidFill>
                <a:latin typeface="Noto Sans CJK KR"/>
              </a:defRPr>
            </a:pPr>
            <a:r>
              <a:t>Gazebo와 RViz2 역할을 분리하고 RobotModel·TF·센서 display를 같은 frame에서 검증한다.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01568"/>
            <a:ext cx="10744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t>완료 화면/결과</a:t>
            </a:r>
            <a:br/>
            <a:r>
              <a:t>agv.rviz에 RobotModel·TF·LaserScan·Odometry 설정을 저장하고 실제 화면을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종료 전에는 ‘무엇이 보이면 성공인가’를 terminal 또는 Gazebo/RViz 화면에서 반드시 확인합니다.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핵심 흐름을 한 장으로 이해하기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상자와 화살표의 방향을 따라 데이터 또는 제어의 흐름을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38628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robot_description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68596" y="3264408"/>
            <a:ext cx="283463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79492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TF / odom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09460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20356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RViz Displays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t>기억할 한 문장: 앞 단계의 출력이 다음 단계의 입력이 되도록 topic·frame·파일 이름을 끝까지 유지합니다.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이번 모듈에서 생성·수정하는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파일명과 package 경로를 끝까지 동일하게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789920" cy="440740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~/agv_ws/src/</a:t>
            </a:r>
            <a:br/>
            <a:r>
              <a:t>└── (M01은 사용자 파일 없이 ROS 2 내장 demo node를 사용합니다.)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6144768"/>
            <a:ext cx="10332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파일 전체 코드는 다음 슬라이드에 이어집니다. 중간 줄을 빼지 않고 끝까지 제공합니다.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RViz를 설정 파일로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1/3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같은 display 설정을 다음 센서 모듈에서도 재사용한다.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source ~/agv_ws/install/setup.bash</a:t>
            </a:r>
            <a:br/>
            <a:r>
              <a:t>rviz2 -d ~/agv_ws/src/agv_description/rviz/agv.rviz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RobotModel과 TF를 먼저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2/3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모델과 frame이 맞아야 scan·image 위치도 맞는다.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Fixed Frame: odom 또는 base_link</a:t>
            </a:r>
            <a:br/>
            <a:r>
              <a:t>Add → RobotModel → Description Topic: /robot_description</a:t>
            </a:r>
            <a:br/>
            <a:r>
              <a:t>Add → TF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센서 display를 추가한다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3/3    |    현재 폴더 ~/agv_ws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각 display는 topic과 message frame_id를 TF로 변환한다.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Add → LaserScan → Topic: /scan</a:t>
            </a:r>
            <a:br/>
            <a:r>
              <a:t>Add → Odometry → Topic: /odom</a:t>
            </a:r>
            <a:br/>
            <a:r>
              <a:t>File → Save Config As → agv.rviz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build → source → run 순서로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새 파일 또는 수정 파일은 build와 source 뒤에만 실행 이름·설정에 반영됩니다.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실행    |    현재 폴더 ~/agv_ws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10972800" cy="3182112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source ~/agv_ws/install/setup.bash</a:t>
            </a:r>
            <a:br/>
            <a:r>
              <a:t>ros2 launch agv_bringup agv_sim.launch.py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239512"/>
            <a:ext cx="1261872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532120"/>
            <a:ext cx="10469880" cy="42062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agv.rviz에 RobotModel·TF·LaserScan·Odometry 설정을 저장하고 실제 화면을 확인한다.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실제 ROS 2 환경의 파일·패키지·구성 검증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pic>
        <p:nvPicPr>
          <p:cNvPr id="6" name="Picture 5" descr="validation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1884338"/>
            <a:ext cx="10607040" cy="37385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217920"/>
            <a:ext cx="1060704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t>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실제 RViz2: AGV body·wheel·camera·LiDAR·IMU 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pic>
        <p:nvPicPr>
          <p:cNvPr id="6" name="Picture 5" descr="rviz_agv_sensors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399" y="1353312"/>
            <a:ext cx="5786153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217920"/>
            <a:ext cx="1060704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t>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객관적 검증 명령으로 완료를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화면만 보지 말고 topic·frame·파일·parameter를 다시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검증    |    현재 폴더 ~/agv_ws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972800" cy="21488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ros2 topic info /robot_description</a:t>
            </a:r>
            <a:br/>
            <a:r>
              <a:t>ros2 topic echo /scan --once</a:t>
            </a:r>
            <a:br/>
            <a:r>
              <a:t>ros2 topic echo /odom --once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1097280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D1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완료 체크</a:t>
            </a:r>
            <a:br/>
            <a:r>
              <a:t>□ 명령이 오류 없이 실행된다.</a:t>
            </a:r>
            <a:br/>
            <a:r>
              <a:t>□ 기대한 파일·topic·frame·parameter 이름이 보인다.</a:t>
            </a:r>
            <a:br/>
            <a:r>
              <a:t>□ 값의 단위와 방향을 한 문장으로 설명할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완료 조건: agv.rviz에 RobotModel·TF·LaserScan·Odometry 설정을 저장하고 실제 화면을 확인한다.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막히면: 증상 → 우선 확인 → 재검증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오류 메시지를 숨기지 않고 같은 순서로 점검합니다.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오류 대응    |    현재 폴더 ~/agv_ws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t>증상 1: RobotModel이 안 보임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8366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우선 확인: robot_description·Fixed Frame·TF를 순서대로 확인한다.</a:t>
            </a:r>
            <a:br/>
            <a:r>
              <a:t>수정 후: ros2 topic info /robot_description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17296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t>증상 2: LaserScan 위치가 이상함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0098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우선 확인: scan header.frame_id와 lidar TF를 확인한다.</a:t>
            </a:r>
            <a:br/>
            <a:r>
              <a:t>수정 후: ros2 topic info /robot_description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02352"/>
            <a:ext cx="1060704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t>공통 순서: ① 현재 폴더 ② source ③ 파일 경로 ④ 이름/타입/단위 ⑤ build·source 후 재실행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미니 실습: 값 하나를 바꾸고 결과를 비교한다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정상 결과를 만든 뒤에는 한 번에 하나의 값만 바꿉니다.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미니 실습    |    현재 폴더 ~/agv_ws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0652760" cy="1993392"/>
          </a:xfrm>
          <a:prstGeom prst="roundRect">
            <a:avLst/>
          </a:prstGeom>
          <a:solidFill>
            <a:srgbClr val="FFF8EB"/>
          </a:solidFill>
          <a:ln>
            <a:solidFill>
              <a:srgbClr val="ECC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300" b="1">
                <a:solidFill>
                  <a:srgbClr val="122C4E"/>
                </a:solidFill>
                <a:latin typeface="Noto Sans CJK KR"/>
              </a:defRPr>
            </a:pPr>
            <a:r>
              <a:t>Fixed Frame을 의도적으로 없는 이름으로 바꾼 뒤 Global Status 오류를 읽고 odom으로 되돌린다.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90288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DB7E22"/>
                </a:solidFill>
                <a:latin typeface="Noto Sans CJK KR"/>
              </a:defRPr>
            </a:pPr>
            <a:r>
              <a:t>기록할 것: 바꾼 값(단위) · 기대한 변화 · 실제 출력/화면 · 원래 값으로 되돌린 결과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체크포인트를 저장하고 다음 모듈로 넘긴다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현재 Complete는 다음 Starter의 기준선입니다.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체크포인트    |    현재 폴더 ~/agv_ws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972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0332720" cy="29718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완료 화면: agv.rviz에 RobotModel·TF·LaserScan·Odometry 설정을 저장하고 실제 화면을 확인한다.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Complete 파일: blocks/C_drive_visualization/M11_rviz_integration/complete/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정상 로그·캡처: logs/validation.log, screenshots/validation_terminal.png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버전 식별: CHECKSUM_or_TAG.txt의 SHA-256 manifest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다음 시작 조건: M12~M15 센서 display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3383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t>다음 모듈을 시작하기 전, 이 슬라이드의 Complete와 다음 모듈의 Starter를 비교합니다.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공식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본문 단계는 링크를 열지 않아도 완료할 수 있으며, 링크는 개념을 더 확인할 때만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M11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Gazebo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5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https://docs.ros.org/en/jazzy/Tutorials/Advanced/Simulators/Gazebo/Simulation-Gazebo.html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URDF / robot_state_publisher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https://docs.ros.org/en/jazzy/Tutorials/Intermediate/URDF/Using-URDF-with-Robot-State-Publisher-py.html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Gazebo — ROS 2 Integration / ros_gz_bridge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https://gazebosim.org/docs/latest/ros2_integration/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1091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rosbag2 Recording and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https://docs.ros.org/en/jazzy/Tutorials/Beginner-CLI-Tools/Recording-And-Playing-Back-Data/Recording-And-Playing-Back-Data.html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