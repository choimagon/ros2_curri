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Gazebo와 RViz2 역할을 분리하고 RobotModel·TF·센서 display를 같은 frame에서 검증한다.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agv.rviz에 RobotModel·TF·LaserScan·Odometry 설정을 저장하고 실제 화면을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이전=M10 bridge topic, 다음=M12~M15 센서 display을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~/ros2_curri/my_agv_ws/install/setup.bash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Gazebo와 RViz2 역할을 분리하고 RobotModel·TF·센서 display를 같은 frame에서 검증한다.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agv.rviz에 RobotModel·TF·LaserScan·Odometry 설정을 저장하고 실제 화면을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이 모듈이 전체 AGV 프로젝트에 추가하는 기능을 먼저 선언한다.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agv.rviz에 RobotModel·TF·LaserScan·Odometry 설정을 저장하고 실제 화면을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입력하기 전에 완성 결과와 관찰 기준을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명령·설정과 화면의 topic·frame·결과 이름을 대조합니다.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같은 display 설정을 다음 센서 모듈에서도 재사용한다.</a:t>
            </a:r>
          </a:p>
          <a:p>
            <a:r>
              <a:t>[실행] source ~/ros2_curri/my_agv_ws/install/setup.bash</a:t>
            </a:r>
          </a:p>
          <a:p>
            <a:r>
              <a:t>rviz2 -d ~/ros2_curri/my_agv_ws/src/agv_description/rviz/agv.rviz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모델과 frame이 맞아야 scan·image 위치도 맞는다.</a:t>
            </a:r>
          </a:p>
          <a:p>
            <a:r>
              <a:t>[실행] Fixed Frame: odom 또는 base_link</a:t>
            </a:r>
          </a:p>
          <a:p>
            <a:r>
              <a:t>Add → RobotModel → Description Topic: /robot_description</a:t>
            </a:r>
          </a:p>
          <a:p>
            <a:r>
              <a:t>Add → TF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각 display는 topic과 message frame_id를 TF로 변환한다.</a:t>
            </a:r>
          </a:p>
          <a:p>
            <a:r>
              <a:t>[실행] Add → LaserScan → Topic: /scan</a:t>
            </a:r>
          </a:p>
          <a:p>
            <a:r>
              <a:t>Add → Odometry → Topic: /odom</a:t>
            </a:r>
          </a:p>
          <a:p>
            <a:r>
              <a:t>File → Save Config As → agv.rviz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source ~/ros2_curri/my_agv_ws/install/setup.bash</a:t>
            </a:r>
          </a:p>
          <a:p>
            <a:r>
              <a:t>ros2 launch agv_bringup agv_sim.launch.py</a:t>
            </a:r>
          </a:p>
          <a:p>
            <a:r>
              <a:t>[확인] agv.rviz에 RobotModel·TF·LaserScan·Odometry 설정을 저장하고 실제 화면을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① 명령/설정  ② 정상 출력 또는 화면  ③ 다음 검증 명령으로 재확인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topic info /robot_description</a:t>
            </a:r>
          </a:p>
          <a:p>
            <a:r>
              <a:t>ros2 topic echo /scan --once</a:t>
            </a:r>
          </a:p>
          <a:p>
            <a:r>
              <a:t>ros2 topic echo /odom --once</a:t>
            </a:r>
          </a:p>
          <a:p>
            <a:r>
              <a:t>[확인] agv.rviz에 RobotModel·TF·LaserScan·Odometry 설정을 저장하고 실제 화면을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자신의 workspace·캡처·로그를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M12~M15 센서 display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FFFFFF"/>
                </a:solidFill>
                <a:latin typeface="Noto Sans CJK KR"/>
              </a:defRPr>
            </a:pPr>
            <a:r>
              <a:t>M11 · Block C · ROS 2 + Gazebo Sim AGV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RViz2에서 구동 상태 검증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agv.rviz에 RobotModel·TF·LaserScan·Odometry 설정을 저장하고 실제 화면을 확인한다.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기준 환경</a:t>
            </a:r>
            <a:br/>
            <a:r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t>이 PPT에서 폴더 생성 → 빈 파일 열기 → 코드 입력·저장 → build/run → 검증을 직접 반복합니다.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M11 · 따라 하기형 AGV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t>M10 bridge topic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M11</a:t>
            </a:r>
            <a:br/>
            <a:r>
              <a:t>RViz2에서 구동 상태 검증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t>M12~M15 센서 display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t>이번 모듈의 인계: agv.rviz에 RobotModel·TF·LaserScan·Odometry 설정을 저장하고 실제 화면을 확인한다.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시작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시작 상태: M10 bridge 뒤에 robot_description·TF·odom·scan이 ROS 2에 존재하는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이전 Complete: M10 bridge topic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현재 폴더: ~/ros2_curri/my_agv_ws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t>확인: pwd가 ~/ros2_curri/my_agv_ws이고,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t>Gazebo와 RViz2 역할을 분리하고 RobotModel·TF·센서 display를 같은 frame에서 검증한다.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완료 화면/결과</a:t>
            </a:r>
            <a:br/>
            <a:r>
              <a:t>agv.rviz에 RobotModel·TF·LaserScan·Odometry 설정을 저장하고 실제 화면을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프로젝트에 이번 기능을 직접 추가한다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완성본을 먼저 복사하지 않습니다. 빈 workspace에 지금 필요한 폴더와 파일을 하나씩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프로젝트 조립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5564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911095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5C6672"/>
                </a:solidFill>
                <a:latin typeface="Noto Sans CJK KR"/>
              </a:defRPr>
            </a:pPr>
            <a:r>
              <a:t>이미 있는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8920" y="1892807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M10 bridge topic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23697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t>이번에 직접 만들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321868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Gazebo와 RViz2 역할을 분리하고 RobotModel·TF·센서 display를 같은 frame에서 검증한다.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40740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456285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만들고 나서 확인할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454456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agv.rviz에 RobotModel·TF·LaserScan·Odometry 설정을 저장하고 실제 화면을 확인한다.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5833872"/>
            <a:ext cx="10561320" cy="3657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이번 모듈은 사용자 파일 없이 ROS 2 기본 도구를 실행해 이후 프로젝트에 필요한 동작을 관찰합니다.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먼저 이번 단계의 완료 모습을 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지금부터 폴더·파일·코드를 만들면 아래의 실제 결과에 도달합니다. 보이는 기준을 기억한 뒤 구현합니다.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01_rviz_integrated_ac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0639" y="1389888"/>
            <a:ext cx="6067672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26480"/>
            <a:ext cx="106070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2A8B5A"/>
                </a:solidFill>
                <a:latin typeface="Noto Sans CJK KR"/>
              </a:defRPr>
            </a:pPr>
            <a:r>
              <a:t>목표 화면: 실제 RViz2: RobotModel·TF·Odometry·LaserScan·Path·Marker display를 함께 연 상태  |  나중에 확인할 것: 명령·설정과 화면의 topic·frame·결과 이름을 대조합니다.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3862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robot_description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768596" y="3264408"/>
            <a:ext cx="283463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079492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TF / odom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09460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420356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RViz Displays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이번에 프로젝트 안에 새로 만드는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아래 파일은 완성본을 복사하지 않고, 다음 슬라이드에서 폴더·빈 파일부터 직접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~/ros2_curri/my_agv_ws/src/</a:t>
            </a:r>
            <a:br/>
            <a:r>
              <a:t>└── (M01은 사용자 파일 없이 ROS 2 내장 demo node를 사용합니다.)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파일 하나를 만들고 저장한 뒤에만 다음 파일로 넘어갑니다. Complete는 오류가 풀리지 않을 때만 비교합니다.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뒤 실행 1/3: RViz를 설정 파일로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같은 display 설정을 다음 센서 모듈에서도 재사용한다.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source ~/ros2_curri/my_agv_ws/install/setup.bash</a:t>
            </a:r>
            <a:br/>
            <a:r>
              <a:t>rviz2 -d ~/ros2_curri/my_agv_ws/src/agv_description/rviz/agv.rviz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뒤 실행 2/3: RobotModel과 TF를 먼저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모델과 frame이 맞아야 scan·image 위치도 맞는다.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Fixed Frame: odom 또는 base_link</a:t>
            </a:r>
            <a:br/>
            <a:r>
              <a:t>Add → RobotModel → Description Topic: /robot_description</a:t>
            </a:r>
            <a:br/>
            <a:r>
              <a:t>Add → TF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뒤 실행 3/3: 센서 display를 추가한다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각 display는 topic과 message frame_id를 TF로 변환한다.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Add → LaserScan → Topic: /scan</a:t>
            </a:r>
            <a:br/>
            <a:r>
              <a:t>Add → Odometry → Topic: /odom</a:t>
            </a:r>
            <a:br/>
            <a:r>
              <a:t>File → Save Config As → agv.rviz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source ~/ros2_curri/my_agv_ws/install/setup.bash</a:t>
            </a:r>
            <a:br/>
            <a:r>
              <a:t>ros2 launch agv_bringup agv_sim.launch.py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agv.rviz에 RobotModel·TF·LaserScan·Odometry 설정을 저장하고 실제 화면을 확인한다.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validation_ter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884338"/>
            <a:ext cx="10607040" cy="37385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화면에서 확인: 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검증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topic info /robot_description</a:t>
            </a:r>
            <a:br/>
            <a:r>
              <a:t>ros2 topic echo /scan --once</a:t>
            </a:r>
            <a:br/>
            <a:r>
              <a:t>ros2 topic echo /odom --once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완료 체크</a:t>
            </a:r>
            <a:br/>
            <a:r>
              <a:t>□ 명령이 오류 없이 실행된다.</a:t>
            </a:r>
            <a:br/>
            <a:r>
              <a:t>□ 기대한 파일·topic·frame·parameter 이름이 보인다.</a:t>
            </a:r>
            <a:br/>
            <a:r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완료 조건: agv.rviz에 RobotModel·TF·LaserScan·Odometry 설정을 저장하고 실제 화면을 확인한다.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오류 대응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1: RobotModel이 안 보임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robot_description·Fixed Frame·TF를 순서대로 확인한다.</a:t>
            </a:r>
            <a:br/>
            <a:r>
              <a:t>수정 후: ros2 topic info /robot_description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2: LaserScan 위치가 이상함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scan header.frame_id와 lidar TF를 확인한다.</a:t>
            </a:r>
            <a:br/>
            <a:r>
              <a:t>수정 후: ros2 topic info /robot_description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미니 실습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t>Fixed Frame을 의도적으로 없는 이름으로 바꾼 뒤 Global Status 오류를 읽고 odom으로 되돌린다.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내 프로젝트 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Complete는 복구용 비교 기준이고, 다음 단계는 내가 직접 만든 workspace에서 계속합니다.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체크포인트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완료 화면: agv.rviz에 RobotModel·TF·LaserScan·Odometry 설정을 저장하고 실제 화면을 확인한다.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막혔을 때 비교할 Complete: blocks/C_drive_visualization/M11_rviz_integration/complete/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다음 시작 조건: M12~M15 센서 display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다음 모듈을 시작하기 전, 내 src의 변경사항을 저장하고 현재 완료 조건을 다시 확인합니다.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