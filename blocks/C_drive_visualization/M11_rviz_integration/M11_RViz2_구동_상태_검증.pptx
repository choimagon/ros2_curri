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~/ros2_curri/agv_ws/install/setup.bash</a:t>
            </a:r>
          </a:p>
          <a:p>
            <a:r>
              <a:t>rviz2 -d ~/ros2_curri/agv_ws/src/agv_description/rviz/agv.rviz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M11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  <a:br/>
            <a:r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rviz2 -d ~/ros2_curri/agv_ws/src/agv_description/rviz/agv.rviz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Fixed Frame: odom 또는 base_link</a:t>
            </a:r>
            <a:br/>
            <a:r>
              <a:t>Add → RobotModel → Description Topic: /robot_description</a:t>
            </a:r>
            <a:br/>
            <a:r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Add → LaserScan → Topic: /scan</a:t>
            </a:r>
            <a:br/>
            <a:r>
              <a:t>Add → Odometry → Topic: /odom</a:t>
            </a:r>
            <a:br/>
            <a:r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RobotModel·TF·Odometry·LaserScan·Path·Marker display를 함께 연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rviz_integrated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/robot_description</a:t>
            </a:r>
            <a:br/>
            <a:r>
              <a:t>ros2 topic echo /scan --once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robot_description·Fixed Frame·TF를 순서대로 확인한다.</a:t>
            </a:r>
            <a:br/>
            <a:r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scan header.frame_id와 lidar TF를 확인한다.</a:t>
            </a:r>
            <a:br/>
            <a:r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