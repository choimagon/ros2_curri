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이전=M10 bridge topic, 다음=M12~M15 센서 display을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Gazebo와 RViz2 역할을 분리하고 RobotModel·TF·센서 display를 같은 frame에서 검증한다.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같은 display 설정을 다음 센서 모듈에서도 재사용한다.</a:t>
            </a:r>
          </a:p>
          <a:p>
            <a:r>
              <a:t>[실행] source ~/agv_ws/install/setup.bash</a:t>
            </a:r>
          </a:p>
          <a:p>
            <a:r>
              <a:t>rviz2 -d ~/agv_ws/src/agv_description/rviz/agv.rviz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모델과 frame이 맞아야 scan·image 위치도 맞는다.</a:t>
            </a:r>
          </a:p>
          <a:p>
            <a:r>
              <a:t>[실행] Fixed Frame: odom 또는 base_link</a:t>
            </a:r>
          </a:p>
          <a:p>
            <a:r>
              <a:t>Add → RobotModel → Description Topic: /robot_description</a:t>
            </a:r>
          </a:p>
          <a:p>
            <a:r>
              <a:t>Add → TF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각 display는 topic과 message frame_id를 TF로 변환한다.</a:t>
            </a:r>
          </a:p>
          <a:p>
            <a:r>
              <a:t>[실행] Add → LaserScan → Topic: /scan</a:t>
            </a:r>
          </a:p>
          <a:p>
            <a:r>
              <a:t>Add → Odometry → Topic: /odom</a:t>
            </a:r>
          </a:p>
          <a:p>
            <a:r>
              <a:t>File → Save Config As → agv.rviz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source ~/agv_ws/install/setup.bash</a:t>
            </a:r>
          </a:p>
          <a:p>
            <a:r>
              <a:t>ros2 launch agv_bringup agv_sim.launch.py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캡처의 명령과 다음 슬라이드의 검증 명령을 비교한다.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/robot_description</a:t>
            </a:r>
          </a:p>
          <a:p>
            <a:r>
              <a:t>ros2 topic echo /scan --once</a:t>
            </a:r>
          </a:p>
          <a:p>
            <a:r>
              <a:t>ros2 topic echo /odom --once</a:t>
            </a:r>
          </a:p>
          <a:p>
            <a:r>
              <a:t>[확인] agv.rviz에 RobotModel·TF·LaserScan·Odometry 설정을 저장하고 실제 화면을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Complete·캡처·로그를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M12~M15 센서 display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M11 · Block C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RViz2에서 구동 상태 검증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PPT만 보고 시작 상태 → 파일 작성 → build/run → 검증 → 오류 대응 → checkpoint를 순서대로 수행합니다.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M10 bridge topic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M11</a:t>
            </a:r>
            <a:br/>
            <a:r>
              <a:t>RViz2에서 구동 상태 검증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M12~M15 센서 display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M10 bridge 뒤에 robot_description·TF·odom·scan이 ROS 2에 존재하는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M10 bridge topic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Gazebo와 RViz2 역할을 분리하고 RobotModel·TF·센서 display를 같은 frame에서 검증한다.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agv.rviz에 RobotModel·TF·LaserScan·Odometry 설정을 저장하고 실제 화면을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robot_description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TF / odom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RViz Displays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모듈에서 생성·수정하는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파일명과 package 경로를 끝까지 동일하게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~/agv_ws/src/</a:t>
            </a:r>
            <a:br/>
            <a:r>
              <a:t>└── (M01은 사용자 파일 없이 ROS 2 내장 demo node를 사용합니다.)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전체 코드는 다음 슬라이드에 이어집니다. 중간 줄을 빼지 않고 끝까지 제공합니다.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RViz를 설정 파일로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1/3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같은 display 설정을 다음 센서 모듈에서도 재사용한다.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rviz2 -d ~/agv_ws/src/agv_description/rviz/agv.rviz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RobotModel과 TF를 먼저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2/3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모델과 frame이 맞아야 scan·image 위치도 맞는다.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Fixed Frame: odom 또는 base_link</a:t>
            </a:r>
            <a:br/>
            <a:r>
              <a:t>Add → RobotModel → Description Topic: /robot_description</a:t>
            </a:r>
            <a:br/>
            <a:r>
              <a:t>Add → TF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센서 display를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한 장에는 한 행동만 수행합니다.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3/3    |    현재 폴더 ~/agv_ws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각 display는 topic과 message frame_id를 TF로 변환한다.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Add → LaserScan → Topic: /scan</a:t>
            </a:r>
            <a:br/>
            <a:r>
              <a:t>Add → Odometry → Topic: /odom</a:t>
            </a:r>
            <a:br/>
            <a:r>
              <a:t>File → Save Config As → agv.rviz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명령의 출력에서 topic·frame·파일 이름 또는 성공 메시지를 찾으면 이 단계가 완료됩니다.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source ~/agv_ws/install/setup.bash</a:t>
            </a:r>
            <a:br/>
            <a:r>
              <a:t>ros2 launch agv_bringup agv_sim.launch.py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884338"/>
            <a:ext cx="10607040" cy="37385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RViz2: AGV body·wheel·camera·LiDAR·IMU frame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rviz_agv_sensors_actu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1399" y="1353312"/>
            <a:ext cx="5786153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217920"/>
            <a:ext cx="1060704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/robot_description</a:t>
            </a:r>
            <a:br/>
            <a:r>
              <a:t>ros2 topic echo /scan --once</a:t>
            </a:r>
            <a:br/>
            <a:r>
              <a:t>ros2 topic echo /odom --once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agv.rviz에 RobotModel·TF·LaserScan·Odometry 설정을 저장하고 실제 화면을 확인한다.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RobotModel이 안 보임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robot_description·Fixed Frame·TF를 순서대로 확인한다.</a:t>
            </a:r>
            <a:br/>
            <a:r>
              <a:t>수정 후: ros2 topic info /robot_description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LaserScan 위치가 이상함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scan header.frame_id와 lidar TF를 확인한다.</a:t>
            </a:r>
            <a:br/>
            <a:r>
              <a:t>수정 후: ros2 topic info /robot_description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Fixed Frame을 의도적으로 없는 이름으로 바꾼 뒤 Global Status 오류를 읽고 odom으로 되돌린다.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현재 Complete는 다음 Starter의 기준선입니다.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agv.rviz에 RobotModel·TF·LaserScan·Odometry 설정을 저장하고 실제 화면을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Complete 파일: blocks/C_drive_visualization/M11_rviz_integration/complete/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M12~M15 센서 display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이 슬라이드의 Complete와 다음 모듈의 Starter를 비교합니다.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M11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8105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12140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1635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22191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133087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2803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138928"/>
            <a:ext cx="99669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