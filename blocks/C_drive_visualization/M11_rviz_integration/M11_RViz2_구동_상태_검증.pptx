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이전=M10 bridge topic, 다음=M12~M15 센서 display을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왼쪽 Displays의 RobotModel·TF가 켜져 있고, 오른쪽에 차체·바퀴·sensor frame 축이 함께 보이는지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Displays에서 LaserScan·Odometry가 활성화되어 있는지와 scan point가 TF 좌표계에 붙는지를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display 설정을 다음 센서 모듈에서도 재사용한다.</a:t>
            </a:r>
          </a:p>
          <a:p>
            <a:r>
              <a:t>[실행] source ~/ros2_curri/my_agv_ws/install/setup.bash</a:t>
            </a:r>
          </a:p>
          <a:p>
            <a:r>
              <a:t>rviz2 -d ~/ros2_curri/my_agv_ws/src/agv_description/rviz/agv.rviz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모델과 frame이 맞아야 scan·image 위치도 맞는다.</a:t>
            </a:r>
          </a:p>
          <a:p>
            <a:r>
              <a:t>[실행] Fixed Frame: odom 또는 base_link</a:t>
            </a:r>
          </a:p>
          <a:p>
            <a:r>
              <a:t>Add → RobotModel → Description Topic: /robot_description</a:t>
            </a:r>
          </a:p>
          <a:p>
            <a:r>
              <a:t>Add →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각 display는 topic과 message frame_id를 TF로 변환한다.</a:t>
            </a:r>
          </a:p>
          <a:p>
            <a:r>
              <a:t>[실행] Add → LaserScan → Topic: /scan</a:t>
            </a:r>
          </a:p>
          <a:p>
            <a:r>
              <a:t>Add → Odometry → Topic: /odom</a:t>
            </a:r>
          </a:p>
          <a:p>
            <a:r>
              <a:t>File → Save Config As → 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agv_bringup agv_sim.launch.py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왼쪽 Displays의 RobotModel·TF가 켜져 있고, 오른쪽에 차체·바퀴·sensor frame 축이 함께 보이는지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Displays에서 LaserScan·Odometry가 활성화되어 있는지와 scan point가 TF 좌표계에 붙는지를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/robot_description</a:t>
            </a:r>
          </a:p>
          <a:p>
            <a:r>
              <a:t>ros2 topic echo /scan --once</a:t>
            </a:r>
          </a:p>
          <a:p>
            <a:r>
              <a:t>ros2 topic echo /odom --once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M12~M15 센서 display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RViz2에서 구동 상태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agv.rviz에 RobotModel·TF·LaserScan·Odometry 설정을 저장하고 실제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M10 bridge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M11</a:t>
            </a:r>
            <a:br/>
            <a:r>
              <a:t>RViz2에서 구동 상태 검증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M12~M15 센서 display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M10 bridge 뒤에 robot_description·TF·odom·scan이 ROS 2에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M10 bridge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Gazebo와 RViz2 역할을 분리하고 RobotModel·TF·센서 display를 같은 frame에서 검증한다.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agv.rviz에 RobotModel·TF·LaserScan·Odometry 설정을 저장하고 실제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M10 bridge topic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Gazebo와 RViz2 역할을 분리하고 RobotModel·TF·센서 display를 같은 frame에서 검증한다.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agv.rviz에 RobotModel·TF·LaserScan·Odometry 설정을 저장하고 실제 화면을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rviz_agv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058" y="1389888"/>
            <a:ext cx="5620834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RobotModel과 TF를 같은 Fixed Frame에서 확인한 화면  |  나중에 확인할 것: 왼쪽 Displays의 RobotModel·TF가 켜져 있고, 오른쪽에 차체·바퀴·sensor frame 축이 함께 보이는지 확인합니다.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rviz_integrated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LaserScan·Odometry display를 RobotModel과 함께 켠 화면  |  나중에 확인할 것: Displays에서 LaserScan·Odometry가 활성화되어 있는지와 scan point가 TF 좌표계에 붙는지를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robot_description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TF / 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RViz Displays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내 workspace에서 build한 package를 현재 terminal에 겹쳐 등록합니다.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줄 뒤 `ros2 run`이 내가 만든 package와 executable을 찾습니다.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rviz2 -d</a:t>
            </a:r>
            <a:br/>
            <a:r>
              <a:t>~/ros2_curri/my_agv_ws/src/agv_description/rviz/agv.rviz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저장해 둔 RViz 설정 파일을 열어 동일한 display 구성을 재현합니다.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RobotModel·TF·LaserScan display가 설정 파일대로 보입니다.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Fixed Frame: odom 또는 base_link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명령은 지금 모듈의 기능을 실행하거나 관찰하는 한 단계입니다.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명령 뒤 terminal 또는 GUI에서 완료 조건이 충족됐는지 확인합니다.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Add → RobotModel → Description Topic: /robot_description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Add → TF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명령은 지금 모듈의 기능을 실행하거나 관찰하는 한 단계입니다.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명령 뒤 terminal 또는 GUI에서 완료 조건이 충족됐는지 확인합니다.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Add → LaserScan → Topic: /scan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1/3: RViz를 설정 파일로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1/3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같은 display 설정을 다음 센서 모듈에서도 재사용한다.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rviz2 -d ~/ros2_curri/my_agv_ws/src/agv_description/rviz/agv.rviz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2/3: RobotModel과 TF를 먼저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2/3    |    현재 폴더 RViz2 화면    |    GUI 조작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 화면에서 하는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모델과 frame이 맞아야 scan·image 위치도 맞는다.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RViz 클릭 순서 — 아래 내용은 터미널 명령이 아니라 화면 조작 안내입니다.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63824"/>
            <a:ext cx="10835640" cy="1572768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Aptos"/>
              </a:defRPr>
            </a:pPr>
            <a:r>
              <a:t>Fixed Frame: odom 또는 base_link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Aptos"/>
              </a:defRPr>
            </a:pPr>
            <a:r>
              <a:t>Add → RobotModel → Description Topic: /robot_description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Aptos"/>
              </a:defRPr>
            </a:pPr>
            <a:r>
              <a:t>Add → TF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065776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각 줄을 위에서 아래로 클릭한 뒤, 왼쪽 Displays 목록에 항목이 추가됐는지 확인합니다.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3/3: 센서 display를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3/3    |    현재 폴더 RViz2 화면    |    GUI 조작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 화면에서 하는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각 display는 topic과 message frame_id를 TF로 변환한다.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RViz 클릭 순서 — 아래 내용은 터미널 명령이 아니라 화면 조작 안내입니다.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63824"/>
            <a:ext cx="10835640" cy="1572768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Aptos"/>
              </a:defRPr>
            </a:pPr>
            <a:r>
              <a:t>Add → LaserScan → Topic: /scan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Aptos"/>
              </a:defRPr>
            </a:pPr>
            <a:r>
              <a:t>Add → Odometry → Topic: /odom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Aptos"/>
              </a:defRPr>
            </a:pPr>
            <a:r>
              <a:t>File → Save Config As → agv.rviz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065776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각 줄을 위에서 아래로 클릭한 뒤, 왼쪽 Displays 목록에 항목이 추가됐는지 확인합니다.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시뮬레이터·bridge·node를 먼저 시작한 뒤 이 창은 종료하지 않고 둡니다.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RViz2: RobotModel과 TF를 같은 Fixed Frame에서 확인한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rviz_agv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399" y="1353312"/>
            <a:ext cx="578615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왼쪽 Displays의 RobotModel·TF가 켜져 있고, 오른쪽에 차체·바퀴·sensor frame 축이 함께 보이는지 확인합니다.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RViz2: LaserScan·Odometry display를 RobotModel과 함께 켠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rviz_integrated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Displays에서 LaserScan·Odometry가 활성화되어 있는지와 scan point가 TF 좌표계에 붙는지를 확인합니다.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/robot_description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/scan --once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RobotModel이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robot_description·Fixed Frame·TF를 순서대로 확인한다.</a:t>
            </a:r>
            <a:br/>
            <a:r>
              <a:t>수정 후: ros2 topic info /robot_description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LaserScan 위치가 이상함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scan header.frame_id와 lidar TF를 확인한다.</a:t>
            </a:r>
            <a:br/>
            <a:r>
              <a:t>수정 후: ros2 topic info /robot_description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Fixed Frame을 의도적으로 없는 이름으로 바꾼 뒤 Global Status 오류를 읽고 odom으로 되돌린다.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agv.rviz에 RobotModel·TF·LaserScan·Odometry 설정을 저장하고 실제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blocks/C_drive_visualization/M11_rviz_integration/complete/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M12~M15 센서 display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