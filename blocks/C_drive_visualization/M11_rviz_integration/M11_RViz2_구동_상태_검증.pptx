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~/ros2_curri/my_agv_ws/install/setup.bash</a:t>
            </a:r>
          </a:p>
          <a:p>
            <a:r>
              <a:t>rviz2 -d ~/ros2_curri/my_agv_ws/src/agv_description/rviz/agv.rviz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M10 bridge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rviz_integrated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RobotModel·TF·Odometry·LaserScan·Path·Marker display를 함께 연 상태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내 workspace에서 build한 package를 현재 terminal에 겹쳐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 `ros2 run`이 내가 만든 package와 executable을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rviz2 -d</a:t>
            </a:r>
            <a:br/>
            <a:r>
              <a:t>~/ros2_curri/my_agv_ws/src/agv_description/rviz/agv.rviz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저장해 둔 RViz 설정 파일을 열어 동일한 display 구성을 재현합니다.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RobotModel·TF·LaserScan display가 설정 파일대로 보입니다.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RobotModel → Description Topic: /robot_description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TF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명령은 지금 모듈의 기능을 실행하거나 관찰하는 한 단계입니다.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명령 뒤 terminal 또는 GUI에서 완료 조건이 충족됐는지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1/3: 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rviz2 -d ~/ros2_curri/my_agv_ws/src/agv_description/rviz/agv.rviz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2/3: 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3/3: 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M11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