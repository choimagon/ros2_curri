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~/ros2_curri/my_agv_ws/install/setup.bash</a:t>
            </a:r>
          </a:p>
          <a:p>
            <a:r>
              <a:t>rviz2 -d ~/ros2_curri/my_agv_ws/src/agv_description/rviz/agv.rviz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M11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  <a:br/>
            <a:r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M10 bridge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rviz_integrated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RobotModel·TF·Odometry·LaserScan·Path·Marker display를 함께 연 상태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내 workspace에서 build한 package를 현재 terminal에 겹쳐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 뒤 `ros2 run`이 내가 만든 package와 executable을 찾습니다.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rviz2 -d</a:t>
            </a:r>
            <a:br/>
            <a:r>
              <a:t>~/ros2_curri/my_agv_ws/src/agv_description/rviz/agv.rviz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저장해 둔 RViz 설정 파일을 열어 동일한 display 구성을 재현합니다.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RobotModel·TF·LaserScan display가 설정 파일대로 보입니다.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Fixed Frame: odom 또는 base_link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 → RobotModel → Description Topic: /robot_description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 → TF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 → LaserScan → Topic: /scan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rviz2 -d ~/ros2_curri/my_agv_ws/src/agv_description/rviz/agv.rviz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Fixed Frame: odom 또는 base_link</a:t>
            </a:r>
            <a:br/>
            <a:r>
              <a:t>Add → RobotModel → Description Topic: /robot_description</a:t>
            </a:r>
            <a:br/>
            <a:r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Add → LaserScan → Topic: /scan</a:t>
            </a:r>
            <a:br/>
            <a:r>
              <a:t>Add → Odometry → Topic: /odom</a:t>
            </a:r>
            <a:br/>
            <a:r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/robot_description</a:t>
            </a:r>
            <a:br/>
            <a:r>
              <a:t>ros2 topic echo /scan --once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robot_description·Fixed Frame·TF를 순서대로 확인한다.</a:t>
            </a:r>
            <a:br/>
            <a:r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scan header.frame_id와 lidar TF를 확인한다.</a:t>
            </a:r>
            <a:br/>
            <a:r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