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wheel joint, 다음=M17~M20 autonomy command을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~/ros2_curri/my_agv_ws/src/agv_control/config</a:t>
            </a:r>
          </a:p>
          <a:p>
            <a:r>
              <a:t>nano ~/ros2_curri/my_agv_ws/src/agv_control/config/controllers.yaml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1/2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2/2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로봇 또는 Gazebo 환경의 구조·물리·sensor 설정</a:t>
            </a:r>
          </a:p>
          <a:p>
            <a:r>
              <a:t>[실행] mkdir -p ~/ros2_curri/my_agv_ws/src/agv_description/urdf</a:t>
            </a:r>
          </a:p>
          <a:p>
            <a:r>
              <a:t>nano ~/ros2_curri/my_agv_ws/src/agv_description/urdf/agv_ros2_control.urdf.xacro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1/5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2/5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3/5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4/5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5/5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로봇 또는 Gazebo 환경의 구조·물리·sensor 설정</a:t>
            </a:r>
          </a:p>
          <a:p>
            <a:r>
              <a:t>[실행] mkdir -p ~/ros2_curri/my_agv_ws/src/agv_gazebo/models/agv_ros2_control</a:t>
            </a:r>
          </a:p>
          <a:p>
            <a:r>
              <a:t>nano ~/ros2_curri/my_agv_ws/src/agv_gazebo/models/agv_ros2_control/model.sdf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2/15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3/15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4/15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5/15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6/15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7/15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8/15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9/15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10/15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11/15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12/15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13/15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14/15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15/15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~/ros2_curri/my_agv_ws/src/agv_gazebo/launch/ros2_control.launch.py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1/3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2/3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3/3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controller type과 wheel parameter는 URDF/SDF joint 이름과 같아야 한다.</a:t>
            </a:r>
          </a:p>
          <a:p>
            <a:r>
              <a:t>[실행] nano ~/ros2_curri/my_agv_ws/src/agv_control/config/controllers.yaml</a:t>
            </a:r>
          </a:p>
          <a:p>
            <a:r>
              <a:t>ros2 pkg prefix gz_ros2_control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M16은 M09 native DiffDrive와 별도 launch를 사용한다. plugin이 controller_manager를 만들고 spawner가 두 controller를 active로 전환한다.</a:t>
            </a:r>
          </a:p>
          <a:p>
            <a:r>
              <a:t>[실행] ros2 launch agv_gazebo ros2_control.launch.py</a:t>
            </a:r>
          </a:p>
          <a:p>
            <a:r>
              <a:t># 새 터미널</a:t>
            </a:r>
          </a:p>
          <a:p>
            <a:r>
              <a:t>ros2 control list_controllers -c /controller_manager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agv_gazebo ros2_control.launch.py</a:t>
            </a:r>
          </a:p>
          <a:p>
            <a:r>
              <a:t># 새 터미널: ros2 control list_controllers -c /controller_manager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control list_controllers -c /controller_manager</a:t>
            </a:r>
          </a:p>
          <a:p>
            <a:r>
              <a:t>ros2 topic echo /joint_states --once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blocks/E_autonomy_logic/M16_ros2_control/complete/agv_ws/src || true</a:t>
            </a:r>
          </a:p>
          <a:p>
            <a:r>
              <a:t>cp -a my_agv_ws/src my_agv_ws/src_before_M16</a:t>
            </a:r>
          </a:p>
          <a:p>
            <a:r>
              <a:t>cp -a blocks/E_autonomy_logic/M16_ros2_control/complete/agv_ws/src/.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M17~M20 autonomy command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M16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ros2_control + gz_ros2_control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M09 wheel joint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M16</a:t>
            </a:r>
            <a:br/>
            <a:r>
              <a:t>ros2_control + gz_ros2_control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M17~M20 autonomy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M09 native Gazebo DiffDrive가 동작하고 wheel joint 이름을 알고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M09 wheel joint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M09 wheel joint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controller_active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52334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M16 격리 launch의 ros2 control 출력: 두 controller가 모두 active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controller_manager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gz_ros2_control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joints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agv_control/config/controllers.yaml</a:t>
            </a:r>
            <a:br/>
            <a:r>
              <a:t>└── agv_description/urdf/agv_ros2_control.urdf.xacro</a:t>
            </a:r>
            <a:br/>
            <a:r>
              <a:t>└── agv_gazebo/models/agv_ros2_control/model.sdf</a:t>
            </a:r>
            <a:br/>
            <a:r>
              <a:t>└── agv_gazebo/launch/ros2_control.launch.py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link/model → geometry → joint/sensor/plugin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문법 검사 뒤 Gazebo/RViz에서 열어 본다.</a:t>
            </a:r>
            <a:br/>
            <a:r>
              <a:t>화면/출력: terminal 검사 결과와 3D 화면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link/model → geometry → joint/sensor/plugin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문법 검사 뒤 Gazebo/RViz에서 열어 본다.</a:t>
            </a:r>
            <a:br/>
            <a:r>
              <a:t>화면/출력: terminal 검사 결과와 3D 화면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~/ros2_curri/my_agv_ws/src/agv_control/config</a:t>
            </a:r>
            <a:br/>
            <a:r>
              <a:t>nano ~/ros2_curri/my_agv_ws/src/agv_control/config/controllers.yaml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update_rate: 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~/ros2_curri/my_agv_ws/src/agv_control/config/controllers.yaml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  <a:br/>
            <a:r>
              <a:t>  ros__parameters:</a:t>
            </a:r>
            <a:br/>
            <a:r>
              <a:t>    update_rate: 50</a:t>
            </a:r>
            <a:br/>
            <a:r>
              <a:t>    joint_state_broadcaster:</a:t>
            </a:r>
            <a:br/>
            <a:r>
              <a:t>      type: joint_state_broadcaster/JointStateBroadcaster</a:t>
            </a:r>
            <a:br/>
            <a:r>
              <a:t>    diff_drive_controller:</a:t>
            </a:r>
            <a:br/>
            <a:r>
              <a:t>      type: diff_drive_controller/DiffDriveController</a:t>
            </a:r>
            <a:br/>
            <a:r>
              <a:t>diff_drive_controller:</a:t>
            </a:r>
            <a:br/>
            <a:r>
              <a:t>  ros__parameters:</a:t>
            </a:r>
            <a:br/>
            <a:r>
              <a:t>    left_wheel_names: [left_wheel_joint]</a:t>
            </a:r>
            <a:br/>
            <a:r>
              <a:t>    right_wheel_names: [right_wheel_joint]</a:t>
            </a:r>
            <a:br/>
            <a:r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~/ros2_curri/my_agv_ws/src/agv_control/config/controllers.yaml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wheel_radius: 0.08</a:t>
            </a:r>
            <a:br/>
            <a:r>
              <a:t>    base_frame_id: base_link</a:t>
            </a:r>
            <a:br/>
            <a:r>
              <a:t>    odom_frame_id: odom</a:t>
            </a:r>
            <a:br/>
            <a:r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~/ros2_curri/my_agv_ws/src/agv_description/urdf</a:t>
            </a:r>
            <a:br/>
            <a:r>
              <a:t>nano ~/ros2_curri/my_agv_ws/src/agv_description/urdf/agv_ros2_control.urdf.xacro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 검사 결과와 3D 화면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&lt;robot xmlns:xacro="http://www.ros.org/wiki/xacro"</a:t>
            </a:r>
            <a:br/>
            <a:r>
              <a:t>name="agv_ros2_control"&gt;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type="continuous"&gt;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&lt;plugin&gt;gz_ros2_control/GazeboSimSystem&lt;/plugin&gt;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&lt;!-- M16 controller description. Gazebo uses model.sdf for physics; this URDF gives</a:t>
            </a:r>
            <a:br/>
            <a:r>
              <a:t>  controller_manager its interfaces and RViz the matching joint tree. --&gt;</a:t>
            </a:r>
            <a:br/>
            <a:r>
              <a:t>&lt;robot xmlns:xacro="http://www.ros.org/wiki/xacro" name="agv_ros2_control"&gt;</a:t>
            </a:r>
            <a:br/>
            <a:r>
              <a:t>  </a:t>
            </a:r>
            <a:br/>
            <a:r>
              <a:t>  </a:t>
            </a:r>
            <a:br/>
            <a:r>
              <a:t>  &lt;link name="base_link"/&gt;</a:t>
            </a:r>
            <a:br/>
            <a:r>
              <a:t>  &lt;link name="left_wheel_link"/&gt;</a:t>
            </a:r>
            <a:br/>
            <a:r>
              <a:t>  &lt;link name="right_wheel_link"/&gt;</a:t>
            </a:r>
            <a:br/>
            <a:r>
              <a:t>  </a:t>
            </a:r>
            <a:br/>
            <a:r>
              <a:t>  </a:t>
            </a:r>
            <a:br/>
            <a:r>
              <a:t>  &lt;joint name="left_wheel_joint"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&lt;parent link="base_link"/&gt;</a:t>
            </a:r>
            <a:br/>
            <a:r>
              <a:t>    &lt;child link="left_wheel_link"/&gt;</a:t>
            </a:r>
            <a:br/>
            <a:r>
              <a:t>    &lt;origin xyz="0 0.19 -0.08"/&gt;</a:t>
            </a:r>
            <a:br/>
            <a:r>
              <a:t>    &lt;axis xyz="0 1 0"/&gt;</a:t>
            </a:r>
            <a:br/>
            <a:r>
              <a:t>  &lt;/joint&gt;</a:t>
            </a:r>
            <a:br/>
            <a:r>
              <a:t>  </a:t>
            </a:r>
            <a:br/>
            <a:r>
              <a:t>  </a:t>
            </a:r>
            <a:br/>
            <a:r>
              <a:t>  &lt;joint name="right_wheel_joint" type="continuous"&gt;</a:t>
            </a:r>
            <a:br/>
            <a:r>
              <a:t>    &lt;parent link="base_link"/&gt;</a:t>
            </a:r>
            <a:br/>
            <a:r>
              <a:t>    &lt;child link="right_wheel_link"/&gt;</a:t>
            </a:r>
            <a:br/>
            <a:r>
              <a:t>    &lt;origin xyz="0 -0.19 -0.08"/&gt;</a:t>
            </a:r>
            <a:br/>
            <a:r>
              <a:t>    &lt;axis xyz="0 1 0"/&gt;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&lt;/joint&gt;</a:t>
            </a:r>
            <a:br/>
            <a:r>
              <a:t>  </a:t>
            </a:r>
            <a:br/>
            <a:r>
              <a:t>  </a:t>
            </a:r>
            <a:br/>
            <a:r>
              <a:t>  &lt;ros2_control name="GazeboSimSystem" type="system"&gt;</a:t>
            </a:r>
            <a:br/>
            <a:r>
              <a:t>    &lt;hardware&gt;</a:t>
            </a:r>
            <a:br/>
            <a:r>
              <a:t>      &lt;plugin&gt;gz_ros2_control/GazeboSimSystem&lt;/plugin&gt;</a:t>
            </a:r>
            <a:br/>
            <a:r>
              <a:t>    &lt;/hardware&gt;</a:t>
            </a:r>
            <a:br/>
            <a:r>
              <a:t>    &lt;joint name="left_wheel_joint"&gt;</a:t>
            </a:r>
            <a:br/>
            <a:r>
              <a:t>      &lt;command_interface name="velocity"&gt;</a:t>
            </a:r>
            <a:br/>
            <a:r>
              <a:t>        &lt;param name="min"&gt;-20&lt;/param&gt;</a:t>
            </a:r>
            <a:br/>
            <a:r>
              <a:t>        &lt;param name="max"&gt;20&lt;/param&gt;</a:t>
            </a:r>
            <a:br/>
            <a:r>
              <a:t>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&lt;state_interface name="position"/&gt;</a:t>
            </a:r>
            <a:br/>
            <a:r>
              <a:t>      &lt;state_interface name="velocity"/&gt;</a:t>
            </a:r>
            <a:br/>
            <a:r>
              <a:t>    &lt;/joint&gt;</a:t>
            </a:r>
            <a:br/>
            <a:r>
              <a:t>    &lt;joint name="right_wheel_joint"&gt;</a:t>
            </a:r>
            <a:br/>
            <a:r>
              <a:t>      &lt;command_interface name="velocity"&gt;</a:t>
            </a:r>
            <a:br/>
            <a:r>
              <a:t>        &lt;param name="min"&gt;-20&lt;/param&gt;</a:t>
            </a:r>
            <a:br/>
            <a:r>
              <a:t>        &lt;param name="max"&gt;20&lt;/param&gt;</a:t>
            </a:r>
            <a:br/>
            <a:r>
              <a:t>      &lt;/command_interface&gt;</a:t>
            </a:r>
            <a:br/>
            <a:r>
              <a:t>      &lt;state_interface name="position"/&gt;</a:t>
            </a:r>
            <a:br/>
            <a:r>
              <a:t>      &lt;state_interface name="velocity"/&gt;</a:t>
            </a:r>
            <a:br/>
            <a:r>
              <a:t>    &lt;/joint&gt;</a:t>
            </a:r>
            <a:br/>
            <a:r>
              <a:t>  &lt;/ros2_control&gt;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~/ros2_curri/my_agv_ws/src/agv_gazebo/models/agv_ros2_control</a:t>
            </a:r>
            <a:br/>
            <a:r>
              <a:t>nano ~/ros2_curri/my_agv_ws/src/agv_gazebo/models/agv_ros2_control/model.sdf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 검사 결과와 3D 화면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name="agv_ros2_control"&gt;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&lt;plugin&gt;gz_ros2_control/GazeboSimSystem&lt;/plugin&gt;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Gazebo에 구동·bridge·sensor 처리 기능을 연결하는 확장 코드입니다.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plugin 이름이 틀리면 model은 떠도 topic/구동 기능이 생기지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&lt;!-- M16-only model: gz_ros2_control owns wheel velocity commands. No native DiffDrive</a:t>
            </a:r>
            <a:br/>
            <a:r>
              <a:t>  plugin is present. --&gt;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name="agv_ros2_control"&gt;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&lt;pose&gt;0 0 0.16 0 0 0&lt;/pose&gt;</a:t>
            </a:r>
            <a:br/>
            <a:r>
              <a:t>  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&lt;diffuse&gt;0.10 0.35 0.80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4/15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5/15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name="collision"&gt;</a:t>
            </a:r>
            <a:br/>
            <a:r>
              <a:t>        &lt;geometry&gt;</a:t>
            </a:r>
            <a:br/>
            <a:r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(6/15)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6/15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(7/15)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7/15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(8/15)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8/15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(9/15)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9/15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(10/15)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10/15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11/15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12/15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&lt;ros2_control name="GazeboSimSystem" type="system"&gt;</a:t>
            </a:r>
            <a:br/>
            <a:r>
              <a:t>      &lt;hardware&gt;</a:t>
            </a:r>
            <a:br/>
            <a:r>
              <a:t>        &lt;plugin&gt;gz_ros2_control/GazeboSimSystem&lt;/plugin&gt;</a:t>
            </a:r>
            <a:br/>
            <a:r>
              <a:t>      &lt;/hardware&gt;</a:t>
            </a:r>
            <a:br/>
            <a:r>
              <a:t>      &lt;joint name="left_wheel_joint"&gt;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13/15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&lt;command_interface name="velocity"&gt;</a:t>
            </a:r>
            <a:br/>
            <a:r>
              <a:t>          &lt;param name="min"&gt;-20&lt;/param&gt;</a:t>
            </a:r>
            <a:br/>
            <a:r>
              <a:t>          &lt;param name="max"&gt;20&lt;/param&gt;</a:t>
            </a:r>
            <a:br/>
            <a:r>
              <a:t>        &lt;/command_interface&gt;</a:t>
            </a:r>
            <a:br/>
            <a:r>
              <a:t>        &lt;state_interface name="position"/&gt;</a:t>
            </a:r>
            <a:br/>
            <a:r>
              <a:t>        &lt;state_interface name="velocity"/&gt;</a:t>
            </a:r>
            <a:br/>
            <a:r>
              <a:t>      &lt;/joint&gt;</a:t>
            </a:r>
            <a:br/>
            <a:r>
              <a:t>      &lt;joint name="right_wheel_joint"&gt;</a:t>
            </a:r>
            <a:br/>
            <a:r>
              <a:t>        &lt;command_interface name="velocity"&gt;</a:t>
            </a:r>
            <a:br/>
            <a:r>
              <a:t>          &lt;param name="min"&gt;-20&lt;/param&gt;</a:t>
            </a:r>
            <a:br/>
            <a:r>
              <a:t>          &lt;param name="max"&gt;20&lt;/param&gt;</a:t>
            </a:r>
            <a:br/>
            <a:r>
              <a:t>  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14/15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&lt;state_interface name="position"/&gt;</a:t>
            </a:r>
            <a:br/>
            <a:r>
              <a:t>        &lt;state_interface name="velocity"/&gt;</a:t>
            </a:r>
            <a:br/>
            <a:r>
              <a:t>      &lt;/joint&gt;</a:t>
            </a:r>
            <a:br/>
            <a:r>
              <a:t>    &lt;/ros2_control&gt;</a:t>
            </a:r>
            <a:br/>
            <a:r>
              <a:t>    </a:t>
            </a:r>
            <a:br/>
            <a:r>
              <a:t>    </a:t>
            </a:r>
            <a:br/>
            <a:r>
              <a:t>    &lt;!-- The course workspace is fixed at ~/ros2_curri/agv_ws; run colcon build before</a:t>
            </a:r>
            <a:br/>
            <a:r>
              <a:t>      this M16 launch. --&gt;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filename="libgz_ros2_control-system.so"</a:t>
            </a:r>
            <a:br/>
            <a:r>
              <a:t>      name="gz_ros2_control::GazeboSimROS2ControlPlugin"&gt;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15/15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&lt;parameters&gt;/home/lab4090/ros2_curri/agv_ws/install/agv_control/share/agv_control/config/controllers.yaml&lt;/parameters&gt;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~/ros2_curri/my_agv_ws/src/agv_gazebo/launch</a:t>
            </a:r>
            <a:br/>
            <a:r>
              <a:t>nano ~/ros2_curri/my_agv_ws/src/agv_gazebo/launch/ros2_control.launch.py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simulator =</a:t>
            </a:r>
            <a:br/>
            <a:r>
              <a:t>IncludeLaunchDescription(PythonLaunchDescriptionSource(gz_launch),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jsb = Node(package='controller_manager',</a:t>
            </a:r>
            <a:br/>
            <a:r>
              <a:t>executable='spawner',</a:t>
            </a:r>
            <a:br/>
            <a:r>
              <a:t>arguments=['joint_state_broadcaster',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parameters=[{'robot_description': robot_description,</a:t>
            </a:r>
            <a:br/>
            <a:r>
              <a:t>'use_sim_time': True}],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~/ros2_curri/my_agv_ws/src/agv_gazebo/launch/ros2_control.launch.py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"""M16 isolated launch: gz_ros2_control, two active controllers, and a physical AGV."""</a:t>
            </a:r>
            <a:br/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RegisterEventHandler, SetEnvironmentVariable, TimerAction</a:t>
            </a:r>
            <a:br/>
            <a:r>
              <a:t>from launch.event_handlers import OnProcessExit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~/ros2_curri/my_agv_ws/src/agv_gazebo/launch/ros2_control.launch.py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gazebo = get_package_share_directory('agv_gazebo')</a:t>
            </a:r>
            <a:br/>
            <a:r>
              <a:t>    models = os.path.join(gazebo, 'models')</a:t>
            </a:r>
            <a:br/>
            <a:r>
              <a:t>    world = os.path.join(gazebo, 'worlds', 'warehouse_ros2_control.sdf')</a:t>
            </a:r>
            <a:br/>
            <a:r>
              <a:t>    description = get_package_share_directory('agv_description')</a:t>
            </a:r>
            <a:br/>
            <a:r>
              <a:t>    gz_launch = os.path.join(get_package_share_directory('ros_gz_sim'), 'launch', 'gz_sim.launch.py')</a:t>
            </a:r>
            <a:br/>
            <a:r>
              <a:t>    previous = os.environ.get('GZ_SIM_RESOURCE_PATH', '')</a:t>
            </a:r>
            <a:br/>
            <a:r>
              <a:t>    simulator = IncludeLaunchDescription(PythonLaunchDescriptionSource(gz_launch),</a:t>
            </a:r>
            <a:br/>
            <a:r>
              <a:t>        launch_arguments={'gz_args': '-r ' + world}.items())</a:t>
            </a:r>
            <a:br/>
            <a:r>
              <a:t>    robot_description = ParameterValue(Command(['xacro ', os.path.join(description, 'urdf',</a:t>
            </a:r>
            <a:br/>
            <a:r>
              <a:t>         'agv_ros2_control.urdf.xacro')]), value_type=str)</a:t>
            </a:r>
            <a:br/>
            <a:r>
              <a:t>    jsb = Node(package='controller_manager', executable='spawner', arguments=['joint_state_broadcaster',</a:t>
            </a:r>
            <a:br/>
            <a:r>
              <a:t>         '-c', '/controller_manager'], output='screen')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~/ros2_curri/my_agv_ws/src/agv_gazebo/launch/ros2_control.launch.py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drive = Node(package='controller_manager', executable='spawner', arguments=['diff_drive_controller',</a:t>
            </a:r>
            <a:br/>
            <a:r>
              <a:t>         '-c', '/controller_manager'], output='screen')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 simulator, Node(package='robot_state_publisher',</a:t>
            </a:r>
            <a:br/>
            <a:r>
              <a:t>         executable='robot_state_publisher',</a:t>
            </a:r>
            <a:br/>
            <a:r>
              <a:t>        parameters=[{'robot_description': robot_description, 'use_sim_time': True}],</a:t>
            </a:r>
            <a:br/>
            <a:r>
              <a:t>        output='screen'), Node(package='ros_gz_bridge', executable='parameter_bridge',</a:t>
            </a:r>
            <a:br/>
            <a:r>
              <a:t>        arguments=['/clock@rosgraph_msgs/msg/Clock[gz.msgs.Clock'], output='screen'),</a:t>
            </a:r>
            <a:br/>
            <a:r>
              <a:t>        TimerAction(period=6.0, actions=[jsb]),</a:t>
            </a:r>
            <a:br/>
            <a:r>
              <a:t>        RegisterEventHandler(OnProcessExit(target_action=jsb, on_exit=[drive]))])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controller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controller type과 wheel parameter는 URDF/SDF joint 이름과 같아야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~/ros2_curri/my_agv_ws/src/agv_control/config/controllers.yaml</a:t>
            </a:r>
            <a:br/>
            <a:r>
              <a:t>ros2 pkg prefix gz_ros2_control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실제 controller를 활성화한다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M16은 M09 native DiffDrive와 별도 launch를 사용한다. plugin이 controller_manager를 만들고 spawner가 두 controller를 active로 전환한다.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agv_gazebo ros2_control.launch.py</a:t>
            </a:r>
            <a:br/>
            <a:r>
              <a:t># 새 터미널</a:t>
            </a:r>
            <a:br/>
            <a:r>
              <a:t>ros2 control list_controllers -c /controller_manager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launch agv_gazebo ros2_control.launch.py</a:t>
            </a:r>
            <a:br/>
            <a:r>
              <a:t># 새 터미널: ros2 control list_controllers -c /controller_manager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187" y="1353312"/>
            <a:ext cx="9696576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control list_controllers -c /controller_manager</a:t>
            </a:r>
            <a:br/>
            <a:r>
              <a:t>ros2 topic echo /joint_states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controller가 inactive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load/activate 순서와 YAML controller 이름을 확인한다.</a:t>
            </a:r>
            <a:br/>
            <a:r>
              <a:t>수정 후: ros2 control list_controllers -c /controller_manager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joint를 찾을 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URDF/SDF joint 이름과 controller 목록을 한 글자씩 비교한다.</a:t>
            </a:r>
            <a:br/>
            <a:r>
              <a:t>수정 후: ros2 control list_controllers -c /controller_manager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blocks/E_autonomy_logic/M16_ros2_control/complete/agv_ws/src || true</a:t>
            </a:r>
            <a:br/>
            <a:r>
              <a:t>cp -a my_agv_ws/src my_agv_ws/src_before_M16</a:t>
            </a:r>
            <a:br/>
            <a:r>
              <a:t>cp -a blocks/E_autonomy_logic/M16_ros2_control/complete/agv_ws/src/.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controllers.yaml의 wheel_radius와 model.sdf의 wheel_radius가 모두 0.08 m인지 확인하고 한쪽만 바꿨을 때 생길 오차를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`ros2 control list_controllers`에서 joint_state_broadcaster와 diff_drive_controller가 모두 active이고 wheel joint state가 publish된다.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blocks/E_autonomy_logic/M16_ros2_control/complete/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M17~M20 autonomy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