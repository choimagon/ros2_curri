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controller_manager·joint_state_broadcaster·diff_drive_controller 설정의 책임을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 joint 이름과 controller YAML의 좌·우 목록·반지름·wheel separation을 일치시킨다.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controller_manager·joint_state_broadcaster·diff_drive_controller 설정의 책임을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 joint 이름과 controller YAML의 좌·우 목록·반지름·wheel separation을 일치시킨다.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저장소의 기본 실행은 M09 native DiffDrive다. gz_ros2_control로 바꾸기 전 joint·config를 먼저 검증한다.</a:t>
            </a:r>
          </a:p>
          <a:p>
            <a:r>
              <a:t>[실행] ros2 pkg prefix controller_manager</a:t>
            </a:r>
          </a:p>
          <a:p>
            <a:r>
              <a:t>ros2 pkg prefix diff_drive_controller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~/agv_ws/src/agv_control/config/controllers.yaml의 전체 파일을 1/2 구간으로 작성한다.</a:t>
            </a:r>
          </a:p>
          <a:p>
            <a:r>
              <a:t>[실행] nano ~/agv_ws/src/agv_control/config/controllers.yaml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~/agv_ws/src/agv_control/config/controllers.yaml의 전체 파일을 2/2 구간으로 작성한다.</a:t>
            </a:r>
          </a:p>
          <a:p>
            <a:r>
              <a:t>[실행] nano ~/agv_ws/src/agv_control/config/controllers.yaml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2/10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3/10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4/10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5/10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6/10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7/10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8/10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9/10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10/10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pkg prefix gz_ros2_control</a:t>
            </a:r>
          </a:p>
          <a:p>
            <a:r>
              <a:t>ros2 pkg prefix controller_manager</a:t>
            </a:r>
          </a:p>
          <a:p>
            <a:r>
              <a:t>[확인] wheel joint 이름과 controller YAML의 좌·우 목록·반지름·wheel separation을 일치시킨다.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rg -n 'left_wheel_joint|right_wheel_joint|wheel_separation|wheel_radius' ~/agv_ws/src/agv_control/config/controllers.yaml</a:t>
            </a:r>
          </a:p>
          <a:p>
            <a:r>
              <a:t>rg -n 'left_wheel_joint|right_wheel_joint' ~/agv_ws/src/agv_gazebo/models/agv/model.sdf</a:t>
            </a:r>
          </a:p>
          <a:p>
            <a:r>
              <a:t>[확인] wheel joint 이름과 controller YAML의 좌·우 목록·반지름·wheel separation을 일치시킨다.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 joint 이름과 controller YAML의 좌·우 목록·반지름·wheel separation을 일치시킨다.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  <a:br/>
            <a:r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 joint 이름과 controller YAML의 좌·우 목록·반지름·wheel separation을 일치시킨다.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controller_manager·joint_state_broadcaster·diff_drive_controller 설정의 책임을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 joint 이름과 controller YAML의 좌·우 목록·반지름·wheel separation을 일치시킨다.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agv_control/config/controllers.yaml</a:t>
            </a:r>
            <a:br/>
            <a:r>
              <a:t>└── agv_description/urdf/agv.urdf.xacro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~/agv_ws/src/agv_control/config/controllers.yaml</a:t>
            </a:r>
            <a:br/>
            <a:r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plugin 전환 전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이 저장소의 기본 실행은 M09 native DiffDrive다. gz_ros2_control로 바꾸기 전 joint·config를 먼저 검증한다.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pkg prefix controller_manager</a:t>
            </a:r>
            <a:br/>
            <a:r>
              <a:t>ros2 pkg prefix diff_drive_controller</a:t>
            </a:r>
            <a:br/>
            <a:r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~/agv_ws/src/agv_control/config    &amp;&amp;    nano ~/agv_ws/src/agv_control/config/controllers.yaml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  <a:br/>
            <a:r>
              <a:t>    wheel_radius: 0.08</a:t>
            </a:r>
            <a:br/>
            <a:r>
              <a:t>    base_frame_id: base_link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~/agv_ws/src/agv_control/config    &amp;&amp;    nano ~/agv_ws/src/agv_control/config/controllers.yaml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name="agv"&gt;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agv_description)/urdf/common.xacro"/&gt;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agv_description)/urdf/wheels.xacro"/&gt;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agv_description)/urdf/sensors.xacro"/&gt;</a:t>
            </a:r>
            <a:br/>
            <a:r>
              <a:t>  </a:t>
            </a:r>
            <a:br/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&lt;xacro:property name="body_length" value="0.60"/&gt;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name="body_width" value="0.42"/&gt;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name="body_height" value="0.16"/&gt;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name="wheel_width" value="0.05"/&gt;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&lt;xacro:property name="wheel_base" value="0.38"/&gt;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name="base_footprint"/&gt;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</a:t>
            </a:r>
            <a:br/>
            <a:r>
              <a:t>    </a:t>
            </a:r>
            <a:br/>
            <a:r>
              <a:t>    &lt;visual&gt;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  &lt;material name="agv_blue"/&gt;</a:t>
            </a:r>
            <a:br/>
            <a:r>
              <a:t>    &lt;/visual&gt;</a:t>
            </a:r>
            <a:br/>
            <a:r>
              <a:t>    </a:t>
            </a:r>
            <a:br/>
            <a:r>
              <a:t>    </a:t>
            </a:r>
            <a:br/>
            <a:r>
              <a:t>    &lt;collision&gt;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  <a:br/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&lt;xacro:box_inertia mass="12.0" x="${body_length}" y="${body_width}"</a:t>
            </a:r>
            <a:br/>
            <a:r>
              <a:t>      z="${body_height}"/&gt;</a:t>
            </a:r>
            <a:br/>
            <a:r>
              <a:t>    </a:t>
            </a:r>
            <a:br/>
            <a:r>
              <a:t>  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&lt;joint name="base_footprint_joint" type="fixed"&gt;</a:t>
            </a:r>
            <a:br/>
            <a:r>
              <a:t>    &lt;parent link="base_footprint"/&gt;</a:t>
            </a:r>
            <a:br/>
            <a:r>
              <a:t>    &lt;child link="base_link"/&gt;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&lt;xacro:agv_wheel side="left" y="${wheel_base/2}" radius="${wheel_radius}"</a:t>
            </a:r>
            <a:br/>
            <a:r>
              <a:t>    width="${wheel_width}"/&gt;</a:t>
            </a:r>
            <a:br/>
            <a:r>
              <a:t>  </a:t>
            </a:r>
            <a:br/>
            <a:r>
              <a:t>  </a:t>
            </a:r>
            <a:br/>
            <a:r>
              <a:t>  &lt;xacro:agv_wheel side="right" y="${-wheel_base/2}" radius="${wheel_radius}"</a:t>
            </a:r>
            <a:br/>
            <a:r>
              <a:t>    width="${wheel_width}"/&gt;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name="caster_link"&gt;</a:t>
            </a:r>
            <a:br/>
            <a:r>
              <a:t>    &lt;visual&gt;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&lt;material name="wheel_gray"/&gt;</a:t>
            </a:r>
            <a:br/>
            <a:r>
              <a:t>    &lt;/visual&gt;</a:t>
            </a:r>
            <a:br/>
            <a:r>
              <a:t>    &lt;collision&gt;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&lt;inertial&gt;</a:t>
            </a:r>
            <a:br/>
            <a:r>
              <a:t>      &lt;mass value="0.15"/&gt;</a:t>
            </a:r>
            <a:br/>
            <a:r>
              <a:t>      &lt;inertia ixx="0.0001" ixy="0" ixz="0" iyy="0.0001" iyz="0" izz="0.0001"/&gt;</a:t>
            </a:r>
            <a:br/>
            <a:r>
              <a:t>    &lt;/inertial&gt;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name="caster_joint" type="fixed"&gt;</a:t>
            </a:r>
            <a:br/>
            <a:r>
              <a:t>    &lt;parent link="base_link"/&gt;</a:t>
            </a:r>
            <a:br/>
            <a:r>
              <a:t>    &lt;child link="caster_link"/&gt;</a:t>
            </a:r>
            <a:br/>
            <a:r>
              <a:t>    &lt;origin xyz="-0.24 0 0.04"/&gt;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&lt;xacro:fixed_sensor name="lidar" parent="base_link" xyz="0.12 0 ${wheel_radius +</a:t>
            </a:r>
            <a:br/>
            <a:r>
              <a:t>    body_height + 0.04}" rpy="0 0 0" size="0.09 0.09 0.05"/&gt;</a:t>
            </a:r>
            <a:br/>
            <a:r>
              <a:t>  </a:t>
            </a:r>
            <a:br/>
            <a:r>
              <a:t>  </a:t>
            </a:r>
            <a:br/>
            <a:r>
              <a:t>  &lt;xacro:fixed_sensor name="camera" parent="base_link" xyz="0.28 0 ${wheel_radius +</a:t>
            </a:r>
            <a:br/>
            <a:r>
              <a:t>    body_height + 0.04}" rpy="0 0 0" size="0.05 0.08 0.05"/&gt;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&lt;link name="camera_optical_frame"/&gt;</a:t>
            </a:r>
            <a:br/>
            <a:r>
              <a:t>  </a:t>
            </a:r>
            <a:br/>
            <a:r>
              <a:t>  </a:t>
            </a:r>
            <a:br/>
            <a:r>
              <a:t>  &lt;joint name="camera_optical_joint" type="fixed"&gt;</a:t>
            </a:r>
            <a:br/>
            <a:r>
              <a:t>    &lt;parent link="camera_link"/&gt;</a:t>
            </a:r>
            <a:br/>
            <a:r>
              <a:t>    &lt;child link="camera_optical_frame"/&gt;</a:t>
            </a:r>
            <a:br/>
            <a:r>
              <a:t>    &lt;origin xyz="0 0 0" rpy="-1.5708 0 -1.5708"/&gt;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&lt;xacro:fixed_sensor name="imu" parent="base_link" xyz="0 0 ${wheel_radius +</a:t>
            </a:r>
            <a:br/>
            <a:r>
              <a:t>    body_height + 0.02}" rpy="0 0 0" size="0.03 0.03 0.02"/&gt;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~/agv_ws/src/agv_description/urdf    &amp;&amp;   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pkg prefix gz_ros2_control</a:t>
            </a:r>
            <a:br/>
            <a:r>
              <a:t>ros2 pkg prefix 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wheel joint 이름과 controller YAML의 좌·우 목록·반지름·wheel separation을 일치시킨다.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'left_wheel_joint|right_wheel_joint|wheel_separation|wheel_radius' ~/agv_ws/src/agv_control/config/controllers.yaml</a:t>
            </a:r>
            <a:br/>
            <a:r>
              <a:t>rg -n 'left_wheel_joint|right_wheel_joint' ~/agv_ws/src/agv_gazebo/models/agv/model.sdf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 joint 이름과 controller YAML의 좌·우 목록·반지름·wheel separation을 일치시킨다.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load/activate 순서와 YAML controller 이름을 확인한다.</a:t>
            </a:r>
            <a:br/>
            <a:r>
              <a:t>수정 후: rg -n 'left_wheel_joint|right_wheel_joint|wheel_separation|wheel_radius' ~/agv_ws/src/agv_control/config/controllers.yaml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URDF/SDF joint 이름과 controller 목록을 한 글자씩 비교한다.</a:t>
            </a:r>
            <a:br/>
            <a:r>
              <a:t>수정 후: rg -n 'left_wheel_joint|right_wheel_joint|wheel_separation|wheel_radius' ~/agv_ws/src/agv_control/config/controllers.yaml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 joint 이름과 controller YAML의 좌·우 목록·반지름·wheel separation을 일치시킨다.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