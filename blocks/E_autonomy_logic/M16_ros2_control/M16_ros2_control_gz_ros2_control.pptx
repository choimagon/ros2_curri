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~/ros2_curri/my_agv_ws/src/agv_description/urdf</a:t>
            </a:r>
            <a:br/>
            <a:r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 controller description. Gazebo uses model.sdf for physics; this URDF gives</a:t>
            </a:r>
            <a:br/>
            <a:r>
              <a:t>  controller_manager its interfaces and RViz the matching joint tree. --&gt;</a:t>
            </a:r>
            <a:br/>
            <a:r>
              <a:t>&lt;robot xmlns:xacro="http://www.ros.org/wiki/xacro" name="agv_ros2_control"&gt;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name="base_link"/&gt;</a:t>
            </a:r>
            <a:br/>
            <a:r>
              <a:t>  &lt;link name="left_wheel_link"/&gt;</a:t>
            </a:r>
            <a:br/>
            <a:r>
              <a:t>  &lt;link name="right_wheel_link"/&gt;</a:t>
            </a:r>
            <a:br/>
            <a:r>
              <a:t>  </a:t>
            </a:r>
            <a:br/>
            <a:r>
              <a:t>  </a:t>
            </a:r>
            <a:br/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  <a:br/>
            <a:r>
              <a:t>    &lt;child link="left_wheel_link"/&gt;</a:t>
            </a:r>
            <a:br/>
            <a:r>
              <a:t>    &lt;origin xyz="0 0.19 -0.08"/&gt;</a:t>
            </a:r>
            <a:br/>
            <a:r>
              <a:t>    &lt;axis xyz="0 1 0"/&gt;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&lt;joint name="right_wheel_joint" type="continuous"&gt;</a:t>
            </a:r>
            <a:br/>
            <a:r>
              <a:t>    &lt;parent link="base_link"/&gt;</a:t>
            </a:r>
            <a:br/>
            <a:r>
              <a:t>    &lt;child link="right_wheel_link"/&gt;</a:t>
            </a:r>
            <a:br/>
            <a:r>
              <a:t>    &lt;origin xyz="0 -0.19 -0.08"/&gt;</a:t>
            </a:r>
            <a:br/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&lt;ros2_control name="GazeboSimSystem" type="system"&gt;</a:t>
            </a:r>
            <a:br/>
            <a:r>
              <a:t>    &lt;hardware&gt;</a:t>
            </a:r>
            <a:br/>
            <a:r>
              <a:t>      &lt;plugin&gt;gz_ros2_control/GazeboSimSystem&lt;/plugin&gt;</a:t>
            </a:r>
            <a:br/>
            <a:r>
              <a:t>    &lt;/hardware&gt;</a:t>
            </a:r>
            <a:br/>
            <a:r>
              <a:t>    &lt;joint name="left_wheel_joint"&gt;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  &lt;joint name="right_wheel_joint"&gt;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  <a:br/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~/ros2_curri/my_agv_ws/src/agv_gazebo/models/agv_ros2_control</a:t>
            </a:r>
            <a:br/>
            <a:r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M16-only model: gz_ros2_control owns wheel velocity commands. No native DiffDrive</a:t>
            </a:r>
            <a:br/>
            <a:r>
              <a:t>  plugin is present. --&gt;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name="agv_ros2_control"&gt;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&lt;diffuse&gt;0.10 0.35 0.80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&lt;ros2_control name="GazeboSimSystem" type="system"&gt;</a:t>
            </a:r>
            <a:br/>
            <a:r>
              <a:t>      &lt;hardware&gt;</a:t>
            </a:r>
            <a:br/>
            <a:r>
              <a:t>        &lt;plugin&gt;gz_ros2_control/GazeboSimSystem&lt;/plugin&gt;</a:t>
            </a:r>
            <a:br/>
            <a:r>
              <a:t>      &lt;/hardware&gt;</a:t>
            </a:r>
            <a:br/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  <a:br/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  &lt;joint name="right_wheel_joint"&gt;</a:t>
            </a:r>
            <a:br/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&lt;/ros2_control&gt;</a:t>
            </a:r>
            <a:br/>
            <a:r>
              <a:t>    </a:t>
            </a:r>
            <a:br/>
            <a:r>
              <a:t>    </a:t>
            </a:r>
            <a:br/>
            <a:r>
              <a:t>    &lt;!-- The course workspace is fixed at ~/ros2_curri/agv_ws; run colcon build before</a:t>
            </a:r>
            <a:br/>
            <a:r>
              <a:t>      this M16 launch. --&gt;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filename="libgz_ros2_control-system.so"</a:t>
            </a:r>
            <a:br/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simulator =</a:t>
            </a:r>
            <a:br/>
            <a:r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jsb = Node(package='controller_manager',</a:t>
            </a:r>
            <a:br/>
            <a:r>
              <a:t>executable='spawner',</a:t>
            </a:r>
            <a:br/>
            <a:r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parameters=[{'robot_description': robot_description,</a:t>
            </a:r>
            <a:br/>
            <a:r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  <a:br/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RegisterEventHandler, SetEnvironmentVariable, TimerAction</a:t>
            </a:r>
            <a:br/>
            <a:r>
              <a:t>from launch.event_handlers import OnProcessExit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  <a:br/>
            <a:r>
              <a:t>    models = os.path.join(gazebo, 'models')</a:t>
            </a:r>
            <a:br/>
            <a:r>
              <a:t>    world = os.path.join(gazebo, 'worlds', 'warehouse_ros2_control.sdf')</a:t>
            </a:r>
            <a:br/>
            <a:r>
              <a:t>    description = get_package_share_directory('agv_description')</a:t>
            </a:r>
            <a:br/>
            <a:r>
              <a:t>    gz_launch = os.path.join(get_package_share_directory('ros_gz_sim'), 'launch', 'gz_sim.launch.py')</a:t>
            </a:r>
            <a:br/>
            <a:r>
              <a:t>    previous = os.environ.get('GZ_SIM_RESOURCE_PATH', '')</a:t>
            </a:r>
            <a:br/>
            <a:r>
              <a:t>    simulator = IncludeLaunchDescription(PythonLaunchDescriptionSource(gz_launch),</a:t>
            </a:r>
            <a:br/>
            <a:r>
              <a:t>        launch_arguments={'gz_args': '-r ' + world}.items())</a:t>
            </a:r>
            <a:br/>
            <a:r>
              <a:t>    robot_description = ParameterValue(Command(['xacro ', os.path.join(description, 'urdf',</a:t>
            </a:r>
            <a:br/>
            <a:r>
              <a:t>         'agv_ros2_control.urdf.xacro')]), value_type=str)</a:t>
            </a:r>
            <a:br/>
            <a:r>
              <a:t>    jsb = Node(package='controller_manager', executable='spawner', arguments=['joint_state_broadcaster',</a:t>
            </a:r>
            <a:br/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  <a:br/>
            <a:r>
              <a:t>         '-c', '/controller_manager'], output='screen')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 simulator, Node(package='robot_state_publisher',</a:t>
            </a:r>
            <a:br/>
            <a:r>
              <a:t>         executable='robot_state_publisher',</a:t>
            </a:r>
            <a:br/>
            <a:r>
              <a:t>        parameters=[{'robot_description': robot_description, 'use_sim_time': True}],</a:t>
            </a:r>
            <a:br/>
            <a:r>
              <a:t>        output='screen'), Node(package='ros_gz_bridge', executable='parameter_bridge',</a:t>
            </a:r>
            <a:br/>
            <a:r>
              <a:t>        arguments=['/clock@rosgraph_msgs/msg/Clock[gz.msgs.Clock'], output='screen'),</a:t>
            </a:r>
            <a:br/>
            <a:r>
              <a:t>        TimerAction(period=6.0, actions=[jsb]),</a:t>
            </a:r>
            <a:br/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  <a:br/>
            <a:r>
              <a:t># 새 터미널</a:t>
            </a:r>
            <a:br/>
            <a:r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ros2_control.launch.py</a:t>
            </a:r>
            <a:br/>
            <a:r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  <a:br/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blocks/E_autonomy_logic/M16_ros2_control/complete/agv_ws/src || true</a:t>
            </a:r>
            <a:br/>
            <a:r>
              <a:t>cp -a my_agv_ws/src my_agv_ws/src_before_M16</a:t>
            </a:r>
            <a:br/>
            <a:r>
              <a:t>cp -a blocks/E_autonomy_logic/M16_ros2_control/complete/agv_ws/src/.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