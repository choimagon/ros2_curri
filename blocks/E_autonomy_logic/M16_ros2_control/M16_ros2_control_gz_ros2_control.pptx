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터미널 1이 controller_manager를 유지하는 동안 터미널 2에서 controller 상태를 확인한다.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ros2_control.launch.py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ros2_control.launch.py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update_rate: 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joint_state_broadcaster: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type: joint_state_broadcaster/JointStateBroadcaster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type: diff_drive_controller/DiffDriveController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left_wheel_names: [left_wheel_joint]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right_wheel_names: [right_wheel_joint]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~/ros2_curri/my_agv_ws/src/agv_control/config/controllers.yaml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base_frame_id: base_link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odom_frame_id: odom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&lt;!-- M16 controller description. Gazebo uses model.sdf for physics; this URDF gives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controller_manager its interfaces and RViz the matching joint tree.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 name="agv_ros2_control"&gt;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name="left_wheel_link"/&gt;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name="right_wheel_link"/&gt;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&lt;child link="left_wheel_link"/&gt;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&lt;origin xyz="0 0.19 -0.08"/&gt;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&lt;axis xyz="0 1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name="right_wheel_joint" type="continuous"&gt;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&lt;child link="right_wheel_link"/&gt;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&lt;origin xyz="0 -0.19 -0.08"/&gt;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&lt;ros2_control name="GazeboSimSystem" type="system"&gt;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&lt;plugin&gt;gz_ros2_control/GazeboSimSystem&lt;/plugin&gt;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&lt;/command_interface&gt;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~/ros2_curri/my_agv_ws/src/agv_description/urdf/agv_ros2_control.urdf.xacro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~/ros2_curri/my_agv_ws/src/agv_gazebo/models/agv_ros2_control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&lt;!-- M16-only model: gz_ros2_control owns wheel velocity commands. No native DiffDrive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plugin is present.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name="agv_ros2_control"&gt;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&lt;diffuse&gt;0.10 0.35 0.80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&lt;ros2_control name="GazeboSimSystem" type="system"&gt;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&lt;plugin&gt;gz_ros2_control/GazeboSimSystem&lt;/plugin&gt;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&lt;/command_interface&gt;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&lt;joint name="right_wheel_joint"&gt;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&lt;/ros2_control&gt;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&lt;!-- The course workspace is fixed at ~/ros2_curri/agv_ws; run colcon build before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this M16 launch.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filename="libgz_ros2_control-system.so"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~/ros2_curri/my_agv_ws/src/agv_gazebo/models/agv_ros2_control/model.sdf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simulator =</a:t>
            </a:r>
            <a:br/>
            <a:r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jsb = Node(package='controller_manager',</a:t>
            </a:r>
            <a:br/>
            <a:r>
              <a:t>executable='spawner',</a:t>
            </a:r>
            <a:br/>
            <a:r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parameters=[{'robot_description': robot_description,</a:t>
            </a:r>
            <a:br/>
            <a:r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launch.actions import IncludeLaunchDescription, RegisterEventHandler, SetEnvironmentVariable, TimerAction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launch.event_handlers import OnProcessExit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launch.substitutions import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models = os.path.join(gazebo,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world = os.path.join(gazebo, 'worlds', 'warehouse_ros2_control.sdf')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previous = os.environ.get('GZ_SIM_RESOURCE_PATH', '')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simulator =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launch_arguments={'gz_args': '-r ' + world}.items())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robot_description = ParameterValue(Command(['xacro ', os.path.join(description, 'urdf',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'agv_ros2_control.urdf.xacro')]),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jsb = Node(package='controller_manager', executable='spawner', arguments=['joint_state_broadcaster',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~/ros2_curri/my_agv_ws/src/agv_gazebo/launch/ros2_control.launch.py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'-c', '/controller_manager'], output='screen')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models + (':' + previous if previous else '')), simulator, Node(package='robot_state_publisher',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parameters=[{'robot_description': robot_description, 'use_sim_time': True}],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output='screen'), Node(package='ros_gz_bridge', executable='parameter_bridge',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arguments=['/clock@rosgraph_msgs/msg/Clock[gz.msgs.Clock'], output='screen'),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TimerAction(period=6.0, actions=[jsb]),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~/ros2_curri/my_agv_ws/src/agv_control/config/controllers.yaml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pkg prefix gz_ros2_control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터미널 1이 controller_manager를 유지하는 동안 터미널 2에서 controller 상태를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다른 터미널의 실행 결과를 이 창에서 관찰·검증합니다.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다른 터미널의 실행 결과를 이 창에서 관찰·검증합니다.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blocks/E_autonomy_logic/M16_ros2_control/complete/agv_ws/src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my_agv_ws/src_before_M16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blocks/E_autonomy_logic/M16_ros2_control/complete/agv_ws/src/.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