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M16 ros2_control · M17 YOLO · M18 장애물 인지 · M19 FSM · M20 PID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센서·detection을 안전 우선순위와 상태머신으로 연결해 /cmd_vel을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agv_interfaces/msg/Detection.msg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agv_interfaces/msg/DetectionArray.msg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agv_vision/agv_vision/yolo_node.py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agv_control/agv_control/safety_controller.py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agv_mission/agv_mission/mission_manager.py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cd /home/lab4090/ros2_curri/agv_ws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install/setup.bash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interface show agv_interfaces/msg/Detection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agv_sensors lidar_processor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agv_control safety_controller --ros-args -p stop_distance:=0.5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agv_mission mission_manager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topic echo /mission_state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동작과 설정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명령이 실제로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DetectionArray는 class·confidence·box 중심을 담고, yolo_node의 enable_yolo/model_path/threshold를 parameter로 조절한다.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safety_controller는 /scan을 직접 검사해 stop_distance 안의 전진 명령을 zero Twist로 바꾼다.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mission_manager는 10 Hz로 SEARCH·APPROACH·AVOID를 전환해 /cmd_vel_raw를 만든다.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3F5373"/>
                </a:solidFill>
                <a:latin typeface="Noto Sans CJK KR"/>
              </a:defRPr>
            </a:pPr>
            <a:r>
              <a:t>수치·토픽·방향을 바꿀 때는 해당 Block의 Mxx README에서 구현 파일과 기대 결과를 함께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e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E — 제어·인지·미션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Detection 메시지 필드와 safety_controller·mission_manager 실행 파일이 출력되면 인지→안전→미션 구조가 빌드됐다. YOLO는 M17 문서의 가상환경 설치 후 enable_yolo=true로 활성화한다.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