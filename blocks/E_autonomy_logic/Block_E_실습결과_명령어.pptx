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173E6F"/>
                </a:solidFill>
                <a:latin typeface="Noto Sans CJK KR"/>
              </a:defRPr>
            </a:pPr>
            <a:r>
              <a:t>Block E — 제어·인지·미션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042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F5373"/>
                </a:solidFill>
                <a:latin typeface="Noto Sans CJK KR"/>
              </a:defRPr>
            </a:pPr>
            <a:r>
              <a:t>M16 ros2_control · M17 YOLO · M18 장애물 인지 · M19 FSM · M20 PID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12B3D"/>
                </a:solidFill>
                <a:latin typeface="Noto Sans CJK KR"/>
              </a:defRPr>
            </a:pPr>
            <a:r>
              <a:t>센서·detection을 안전 우선순위와 상태머신으로 연결해 /cmd_vel을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978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9687E"/>
                </a:solidFill>
                <a:latin typeface="Noto Sans CJK KR"/>
              </a:defRPr>
            </a:pPr>
            <a:r>
              <a:t>실제 실행 결과 캡처 포함 · 한국어 작성 · 최소 글꼴 크기 10pt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E — 제어·인지·미션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만들어진 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이 Block에서 실제로 만든 핵심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agv_interfaces/msg/Detection.msg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agv_interfaces/msg/DetectionArray.msg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agv_vision/agv_vision/yolo_node.py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agv_control/agv_control/safety_controller.py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agv_mission/agv_mission/mission_manager.py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F5373"/>
                </a:solidFill>
                <a:latin typeface="Noto Sans CJK KR"/>
              </a:defRPr>
            </a:pPr>
            <a:r>
              <a:t>모듈별 만드는 방법과 상세 확인 기준은 이 폴더의 Mxx/README.md에 정리되어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E — 제어·인지·미션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초심자 파일 제작 실습 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73E6F"/>
                </a:solidFill>
                <a:latin typeface="Noto Sans CJK KR"/>
              </a:defRPr>
            </a:pPr>
            <a:r>
              <a:t>안전 필터 노드 만들기 (.py)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612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4C5B74"/>
                </a:solidFill>
                <a:latin typeface="Noto Sans CJK KR"/>
              </a:defRPr>
            </a:pPr>
            <a:r>
              <a:t>실제 파일: agv_ws/src/agv_control/agv_control/safety_controller.py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62456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17638C"/>
                </a:solidFill>
                <a:latin typeface="Noto Sans CJK KR"/>
              </a:defRPr>
            </a:pPr>
            <a:r>
              <a:t>처음 만들 때: agv_control/agv_control/ 안에 safety_controller.py를 만들고 setup.py entry point를 추가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806440" cy="4416552"/>
          </a:xfrm>
          <a:prstGeom prst="roundRect">
            <a:avLst/>
          </a:prstGeom>
          <a:solidFill>
            <a:srgbClr val="141C2A"/>
          </a:solidFill>
          <a:ln>
            <a:solidFill>
              <a:srgbClr val="4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if obstacle_distance &gt;= get_parameter('stop_distance').value</a:t>
            </a:r>
          </a:p>
          <a:p>
            <a:pPr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   or command.linear.x &lt;= 0.0:</a:t>
            </a:r>
          </a:p>
          <a:p>
            <a:pPr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    safe = command</a:t>
            </a:r>
          </a:p>
          <a:p>
            <a:pPr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else:</a:t>
            </a:r>
          </a:p>
          <a:p>
            <a:pPr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    safe = Twist()  # 모든 속도 0</a:t>
            </a:r>
          </a:p>
          <a:p>
            <a:pPr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    logger.warn('stopping forward command')</a:t>
            </a:r>
          </a:p>
          <a:p>
            <a:pPr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publisher.publish(safe)  # /cmd_vel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62763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3E6F"/>
                </a:solidFill>
                <a:latin typeface="Noto Sans CJK KR"/>
              </a:defRPr>
            </a:pPr>
            <a:r>
              <a:t>만드는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975104"/>
            <a:ext cx="4800600" cy="2258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12B3D"/>
                </a:solidFill>
                <a:latin typeface="Noto Sans CJK KR"/>
              </a:defRPr>
            </a:pPr>
            <a:r>
              <a:t>• 1. /scan과 /cmd_vel_raw를 구독하고 /cmd_vel publisher를 만듭니다.</a:t>
            </a:r>
          </a:p>
          <a:p>
            <a:pPr>
              <a:spcAft>
                <a:spcPts val="500"/>
              </a:spcAft>
              <a:defRPr sz="1200" b="0">
                <a:solidFill>
                  <a:srgbClr val="212B3D"/>
                </a:solidFill>
                <a:latin typeface="Noto Sans CJK KR"/>
              </a:defRPr>
            </a:pPr>
            <a:r>
              <a:t>• 2. stop_distance와 front_half_angle_deg를 parameter로 선언합니다.</a:t>
            </a:r>
          </a:p>
          <a:p>
            <a:pPr>
              <a:spcAft>
                <a:spcPts val="500"/>
              </a:spcAft>
              <a:defRPr sz="1200" b="0">
                <a:solidFill>
                  <a:srgbClr val="212B3D"/>
                </a:solidFill>
                <a:latin typeface="Noto Sans CJK KR"/>
              </a:defRPr>
            </a:pPr>
            <a:r>
              <a:t>• 3. 장애물이 가까운 전진 명령만 zero Twist로 바꿔 Gazebo에 전달합니다.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48056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3E6F"/>
                </a:solidFill>
                <a:latin typeface="Noto Sans CJK KR"/>
              </a:defRPr>
            </a:pPr>
            <a:r>
              <a:t>실행하면 이렇게 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892040"/>
            <a:ext cx="4800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12B3D"/>
                </a:solidFill>
                <a:latin typeface="Noto Sans CJK KR"/>
              </a:defRPr>
            </a:pPr>
            <a:r>
              <a:t>미션이 전진을 요청해도 LiDAR 전방 0.5 m 안에 물체가 있으면 /cmd_vel은 0이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E — 제어·인지·미션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명령어 실행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권장 실행 순서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526280"/>
          </a:xfrm>
          <a:prstGeom prst="roundRect">
            <a:avLst/>
          </a:prstGeom>
          <a:solidFill>
            <a:srgbClr val="141C2A"/>
          </a:solidFill>
          <a:ln>
            <a:solidFill>
              <a:srgbClr val="4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182880"/>
          <a:lstStyle/>
          <a:p>
            <a:pPr algn="ctr"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cd /home/lab4090/ros2_curri/agv_ws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source install/setup.bash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interface show agv_interfaces/msg/Detection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run agv_sensors lidar_processor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run agv_control safety_controller --ros-args -p stop_distance:=0.5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run agv_mission mission_manager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topic echo /mission_state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9904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05C70"/>
                </a:solidFill>
                <a:latin typeface="Noto Sans CJK KR"/>
              </a:defRPr>
            </a:pPr>
            <a:r>
              <a:t>명령은 Block README의 순서와 동일합니다. 새 터미널에서도 ROS와 workspace를 source해야 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E — 제어·인지·미션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명령어 동작과 설정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이 명령이 실제로 하는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DetectionArray는 class·confidence·box 중심을 담고, yolo_node의 enable_yolo/model_path/threshold를 parameter로 조절한다.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safety_controller는 /scan을 직접 검사해 stop_distance 안의 전진 명령을 zero Twist로 바꾼다.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mission_manager는 10 Hz로 SEARCH·APPROACH·AVOID를 전환해 /cmd_vel_raw를 만든다.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F5373"/>
                </a:solidFill>
                <a:latin typeface="Noto Sans CJK KR"/>
              </a:defRPr>
            </a:pPr>
            <a:r>
              <a:t>수치·토픽·방향을 바꿀 때는 해당 Block의 Mxx README에서 구현 파일과 기대 결과를 함께 확인합니다.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E — 제어·인지·미션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실제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pic>
        <p:nvPicPr>
          <p:cNvPr id="6" name="Picture 5" descr="block_e_actual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2688"/>
            <a:ext cx="11365992" cy="5422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E — 제어·인지·미션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확인 기준과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통과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Detection 메시지 필드와 safety_controller·mission_manager 실행 파일이 출력되면 인지→안전→미션 구조가 빌드됐다. YOLO는 M17 문서의 가상환경 설치 후 enable_yolo=true로 활성화한다.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문제가 생기면 README의 '확인' 명령부터 다시 실행하고, 첫 오류 메시지를 기준으로 수정합니다.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