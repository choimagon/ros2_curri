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M16 ros2_control · M17 YOLO · M18 장애물 인지 · M19 FSM · M20 PID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센서·detection을 안전 우선순위와 상태머신으로 연결해 /cmd_vel을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agv_interfaces/msg/Detection.msg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agv_interfaces/msg/DetectionArray.msg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agv_vision/agv_vision/yolo_node.py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agv_control/agv_control/safety_controller.py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cd /home/lab4090/ros2_curri/agv_ws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install/setup.bash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interface show agv_interfaces/msg/Detection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agv_sensors lidar_processor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agv_control safety_controller --ros-args -p stop_distance:=0.5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agv_mission mission_manager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/mission_state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e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Detection 메시지 필드와 safety_controller·mission_manager 실행 파일이 출력되면 인지→안전→미션 구조가 빌드됐다. YOLO는 M17 문서의 가상환경 설치 후 enable_yolo=true로 활성화한다.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