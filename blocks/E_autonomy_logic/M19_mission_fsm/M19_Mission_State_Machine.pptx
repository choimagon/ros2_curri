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SEARCH·APPROACH·AVOID·GOAL 상태를 입력 조건과 속도 명령으로 명시한다.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이전=M18 priority decision, 다음=M20 PID을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SEARCH·APPROACH·AVOID·GOAL 상태를 입력 조건과 속도 명령으로 명시한다.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센서 처리와 주행 제어를 건드리지 않고, 미션 상태 전이만 agv_mission이 맡게 합니다.</a:t>
            </a:r>
          </a:p>
          <a:p>
            <a:r>
              <a:t>[실행] cd ~/ros2_curri/my_agv_ws/src</a:t>
            </a:r>
          </a:p>
          <a:p>
            <a:r>
              <a:t>ros2 pkg create --build-type ament_python --dependencies rclpy std_msgs geometry_msgs agv_mission</a:t>
            </a:r>
          </a:p>
          <a:p>
            <a:r>
              <a:t>[확인] src 아래에 새 package 폴더와 package.xml이 생성되었는지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~/ros2_curri/my_agv_ws/src/agv_mission</a:t>
            </a:r>
          </a:p>
          <a:p>
            <a:r>
              <a:t>nano ~/ros2_curri/my_agv_ws/src/agv_mission/package.xml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~/ros2_curri/my_agv_ws/src/agv_mission/package.xml의 1/3 구현 블록을 직접 입력한다.</a:t>
            </a:r>
          </a:p>
          <a:p>
            <a:r>
              <a:t>[실행] nano ~/ros2_curri/my_agv_ws/src/agv_mission/package.xml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~/ros2_curri/my_agv_ws/src/agv_mission/package.xml의 2/3 구현 블록을 직접 입력한다.</a:t>
            </a:r>
          </a:p>
          <a:p>
            <a:r>
              <a:t>[실행] nano ~/ros2_curri/my_agv_ws/src/agv_mission/package.xml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~/ros2_curri/my_agv_ws/src/agv_mission/package.xml의 3/3 구현 블록을 직접 입력한다.</a:t>
            </a:r>
          </a:p>
          <a:p>
            <a:r>
              <a:t>[실행] nano ~/ros2_curri/my_agv_ws/src/agv_mission/package.xml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~/ros2_curri/my_agv_ws/src/agv_mission</a:t>
            </a:r>
          </a:p>
          <a:p>
            <a:r>
              <a:t>nano ~/ros2_curri/my_agv_ws/src/agv_mission/setup.py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~/ros2_curri/my_agv_ws/src/agv_mission/setup.py의 1/1 구현 블록을 직접 입력한다.</a:t>
            </a:r>
          </a:p>
          <a:p>
            <a:r>
              <a:t>[실행] nano ~/ros2_curri/my_agv_ws/src/agv_mission/setup.py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~/ros2_curri/my_agv_ws/src/agv_mission/agv_mission</a:t>
            </a:r>
          </a:p>
          <a:p>
            <a:r>
              <a:t>nano ~/ros2_curri/my_agv_ws/src/agv_mission/agv_mission/mission_manager.py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1/7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2/7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3/7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4/7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5/7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6/7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7/7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~/ros2_curri/my_agv_ws/src/agv_bringup/config/mission.yaml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1/2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2/2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상태는 흩어진 if문이 아니라 한 곳에서 /cmd_vel_raw를 결정한다.</a:t>
            </a:r>
          </a:p>
          <a:p>
            <a:r>
              <a:t>[실행] cd ~/ros2_curri/my_agv_ws</a:t>
            </a:r>
          </a:p>
          <a:p>
            <a:r>
              <a:t>colcon build --symlink-install --packages-select agv_mission</a:t>
            </a:r>
          </a:p>
          <a:p>
            <a:r>
              <a:t>source install/setup.bash</a:t>
            </a:r>
          </a:p>
          <a:p>
            <a:r>
              <a:t>ros2 run agv_mission mission_manager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상태의 이름과 속도 command를 서로 다른 topic에서 확인한다.</a:t>
            </a:r>
          </a:p>
          <a:p>
            <a:r>
              <a:t>[실행] ros2 topic echo /mission_state</a:t>
            </a:r>
          </a:p>
          <a:p>
            <a:r>
              <a:t>ros2 topic echo /cmd_vel_raw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~/ros2_curri/my_agv_ws/install/setup.bash</a:t>
            </a:r>
          </a:p>
          <a:p>
            <a:r>
              <a:t>ros2 run agv_mission mission_manager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/mission_state</a:t>
            </a:r>
          </a:p>
          <a:p>
            <a:r>
              <a:t>ros2 topic info /cmd_vel_raw</a:t>
            </a:r>
          </a:p>
          <a:p>
            <a:r>
              <a:t>ros2 param get /mission_manager stop_distance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blocks/E_autonomy_logic/M19_mission_fsm/complete/agv_ws/src || true</a:t>
            </a:r>
          </a:p>
          <a:p>
            <a:r>
              <a:t>cp -a my_agv_ws/src my_agv_ws/src_before_M19</a:t>
            </a:r>
          </a:p>
          <a:p>
            <a:r>
              <a:t>cp -a blocks/E_autonomy_logic/M19_mission_fsm/complete/agv_ws/src/.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M20 PID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Mission State Machine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/mission_state 로그와 /cmd_vel_raw가 detection·obstacle input에 따라 바뀌는 구조를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M18 priority decision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M19</a:t>
            </a:r>
            <a:br/>
            <a:r>
              <a:t>Mission State Machine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M20 PID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/mission_state 로그와 /cmd_vel_raw가 detection·obstacle input에 따라 바뀌는 구조를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M18 safety와 M17 target detection input이 준비된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M18 priority decision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SEARCH·APPROACH·AVOID·GOAL 상태를 입력 조건과 속도 명령으로 명시한다.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/mission_state 로그와 /cmd_vel_raw가 detection·obstacle input에 따라 바뀌는 구조를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M18 priority decision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SEARCH·APPROACH·AVOID·GOAL 상태를 입력 조건과 속도 명령으로 명시한다.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/mission_state 로그와 /cmd_vel_raw가 detection·obstacle input에 따라 바뀌는 구조를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4개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2_rviz_marker_path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639" y="1389888"/>
            <a:ext cx="6067672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RViz2: mission text Marker를 같은 scene에서 확인하는 display 구성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SEARCH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APPROACH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AVOID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GOAL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agv_mission/package.xml</a:t>
            </a:r>
            <a:br/>
            <a:r>
              <a:t>└── agv_mission/setup.py</a:t>
            </a:r>
            <a:br/>
            <a:r>
              <a:t>└── agv_mission/agv_mission/mission_manager.py</a:t>
            </a:r>
            <a:br/>
            <a:r>
              <a:t>└── agv_bringup/config/mission.yaml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~/ros2_curri/my_agv_ws/src/agv_mission/package.xml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build가 dependency를 해석할 때 사용한다.</a:t>
            </a:r>
            <a:br/>
            <a:r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~/ros2_curri/my_agv_ws/src/agv_mission/setup.py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build·source 뒤 ros2 pkg executables로 확인한다.</a:t>
            </a:r>
            <a:br/>
            <a:r>
              <a:t>화면/출력: ros2 pkg executables와 ros2 run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import → Node 생성 → publisher/subscription → callback/main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package를 build·source한 뒤 ros2 run 또는 launch에서 실행한다.</a:t>
            </a:r>
            <a:br/>
            <a:r>
              <a:t>화면/출력: terminal의 node/topic/log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이름 → type/value → launch에서 전달되는 위치를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실행 뒤 ros2 param/topic 명령으로 확인한다.</a:t>
            </a:r>
            <a:br/>
            <a:r>
              <a:t>화면/출력: terminal의 parameter/topic 출력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mission package를 새로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프로젝트를 처음부터 만들 때 package 생성 명령을 먼저 실행합니다.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workspace/package 생성    |    현재 폴더 ~/ros2_curri/my_agv_ws/src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773936"/>
            <a:ext cx="1069848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900" b="0">
                <a:solidFill>
                  <a:srgbClr val="122C4E"/>
                </a:solidFill>
                <a:latin typeface="Noto Sans CJK KR"/>
              </a:defRPr>
            </a:pPr>
            <a:r>
              <a:t>센서 처리와 주행 제어를 건드리지 않고, 미션 상태 전이만 agv_mission이 맡게 합니다.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10881360" cy="22677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~/ros2_curri/my_agv_ws/src</a:t>
            </a:r>
          </a:p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t>ros2 pkg create --build-type ament_python --dependencies rclpy std_msgs geometry_msgs agv_mission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16636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468112"/>
            <a:ext cx="102870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각 package 이름의 새 폴더와 package.xml이 src 아래에 보이면 다음 파일 작성 단계로 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~/ros2_curri/my_agv_ws/src/agv_mission/package.xml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~/ros2_curri/my_agv_ws/src/agv_mission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~/ros2_curri/my_agv_ws/src/agv_mission/package.xml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~/ros2_curri/my_agv_ws/src/agv_mission/package.xml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&lt;name&gt;agv_mission&lt;/name&gt;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2가 이 폴더를 부를 공식 package 이름입니다.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뒤 `ros2 pkg prefix`가 이 이름으로 package를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&lt;buildtool_depend&gt;ament_python&lt;/buildtool_depend&gt;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package를 어떤 빌드 도구로 처리할지 colcon에 알려 줍니다.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단계에서 ament 도구가 이 package의 규칙을 읽습니다.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~/ros2_curri/my_agv_ws/src/agv_mission/package.xml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&lt;exec_depend&gt;rclpy&lt;/exec_depend&gt;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코드가 빌드하거나 실행할 때 반드시 필요한 ROS package를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dependency 이름이 틀리면 build 또는 실행에서 package를 찾지 못합니다.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&lt;package format="3"&gt;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&lt;name&gt;agv_mission&lt;/name&gt;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&lt;version&gt;0.1.0&lt;/version&gt;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&lt;description&gt;Finite-state mission manager for the educational AGV.&lt;/description&gt;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&lt;maintainer email="student@example.com"&gt;AGV student&lt;/maintainer&gt;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&lt;license&gt;Apache-2.0&lt;/license&gt;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&lt;buildtool_depend&gt;ament_python&lt;/buildtool_depend&gt;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&lt;exec_depend&gt;rclpy&lt;/exec_depend&gt;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&lt;exec_depend&gt;geometry_msgs&lt;/exec_depend&gt;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&lt;exec_depend&gt;std_msgs&lt;/exec_depend&gt;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&lt;exec_depend&gt;visualization_msgs&lt;/exec_depend&gt;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&lt;exec_depend&gt;agv_interfaces&lt;/exec_depend&gt;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&lt;export&gt;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&lt;build_type&gt;ament_python&lt;/build_type&gt;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&lt;/export&gt;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~/ros2_curri/my_agv_ws/src/agv_mission/setup.py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~/ros2_curri/my_agv_ws/src/agv_mission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~/ros2_curri/my_agv_ws/src/agv_mission/setup.py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~/ros2_curri/my_agv_ws/src/agv_mission/setup.py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setup(name=package_name, version='0.1.0',</a:t>
            </a:r>
            <a:br/>
            <a:r>
              <a:t>packages=find_packages(exclude=['test']),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Python package를 설치하기 위한 설정 묶음을 시작합니다.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colcon build가 이 파일을 읽어 Python package를 install합니다.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~/ros2_curri/my_agv_ws/src/agv_mission/setup.py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data_files=[('share/ament_index/resource_index/packages',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launch·config 같은 코드 밖의 파일도 install하도록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launch`가 package share 경로에서 설정 파일을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entry_points={'console_scripts': ['mission_manager =</a:t>
            </a:r>
            <a:br/>
            <a:r>
              <a:t>agv_mission.mission_manager:main',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긴 Python 파일 경로 대신 `ros2 run package 실행이름`을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build·source 뒤 `ros2 pkg executables`로 실행 이름을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~/ros2_curri/my_agv_ws/src/agv_mission/setup.py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package_name = 'agv_mission'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setup(name=package_name, version='0.1.0', packages=find_packages(exclude=['test']),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data_files=[('share/ament_index/resource_index/packages',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['resource/' + package_name]), ('share/' + package_name, ['package.xml'])],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install_requires=['setuptools'], zip_safe=True, maintainer='AGV student',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maintainer_email='student@example.com', license='Apache-2.0',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entry_points={'console_scripts': ['mission_manager = agv_mission.mission_manager:main',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'mission_markers = agv_mission.mission_markers:main']})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~/ros2_curri/my_agv_ws/src/agv_mission/agv_mission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~/ros2_curri/my_agv_ws/src/agv_mission/agv_mission/mission_manager.py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class MissionManager(Node):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super().__init__('mission_manager')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self.declare_parameter('stop_distance', 0.5)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self.create_subscription(Float32, '/obstacle_distance',</a:t>
            </a:r>
            <a:br/>
            <a:r>
              <a:t>self.obstacle_callback,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지정 topic의 message를 받아 callback으로 넘깁니다.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입력 topic을 publish하면 callback의 log 또는 출력이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self.command_publisher = self.create_publisher(Twist,</a:t>
            </a:r>
            <a:br/>
            <a:r>
              <a:t>'/cmd_vel_raw', 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어떤 message를 어느 topic으로 내보낼지 만듭니다.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topic info`에서 publisher 수가 늘어납니다.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self.create_timer(0.1, self.tick)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사람이 호출하지 않아도 일정 주기로 함수를 실행하게 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topic의 publish rate 또는 terminal log 주기가 생깁니다.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obstacle_callback(self, message):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self.get_logger().info('mission state -&gt; ' + state)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현재 상태나 계산 결과를 사람이 볼 수 있게 terminal에 남깁니다.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node를 실행한 terminal에서 이 문장이 출력됩니다.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~/ros2_curri/my_agv_ws/src/agv_mission/agv_mission/mission_manager.py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rclpy.node import Node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geometry_msgs.msg import Twist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std_msgs.msg import Float32, String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agv_interfaces.msg import DetectionArray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class MissionManager(Node):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__init__(self):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super().__init__('mission_manager')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self.declare_parameter('stop_distance', 0.5)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(2/7)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2/7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~/ros2_curri/my_agv_ws/src/agv_mission/agv_mission/mission_manager.py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self.declare_parameter('search_speed', 0.25)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self.declare_parameter('approach_speed', 0.15)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self.declare_parameter('image_center_x', 320)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self.declare_parameter('target_timeout_sec', 0.7)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self.state = 'IDLE'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self.obstacle_distance = math.inf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self.target = None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self.last_target_time = None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self.create_subscription(Float32, '/obstacle_distance', self.obstacle_callback,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10)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self.create_subscription(DetectionArray, '/detections', self.detections_callback,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10)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(3/7)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3/7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~/ros2_curri/my_agv_ws/src/agv_mission/agv_mission/mission_manager.py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self.command_publisher = self.create_publisher(Twist, '/cmd_vel_raw', 10)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self.state_publisher = self.create_publisher(String, '/mission_state', 10)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self.create_timer(0.1, self.tick)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obstacle_callback(self, message):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self.obstacle_distance = message.data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detections_callback(self, message):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message.detections: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self.target = message.detections[0]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self.last_target_time = self.get_clock().now()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(4/7)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4/7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~/ros2_curri/my_agv_ws/src/agv_mission/agv_mission/mission_manager.py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set_state(self, state):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state != self.state: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self.state = state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self.get_logger().info('mission state -&gt; ' + state)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self.state_publisher.publish(String(data=self.state))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tick(self):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command = Twist()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self.last_target_time is not None: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age = (self.get_clock().now() - self.last_target_time).nanoseconds / 1000000000.0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if age &gt; self.get_parameter('target_timeout_sec').value: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self.target = 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(5/7)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5/7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~/ros2_curri/my_agv_ws/src/agv_mission/agv_mission/mission_manager.py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self.obstacle_distance &lt; self.get_parameter('stop_distance').value: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self.set_state('AVOID')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command.angular.z = self.get_parameter('search_speed').value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elif self.target is None: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self.set_state('SEARCH')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command.angular.z = self.get_parameter('search_speed').value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elif self.target.estimated_distance &gt; 0.0 and self.target.estimated_distance &lt; self.get_parameter('stop_distance').value: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self.set_state('GOAL')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else: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self.set_state('APPROACH')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command.linear.x = self.get_parameter('approach_speed').value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error = self.target.center_x - self.get_parameter('image_center_x').value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(6/7)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6/7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~/ros2_curri/my_agv_ws/src/agv_mission/agv_mission/mission_manager.py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command.angular.z = max(min(-0.004 * error, 0.6), -0.6)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self.command_publisher.publish(command)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def main():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rclpy.init()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node = MissionManager()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try: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rclpy.spin(node)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except KeyboardInterrupt: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pass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finally: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node.destroy_node()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6/7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(7/7)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7/7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~/ros2_curri/my_agv_ws/src/agv_mission/agv_mission/mission_manager.py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rclpy.ok():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7/7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~/ros2_curri/my_agv_ws/src/agv_bringup/config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~/ros2_curri/my_agv_ws/src/agv_bringup/config/mission.yaml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mission_manager: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use_sim_time: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~/ros2_curri/my_agv_ws/src/agv_bringup/config/mission.yaml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mission_manager: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ros__parameters: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use_sim_time: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stop_distance: 0.50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search_speed: 0.25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approach_speed: 0.15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image_center_x: 320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target_timeout_sec: 0.70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safety_controller: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ros__parameters: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use_sim_time: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~/ros2_curri/my_agv_ws/src/agv_bringup/config/mission.yaml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FSM node를 빌드하고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상태는 흩어진 if문이 아니라 한 곳에서 /cmd_vel_raw를 결정한다.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colcon build --symlink-install --packages-select agv_mission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install/setup.bash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run agv_mission mission_manager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터미널 1 역할: 이 node를 실행합니다. 출력이 계속 나오는 동안 Ctrl+C로 종료하지 않습니다.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상태 변화를 관찰한다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상태의 이름과 속도 command를 서로 다른 topic에서 확인한다.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echo /mission_state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echo /cmd_vel_raw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터미널 1 역할: 다른 터미널의 실행 결과를 이 창에서 관찰·검증합니다.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 순서를 바꾸지 않습니다. build가 끝난 뒤 source하고, 마지막 명령으로 node·Gazebo·RViz를 실행합니다.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run agv_mission mission_manager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터미널 1 역할: 이 node를 실행합니다. 출력이 계속 나오는 동안 Ctrl+C로 종료하지 않습니다.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/mission_state 로그와 /cmd_vel_raw가 detection·obstacle input에 따라 바뀌는 구조를 확인한다.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RViz2: mission text Marker를 같은 scene에서 확인하는 display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2_rviz_marker_path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409" y="1353312"/>
            <a:ext cx="624613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562649"/>
            <a:ext cx="10607040" cy="43819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/mission_state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/cmd_vel_raw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param get /mission_manager stop_distance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/mission_state 로그와 /cmd_vel_raw가 detection·obstacle input에 따라 바뀌는 구조를 확인한다.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상태가 전환되지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callback input·조건식·거리 단위를 확인한다.</a:t>
            </a:r>
            <a:br/>
            <a:r>
              <a:t>수정 후: ros2 topic info /mission_state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SEARCH↔APPROACH 반복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detection timeout·hysteresis·우선순위를 추가 점검한다.</a:t>
            </a:r>
            <a:br/>
            <a:r>
              <a:t>수정 후: ros2 topic info /mission_state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diff -ru my_agv_ws/src blocks/E_autonomy_logic/M19_mission_fsm/complete/agv_ws/src ||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cp -a my_agv_ws/src my_agv_ws/src_before_M19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cp -a blocks/E_autonomy_logic/M19_mission_fsm/complete/agv_ws/src/. my_agv_ws/src/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target 없음, target 있음, obstacle&lt;0.5 m의 세 입력에 대해 예상 state와 /cmd_vel_raw를 표로 작성한다.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/mission_state 로그와 /cmd_vel_raw가 detection·obstacle input에 따라 바뀌는 구조를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blocks/E_autonomy_logic/M19_mission_fsm/complete/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M20 PID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