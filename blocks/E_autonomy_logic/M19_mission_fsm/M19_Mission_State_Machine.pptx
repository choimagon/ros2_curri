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~/ros2_curri/agv_ws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1/7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2/7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3/7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4/7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5/7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6/7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7/7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~/ros2_curri/agv_ws/src/agv_mission/setup.py의 전체 파일을 1/1 구간으로 작성한다.</a:t>
            </a:r>
          </a:p>
          <a:p>
            <a:r>
              <a:t>[실행] nano ~/ros2_curri/agv_ws/src/agv_mission/setup.py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M19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  <a:br/>
            <a:r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agv_mission/agv_mission/mission_manager.py</a:t>
            </a:r>
            <a:br/>
            <a:r>
              <a:t>└── agv_bringup/config/mission.yaml</a:t>
            </a:r>
            <a:br/>
            <a:r>
              <a:t>└── agv_mission/setup.py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상태는 흩어진 if문이 아니라 한 곳에서 /cmd_vel_raw를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colcon build --symlink-install --packages-select agv_mission</a:t>
            </a:r>
            <a:br/>
            <a:r>
              <a:t>source install/setup.bash</a:t>
            </a:r>
            <a:br/>
            <a:r>
              <a:t>ros2 run agv_mission mission_manager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상태의 이름과 속도 command를 서로 다른 topic에서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/mission_state</a:t>
            </a:r>
            <a:br/>
            <a:r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  <a:br/>
            <a:r>
              <a:t>        self.declare_parameter('approach_speed', 0.15)</a:t>
            </a:r>
            <a:br/>
            <a:r>
              <a:t>        self.declare_parameter('image_center_x', 320)</a:t>
            </a:r>
            <a:br/>
            <a:r>
              <a:t>        self.declare_parameter('target_timeout_sec', 0.7)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self.last_target_time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  <a:br/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  <a:br/>
            <a:br/>
            <a:r>
              <a:t>    def detections_callback(self, message):</a:t>
            </a:r>
            <a:br/>
            <a:r>
              <a:t>        if message.detections:</a:t>
            </a:r>
            <a:br/>
            <a:r>
              <a:t>            self.target = message.detections[0]</a:t>
            </a:r>
            <a:br/>
            <a:r>
              <a:t>            self.last_target_time = self.get_clock().now()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  <a:br/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self.last_target_time is not None:</a:t>
            </a:r>
            <a:br/>
            <a:r>
              <a:t>            age = (self.get_clock().now() - self.last_target_time).nanoseconds / 1000000000.0</a:t>
            </a:r>
            <a:br/>
            <a:r>
              <a:t>            if age &gt; self.get_parameter('target_timeout_sec').value:</a:t>
            </a:r>
            <a:br/>
            <a:r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&lt; self.get_parameter('stop_distance').value:</a:t>
            </a:r>
            <a:br/>
            <a:r>
              <a:t>            self.set_state('AVOID')</a:t>
            </a:r>
            <a:br/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  <a:br/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~/ros2_curri/agv_ws/src/agv_mission/agv_mission</a:t>
            </a:r>
            <a:br/>
            <a:r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~/ros2_curri/agv_ws/src/agv_mission</a:t>
            </a:r>
            <a:br/>
            <a:r>
              <a:t>파일 열기: nano ~/ros2_curri/agv_ws/src/agv_mission/setup.py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'agv_mission'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['mission_manager = agv_mission.mission_manager:main',</a:t>
            </a:r>
            <a:br/>
            <a:r>
              <a:t>     'mission_markers = agv_mission.mission_markers:main']})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run agv_mission mission_manager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mission text Marker를 같은 scene에서 확인하는 display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/mission_state</a:t>
            </a:r>
            <a:br/>
            <a:r>
              <a:t>ros2 topic info /cmd_vel_raw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callback input·조건식·거리 단위를 확인한다.</a:t>
            </a:r>
            <a:br/>
            <a:r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detection timeout·hysteresis·우선순위를 추가 점검한다.</a:t>
            </a:r>
            <a:br/>
            <a:r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