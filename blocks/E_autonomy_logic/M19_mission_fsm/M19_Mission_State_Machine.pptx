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agv_mission/package.xml</a:t>
            </a:r>
            <a:br/>
            <a:r>
              <a:t>└── agv_mission/setup.py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  <a:br/>
            <a:r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&lt;name&gt;agv_mission&lt;/name&gt;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&lt;name&gt;agv_mission&lt;/name&gt;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&lt;description&gt;Finite-state mission manager for the educational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&lt;exec_depend&gt;geometry_msgs&lt;/exec_depend&gt;</a:t>
            </a:r>
            <a:br/>
            <a:r>
              <a:t>  &lt;exec_depend&gt;std_msgs&lt;/exec_depend&gt;</a:t>
            </a:r>
            <a:br/>
            <a:r>
              <a:t>  &lt;exec_depend&gt;visualization_msgs&lt;/exec_depend&gt;</a:t>
            </a:r>
            <a:br/>
            <a:r>
              <a:t>  &lt;exec_depend&gt;agv_interfaces&lt;/exec_depend&gt;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  <a:br/>
            <a:r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['mission_manager =</a:t>
            </a:r>
            <a:br/>
            <a:r>
              <a:t>agv_mission.mission_manager:main',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agv_mission.mission_manager:main',</a:t>
            </a:r>
            <a:br/>
            <a:r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  <a:br/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self.create_subscription(Float32, '/obstacle_distance',</a:t>
            </a:r>
            <a:br/>
            <a:r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self.command_publisher = self.create_publisher(Twist,</a:t>
            </a:r>
            <a:br/>
            <a:r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blocks/E_autonomy_logic/M19_mission_fsm/complete/agv_ws/src || true</a:t>
            </a:r>
            <a:br/>
            <a:r>
              <a:t>cp -a my_agv_ws/src my_agv_ws/src_before_M19</a:t>
            </a:r>
            <a:br/>
            <a:r>
              <a:t>cp -a blocks/E_autonomy_logic/M19_mission_fsm/complete/agv_ws/src/.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