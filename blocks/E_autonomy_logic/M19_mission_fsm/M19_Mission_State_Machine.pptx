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SEARCH·APPROACH·AVOID·GOAL 상태를 입력 조건과 속도 명령으로 명시한다.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이전=M18 priority decision, 다음=M20 PID을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SEARCH·APPROACH·AVOID·GOAL 상태를 입력 조건과 속도 명령으로 명시한다.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상태는 흩어진 if문이 아니라 한 곳에서 /cmd_vel_raw를 결정한다.</a:t>
            </a:r>
          </a:p>
          <a:p>
            <a:r>
              <a:t>[실행] cd ~/ros2_curri/agv_ws</a:t>
            </a:r>
          </a:p>
          <a:p>
            <a:r>
              <a:t>colcon build --symlink-install --packages-select agv_mission</a:t>
            </a:r>
          </a:p>
          <a:p>
            <a:r>
              <a:t>source install/setup.bash</a:t>
            </a:r>
          </a:p>
          <a:p>
            <a:r>
              <a:t>ros2 run agv_mission mission_manager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상태의 이름과 속도 command를 서로 다른 topic에서 확인한다.</a:t>
            </a:r>
          </a:p>
          <a:p>
            <a:r>
              <a:t>[실행] ros2 topic echo /mission_state</a:t>
            </a:r>
          </a:p>
          <a:p>
            <a:r>
              <a:t>ros2 topic echo /cmd_vel_raw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1/7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2/7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3/7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4/7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5/7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6/7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~/ros2_curri/agv_ws/src/agv_mission/agv_mission/mission_manager.py의 전체 파일을 7/7 구간으로 작성한다.</a:t>
            </a:r>
          </a:p>
          <a:p>
            <a:r>
              <a:t>[실행] nano ~/ros2_curri/agv_ws/src/agv_mission/agv_mission/mission_manager.py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1/2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~/ros2_curri/agv_ws/src/agv_bringup/config/mission.yaml의 전체 파일을 2/2 구간으로 작성한다.</a:t>
            </a:r>
          </a:p>
          <a:p>
            <a:r>
              <a:t>[실행] nano ~/ros2_curri/agv_ws/src/agv_bringup/config/mission.yaml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~/ros2_curri/agv_ws/src/agv_mission/setup.py의 전체 파일을 1/1 구간으로 작성한다.</a:t>
            </a:r>
          </a:p>
          <a:p>
            <a:r>
              <a:t>[실행] nano ~/ros2_curri/agv_ws/src/agv_mission/setup.py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run agv_mission mission_manager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/mission_state</a:t>
            </a:r>
          </a:p>
          <a:p>
            <a:r>
              <a:t>ros2 topic info /cmd_vel_raw</a:t>
            </a:r>
          </a:p>
          <a:p>
            <a:r>
              <a:t>ros2 param get /mission_manager stop_distance</a:t>
            </a:r>
          </a:p>
          <a:p>
            <a:r>
              <a:t>[확인] /mission_state 로그와 /cmd_vel_raw가 detection·obstacle input에 따라 바뀌는 구조를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M20 PID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M19 · Block E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Mission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/mission_state 로그와 /cmd_vel_raw가 detection·obstacle input에 따라 바뀌는 구조를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M18 priority decision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M19</a:t>
            </a:r>
            <a:br/>
            <a:r>
              <a:t>Mission State Machine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M20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M18 safety와 M17 target detection input이 준비된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M18 priority decision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SEARCH·APPROACH·AVOID·GOAL 상태를 입력 조건과 속도 명령으로 명시한다.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/mission_state 로그와 /cmd_vel_raw가 detection·obstacle input에 따라 바뀌는 구조를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SEARCH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APPROACH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AVOID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~/ros2_curri/agv_ws/src/</a:t>
            </a:r>
            <a:br/>
            <a:r>
              <a:t>└── agv_mission/agv_mission/mission_manager.py</a:t>
            </a:r>
            <a:br/>
            <a:r>
              <a:t>└── agv_bringup/config/mission.yaml</a:t>
            </a:r>
            <a:br/>
            <a:r>
              <a:t>└── agv_mission/setup.py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FSM node를 빌드하고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상태는 흩어진 if문이 아니라 한 곳에서 /cmd_vel_raw를 결정한다.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~/ros2_curri/agv_ws</a:t>
            </a:r>
            <a:br/>
            <a:r>
              <a:t>colcon build --symlink-install --packages-select agv_mission</a:t>
            </a:r>
            <a:br/>
            <a:r>
              <a:t>source install/setup.bash</a:t>
            </a:r>
            <a:br/>
            <a:r>
              <a:t>ros2 run agv_mission mission_manager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상태 변화를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상태의 이름과 속도 command를 서로 다른 topic에서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echo /mission_state</a:t>
            </a:r>
            <a:br/>
            <a:r>
              <a:t>ros2 topic echo /cmd_vel_raw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math</a:t>
            </a:r>
            <a:br/>
            <a:r>
              <a:t>import rclpy</a:t>
            </a:r>
            <a:br/>
            <a:r>
              <a:t>from rclpy.node import Node</a:t>
            </a:r>
            <a:br/>
            <a:r>
              <a:t>from geometry_msgs.msg import Twist</a:t>
            </a:r>
            <a:br/>
            <a:r>
              <a:t>from std_msgs.msg import Float32, String</a:t>
            </a:r>
            <a:br/>
            <a:r>
              <a:t>from agv_interfaces.msg import DetectionArray</a:t>
            </a:r>
            <a:br/>
            <a:br/>
            <a:r>
              <a:t>class MissionManager(Node):</a:t>
            </a:r>
            <a:br/>
            <a:br/>
            <a:r>
              <a:t>    def __init__(self):</a:t>
            </a:r>
            <a:br/>
            <a:r>
              <a:t>        super().__init__('mission_manager')</a:t>
            </a:r>
            <a:br/>
            <a:r>
              <a:t>        self.declare_parameter('stop_distance', 0.5)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4/10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self.declare_parameter('search_speed', 0.25)</a:t>
            </a:r>
            <a:br/>
            <a:r>
              <a:t>        self.declare_parameter('approach_speed', 0.15)</a:t>
            </a:r>
            <a:br/>
            <a:r>
              <a:t>        self.declare_parameter('image_center_x', 320)</a:t>
            </a:r>
            <a:br/>
            <a:r>
              <a:t>        self.declare_parameter('target_timeout_sec', 0.7)</a:t>
            </a:r>
            <a:br/>
            <a:r>
              <a:t>        self.state = 'IDLE'</a:t>
            </a:r>
            <a:br/>
            <a:r>
              <a:t>        self.obstacle_distance = math.inf</a:t>
            </a:r>
            <a:br/>
            <a:r>
              <a:t>        self.target = None</a:t>
            </a:r>
            <a:br/>
            <a:r>
              <a:t>        self.last_target_time = None</a:t>
            </a:r>
            <a:br/>
            <a:r>
              <a:t>        self.create_subscription(Float32, '/obstacle_distance', self.obstacle_callback,</a:t>
            </a:r>
            <a:br/>
            <a:r>
              <a:t>            10)</a:t>
            </a:r>
            <a:br/>
            <a:r>
              <a:t>        self.create_subscription(DetectionArray, '/detections', self.detections_callback,</a:t>
            </a:r>
            <a:br/>
            <a:r>
              <a:t>             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5/10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self.command_publisher = self.create_publisher(Twist, '/cmd_vel_raw', 10)</a:t>
            </a:r>
            <a:br/>
            <a:r>
              <a:t>        self.state_publisher = self.create_publisher(String, '/mission_state', 10)</a:t>
            </a:r>
            <a:br/>
            <a:r>
              <a:t>        self.create_timer(0.1, self.tick)</a:t>
            </a:r>
            <a:br/>
            <a:br/>
            <a:r>
              <a:t>    def obstacle_callback(self, message):</a:t>
            </a:r>
            <a:br/>
            <a:r>
              <a:t>        self.obstacle_distance = message.data</a:t>
            </a:r>
            <a:br/>
            <a:br/>
            <a:r>
              <a:t>    def detections_callback(self, message):</a:t>
            </a:r>
            <a:br/>
            <a:r>
              <a:t>        if message.detections:</a:t>
            </a:r>
            <a:br/>
            <a:r>
              <a:t>            self.target = message.detections[0]</a:t>
            </a:r>
            <a:br/>
            <a:r>
              <a:t>            self.last_target_time = self.get_clock().now()</a:t>
            </a:r>
            <a:br/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3/7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6/10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def set_state(self, state):</a:t>
            </a:r>
            <a:br/>
            <a:r>
              <a:t>        if state != self.state:</a:t>
            </a:r>
            <a:br/>
            <a:r>
              <a:t>            self.state = state</a:t>
            </a:r>
            <a:br/>
            <a:r>
              <a:t>            self.get_logger().info('mission state -&gt; ' + state)</a:t>
            </a:r>
            <a:br/>
            <a:r>
              <a:t>        self.state_publisher.publish(String(data=self.state))</a:t>
            </a:r>
            <a:br/>
            <a:br/>
            <a:r>
              <a:t>    def tick(self):</a:t>
            </a:r>
            <a:br/>
            <a:r>
              <a:t>        command = Twist()</a:t>
            </a:r>
            <a:br/>
            <a:r>
              <a:t>        if self.last_target_time is not None:</a:t>
            </a:r>
            <a:br/>
            <a:r>
              <a:t>            age = (self.get_clock().now() - self.last_target_time).nanoseconds / 1000000000.0</a:t>
            </a:r>
            <a:br/>
            <a:r>
              <a:t>            if age &gt; self.get_parameter('target_timeout_sec').value:</a:t>
            </a:r>
            <a:br/>
            <a:r>
              <a:t>                self.target =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4/7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7/10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self.obstacle_distance &lt; self.get_parameter('stop_distance').value:</a:t>
            </a:r>
            <a:br/>
            <a:r>
              <a:t>            self.set_state('AVOID')</a:t>
            </a:r>
            <a:br/>
            <a:r>
              <a:t>            command.angular.z = self.get_parameter('search_speed').value</a:t>
            </a:r>
            <a:br/>
            <a:r>
              <a:t>        elif self.target is None:</a:t>
            </a:r>
            <a:br/>
            <a:r>
              <a:t>            self.set_state('SEARCH')</a:t>
            </a:r>
            <a:br/>
            <a:r>
              <a:t>            command.angular.z = self.get_parameter('search_speed').value</a:t>
            </a:r>
            <a:br/>
            <a:r>
              <a:t>        elif self.target.estimated_distance &gt; 0.0 and self.target.estimated_distance &lt; self.get_parameter('stop_distance').value:</a:t>
            </a:r>
            <a:br/>
            <a:r>
              <a:t>            self.set_state('GOAL')</a:t>
            </a:r>
            <a:br/>
            <a:r>
              <a:t>        else:</a:t>
            </a:r>
            <a:br/>
            <a:r>
              <a:t>            self.set_state('APPROACH')</a:t>
            </a:r>
            <a:br/>
            <a:r>
              <a:t>            command.linear.x = self.get_parameter('approach_speed').value</a:t>
            </a:r>
            <a:br/>
            <a:r>
              <a:t>            error = self.target.center_x - self.get_parameter('image_center_x').value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5/7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8/10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    command.angular.z = max(min(-0.004 * error, 0.6), -0.6)</a:t>
            </a:r>
            <a:br/>
            <a:r>
              <a:t>        self.command_publisher.publish(command)</a:t>
            </a:r>
            <a:br/>
            <a:br/>
            <a:r>
              <a:t>def main():</a:t>
            </a:r>
            <a:br/>
            <a:r>
              <a:t>    rclpy.init()</a:t>
            </a:r>
            <a:br/>
            <a:r>
              <a:t>    node = MissionManager()</a:t>
            </a:r>
            <a:br/>
            <a:r>
              <a:t>    try:</a:t>
            </a:r>
            <a:br/>
            <a:r>
              <a:t>        rclpy.spin(node)</a:t>
            </a:r>
            <a:br/>
            <a:r>
              <a:t>    except KeyboardInterrupt:</a:t>
            </a:r>
            <a:br/>
            <a:r>
              <a:t>        pass</a:t>
            </a:r>
            <a:br/>
            <a:r>
              <a:t>    finally:</a:t>
            </a:r>
            <a:br/>
            <a:r>
              <a:t>        node.destroy_node()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6/7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~/ros2_curri/agv_ws/src/agv_mission/agv_mission/mission_manager.py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9/10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~/ros2_curri/agv_ws/src/agv_mission/agv_mission</a:t>
            </a:r>
            <a:br/>
            <a:r>
              <a:t>파일 열기: nano ~/ros2_curri/agv_ws/src/agv_mission/agv_mission/mission_manager.py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if rclpy.ok():</a:t>
            </a:r>
            <a:br/>
            <a:r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7/7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10/12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~/ros2_curri/agv_ws/src/agv_bringup/config</a:t>
            </a:r>
            <a:br/>
            <a:r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search_speed: 0.25</a:t>
            </a:r>
            <a:br/>
            <a:r>
              <a:t>    approach_speed: 0.15</a:t>
            </a:r>
            <a:br/>
            <a:r>
              <a:t>    image_center_x: 320</a:t>
            </a:r>
            <a:br/>
            <a:r>
              <a:t>    target_timeout_sec: 0.70</a:t>
            </a:r>
            <a:br/>
            <a:r>
              <a:t>safety_controller: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11/12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~/ros2_curri/agv_ws/src/agv_bringup/config</a:t>
            </a:r>
            <a:br/>
            <a:r>
              <a:t>파일 열기: nano ~/ros2_curri/agv_ws/src/agv_bringup/config/mission.yaml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파일을 새로 만들고 저장한다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~/ros2_curri/agv_ws/src/agv_mission/setup.py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12/13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t>파일 생성: mkdir -p ~/ros2_curri/agv_ws/src/agv_mission</a:t>
            </a:r>
            <a:br/>
            <a:r>
              <a:t>파일 열기: nano ~/ros2_curri/agv_ws/src/agv_mission/setup.py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setuptools import find_packages, setup</a:t>
            </a:r>
            <a:br/>
            <a:r>
              <a:t>package_name = 'agv_mission'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license='Apache-2.0',</a:t>
            </a:r>
            <a:br/>
            <a:r>
              <a:t>    entry_points={'console_scripts': ['mission_manager = agv_mission.mission_manager:main',</a:t>
            </a:r>
            <a:br/>
            <a:r>
              <a:t>     'mission_markers = agv_mission.mission_markers:main']})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파일 전체 1/1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~/ros2_curri/agv_ws/install/setup.bash</a:t>
            </a:r>
            <a:br/>
            <a:r>
              <a:t>ros2 run agv_mission mission_manager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562649"/>
            <a:ext cx="10607040" cy="4381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RViz2: mission text Marker를 같은 scene에서 확인하는 display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2_rviz_marker_path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/mission_state</a:t>
            </a:r>
            <a:br/>
            <a:r>
              <a:t>ros2 topic info /cmd_vel_raw</a:t>
            </a:r>
            <a:br/>
            <a:r>
              <a:t>ros2 param get /mission_manager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/mission_state 로그와 /cmd_vel_raw가 detection·obstacle input에 따라 바뀌는 구조를 확인한다.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상태가 전환되지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callback input·조건식·거리 단위를 확인한다.</a:t>
            </a:r>
            <a:br/>
            <a:r>
              <a:t>수정 후: ros2 topic info /mission_state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SEARCH↔APPROACH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detection timeout·hysteresis·우선순위를 추가 점검한다.</a:t>
            </a:r>
            <a:br/>
            <a:r>
              <a:t>수정 후: ros2 topic info /mission_state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target 없음, target 있음, obstacle&lt;0.5 m의 세 입력에 대해 예상 state와 /cmd_vel_raw를 표로 작성한다.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/mission_state 로그와 /cmd_vel_raw가 detection·obstacle input에 따라 바뀌는 구조를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blocks/E_autonomy_logic/M19_mission_fsm/complete/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M20 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