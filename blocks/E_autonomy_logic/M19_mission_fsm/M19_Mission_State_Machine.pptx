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주행 제어를 건드리지 않고, 미션 상태 전이만 agv_mission이 맡게 합니다.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std_msgs geometry_msgs agv_mission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1/3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2/3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3/3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~/ros2_curri/my_agv_ws/src/agv_mission/setup.py의 1/1 구현 블록을 직접 입력한다.</a:t>
            </a:r>
          </a:p>
          <a:p>
            <a:r>
              <a:t>[실행] nano ~/ros2_curri/my_agv_ws/src/agv_mission/setup.py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blocks/E_autonomy_logic/M19_mission_fsm/complete/agv_ws/src || true</a:t>
            </a:r>
          </a:p>
          <a:p>
            <a:r>
              <a:t>cp -a my_agv_ws/src my_agv_ws/src_before_M19</a:t>
            </a:r>
          </a:p>
          <a:p>
            <a:r>
              <a:t>cp -a blocks/E_autonomy_logic/M19_mission_fsm/complete/agv_ws/src/.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  <a:br/>
            <a:r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mission text Marker를 같은 scene에서 확인하는 display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agv_mission/package.xml</a:t>
            </a:r>
            <a:br/>
            <a:r>
              <a:t>└── agv_mission/setup.py</a:t>
            </a:r>
            <a:br/>
            <a:r>
              <a:t>└── agv_mission/agv_mission/mission_manager.py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mission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센서 처리와 주행 제어를 건드리지 않고, 미션 상태 전이만 agv_mission이 맡게 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--dependencies rclpy std_msgs geometry_msgs agv_mission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</a:t>
            </a:r>
            <a:br/>
            <a:r>
              <a:t>nano ~/ros2_curri/my_agv_ws/src/agv_mission/package.xml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&lt;name&gt;agv_mission&lt;/name&gt;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&lt;name&gt;agv_mission&lt;/name&gt;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&lt;description&gt;Finite-state mission manager for the educational AGV.&lt;/description&gt;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  <a:br/>
            <a:r>
              <a:t>  &lt;exec_depend&gt;geometry_msgs&lt;/exec_depend&gt;</a:t>
            </a:r>
            <a:br/>
            <a:r>
              <a:t>  &lt;exec_depend&gt;std_msgs&lt;/exec_depend&gt;</a:t>
            </a:r>
            <a:br/>
            <a:r>
              <a:t>  &lt;exec_depend&gt;visualization_msgs&lt;/exec_depend&gt;</a:t>
            </a:r>
            <a:br/>
            <a:r>
              <a:t>  &lt;exec_depend&gt;agv_interfaces&lt;/exec_depend&gt;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</a:t>
            </a:r>
            <a:br/>
            <a:r>
              <a:t>nano ~/ros2_curri/my_agv_ws/src/agv_mission/setup.py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['mission_manager =</a:t>
            </a:r>
            <a:br/>
            <a:r>
              <a:t>agv_mission.mission_manager:main',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'agv_mission'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['mission_manager = agv_mission.mission_manager:main',</a:t>
            </a:r>
            <a:br/>
            <a:r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~/ros2_curri/my_agv_ws/src/agv_mission/agv_mission</a:t>
            </a:r>
            <a:br/>
            <a:r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self.create_subscription(Float32, '/obstacle_distance',</a:t>
            </a:r>
            <a:br/>
            <a:r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self.command_publisher = self.create_publisher(Twist,</a:t>
            </a:r>
            <a:br/>
            <a:r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 --packages-select agv_mission</a:t>
            </a:r>
            <a:br/>
            <a:r>
              <a:t>source install/setup.bash</a:t>
            </a:r>
            <a:br/>
            <a:r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/mission_state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/mission_state</a:t>
            </a:r>
            <a:br/>
            <a:r>
              <a:t>ros2 topic info /cmd_vel_raw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callback input·조건식·거리 단위를 확인한다.</a:t>
            </a:r>
            <a:br/>
            <a:r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detection timeout·hysteresis·우선순위를 추가 점검한다.</a:t>
            </a:r>
            <a:br/>
            <a:r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blocks/E_autonomy_logic/M19_mission_fsm/complete/agv_ws/src || true</a:t>
            </a:r>
            <a:br/>
            <a:r>
              <a:t>cp -a my_agv_ws/src my_agv_ws/src_before_M19</a:t>
            </a:r>
            <a:br/>
            <a:r>
              <a:t>cp -a blocks/E_autonomy_logic/M19_mission_fsm/complete/agv_ws/src/.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