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~/agv_ws/src/agv_interfaces/msg/Detection.msg의 전체 파일을 1/1 구간으로 작성한다.</a:t>
            </a:r>
          </a:p>
          <a:p>
            <a:r>
              <a:t>[실행] nano ~/agv_ws/src/agv_interfaces/msg/Detection.msg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~/agv_ws/src/agv_interfaces/msg/DetectionArray.msg의 전체 파일을 1/1 구간으로 작성한다.</a:t>
            </a:r>
          </a:p>
          <a:p>
            <a:r>
              <a:t>[실행] nano ~/agv_ws/src/agv_interfaces/msg/DetectionArray.msg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~/agv_ws/src/agv_interfaces/CMakeLists.txt의 전체 파일을 1/1 구간으로 작성한다.</a:t>
            </a:r>
          </a:p>
          <a:p>
            <a:r>
              <a:t>[실행] nano ~/agv_ws/src/agv_interfaces/CMakeLists.txt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1/4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2/4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3/4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4/4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~/agv_ws/src/agv_bringup/config/vision.yaml의 전체 파일을 1/1 구간으로 작성한다.</a:t>
            </a:r>
          </a:p>
          <a:p>
            <a:r>
              <a:t>[실행] nano ~/agv_ws/src/agv_bringup/config/vision.yaml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~/agv_ws/src/agv_vision/setup.py의 전체 파일을 1/1 구간으로 작성한다.</a:t>
            </a:r>
          </a:p>
          <a:p>
            <a:r>
              <a:t>[실행] nano ~/agv_ws/src/agv_vision/setup.py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~/agv_ws/src/agv_interfaces/msg    &amp;&amp;    nano ~/agv_ws/src/agv_interfaces/msg/Detection.msg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~/agv_ws/src/agv_interfaces/msg    &amp;&amp;    nano ~/agv_ws/src/agv_interfaces/msg/DetectionArray.msg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~/agv_ws/src/agv_interfaces    &amp;&amp;    nano ~/agv_ws/src/agv_interfaces/CMakeLists.txt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  <a:br/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  <a:br/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callback(self, image_message):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output = DetectionArray(header=image_message.header)</a:t>
            </a:r>
            <a:br/>
            <a:r>
              <a:t>        if self.model is not None:</a:t>
            </a:r>
            <a:br/>
            <a:r>
              <a:t>            image = self.bridge.imgmsg_to_cv2(image_message, desired_encoding='bgr8')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  <a:br/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Detection(header=image_message.header,</a:t>
            </a:r>
            <a:br/>
            <a:r>
              <a:t>                    class_name=result.names[int(box.cls[0])], confidence=confidence,</a:t>
            </a:r>
            <a:br/>
            <a:r>
              <a:t>                    center_x=(x1 + x2) // 2, center_y=(y1 + y2) // 2, width=x2 - x1,</a:t>
            </a:r>
            <a:br/>
            <a:r>
              <a:t>                    height=y2 - y1, estimated_distance=0.0)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~/agv_ws/src/agv_vision/agv_vision    &amp;&amp;   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  <a:br/>
            <a:r>
              <a:t>        self.publisher.publish(output)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~/agv_ws/src/agv_vision    &amp;&amp;    nano ~/agv_ws/src/agv_vision/setup.py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