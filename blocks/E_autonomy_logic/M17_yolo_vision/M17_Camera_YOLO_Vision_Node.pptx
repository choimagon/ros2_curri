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image, 다음=M18 safety fusion을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vision node보다 custom message package가 먼저 install/source되어야 import된다.</a:t>
            </a:r>
          </a:p>
          <a:p>
            <a:r>
              <a:t>[실행] cd ~/agv_ws</a:t>
            </a:r>
          </a:p>
          <a:p>
            <a:r>
              <a:t>colcon build --symlink-install --packages-select agv_interfaces agv_vision</a:t>
            </a:r>
          </a:p>
          <a:p>
            <a:r>
              <a:t>source install/setup.bash</a:t>
            </a:r>
          </a:p>
          <a:p>
            <a:r>
              <a:t>ros2 interface show agv_interfaces/msg/Detection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 파일과 Python dependency는 교육 환경에서 고정해야 재현된다.</a:t>
            </a:r>
          </a:p>
          <a:p>
            <a:r>
              <a:t>[실행] ros2 run agv_vision yolo_node --ros-args \</a:t>
            </a:r>
          </a:p>
          <a:p>
            <a:r>
              <a:t>  -p enable_yolo:=false</a:t>
            </a:r>
          </a:p>
          <a:p>
            <a:r>
              <a:t># ultralytics와 모델 파일 준비 뒤에만 true로 변경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~/agv_ws/src/agv_interfaces/msg/Detection.msg의 전체 파일을 1/1 구간으로 작성한다.</a:t>
            </a:r>
          </a:p>
          <a:p>
            <a:r>
              <a:t>[실행] nano ~/agv_ws/src/agv_interfaces/msg/Detection.msg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~/agv_ws/src/agv_interfaces/msg/DetectionArray.msg의 전체 파일을 1/1 구간으로 작성한다.</a:t>
            </a:r>
          </a:p>
          <a:p>
            <a:r>
              <a:t>[실행] nano ~/agv_ws/src/agv_interfaces/msg/DetectionArray.msg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~/agv_ws/src/agv_interfaces/CMakeLists.txt의 전체 파일을 1/1 구간으로 작성한다.</a:t>
            </a:r>
          </a:p>
          <a:p>
            <a:r>
              <a:t>[실행] nano ~/agv_ws/src/agv_interfaces/CMakeLists.txt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1/5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2/5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3/5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4/5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5/5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~/agv_ws/src/agv_bringup/config/vision.yaml의 전체 파일을 1/1 구간으로 작성한다.</a:t>
            </a:r>
          </a:p>
          <a:p>
            <a:r>
              <a:t>[실행] nano ~/agv_ws/src/agv_bringup/config/vision.yaml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~/agv_ws/src/agv_vision/setup.py의 전체 파일을 1/1 구간으로 작성한다.</a:t>
            </a:r>
          </a:p>
          <a:p>
            <a:r>
              <a:t>[실행] nano ~/agv_ws/src/agv_vision/setup.py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~/agv_ws/install/setup.bash</a:t>
            </a:r>
          </a:p>
          <a:p>
            <a:r>
              <a:t>ros2 run agv_vision yolo_node --ros-args -p enable_yolo:=false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interface show agv_interfaces/msg/Detection</a:t>
            </a:r>
          </a:p>
          <a:p>
            <a:r>
              <a:t>ros2 topic info /detections</a:t>
            </a:r>
          </a:p>
          <a:p>
            <a:r>
              <a:t>ros2 param get /yolo_node confidence_threshold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M18 safety fusion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M17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+ YOLO Vision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M17</a:t>
            </a:r>
            <a:br/>
            <a:r>
              <a:t>Camera + YOLO Vision Node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M18 safety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M12에서 /camera/image_raw가 안정적으로 publish되고 cv_bridge 의존성이 설치된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image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Image→cv_bridge→YOLO→DetectionArray 흐름과 모델·threshold 재현 정보를 관리한다.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/detections message 형식과 YOLO enable_yolo/model_path/threshold parameter를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YOLO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/detections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agv_interfaces/msg/Detection.msg</a:t>
            </a:r>
            <a:br/>
            <a:r>
              <a:t>└── agv_interfaces/msg/DetectionArray.msg</a:t>
            </a:r>
            <a:br/>
            <a:r>
              <a:t>└── agv_interfaces/CMakeLists.txt</a:t>
            </a:r>
            <a:br/>
            <a:r>
              <a:t>└── agv_vision/agv_vision/yolo_node.py</a:t>
            </a:r>
            <a:br/>
            <a:r>
              <a:t>└── agv_bringup/config/vision.yaml</a:t>
            </a:r>
            <a:br/>
            <a:r>
              <a:t>└── agv_vision/setup.py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interface를 먼저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vision node보다 custom message package가 먼저 install/source되어야 import된다.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colcon build --symlink-install --packages-select agv_interfaces agv_vision</a:t>
            </a:r>
            <a:br/>
            <a:r>
              <a:t>source install/setup.bash</a:t>
            </a:r>
            <a:br/>
            <a:r>
              <a:t>ros2 interface show agv_interfaces/msg/Detection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YOLO 실행 정책을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모델 파일과 Python dependency는 교육 환경에서 고정해야 재현된다.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agv_vision yolo_node --ros-args \</a:t>
            </a:r>
            <a:br/>
            <a:r>
              <a:t>  -p enable_yolo:=false</a:t>
            </a:r>
            <a:br/>
            <a:r>
              <a:t># ultralytics와 모델 파일 준비 뒤에만 true로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~/agv_ws/src/agv_interfaces/msg/Detection.msg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~/agv_ws/src/agv_interfaces/msg</a:t>
            </a:r>
            <a:br/>
            <a:r>
              <a:t>파일 열기: nano ~/agv_ws/src/agv_interfaces/msg/Detection.msg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  <a:br/>
            <a:r>
              <a:t>string class_name</a:t>
            </a:r>
            <a:br/>
            <a:r>
              <a:t>float32 confidence</a:t>
            </a:r>
            <a:br/>
            <a:r>
              <a:t>int32 center_x</a:t>
            </a:r>
            <a:br/>
            <a:r>
              <a:t>int32 center_y</a:t>
            </a:r>
            <a:br/>
            <a:r>
              <a:t>int32 width</a:t>
            </a:r>
            <a:br/>
            <a:r>
              <a:t>int32 height</a:t>
            </a:r>
            <a:br/>
            <a:r>
              <a:t>float32 estimated_distance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~/agv_ws/src/agv_interfaces/msg/DetectionArray.msg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~/agv_ws/src/agv_interfaces/msg</a:t>
            </a:r>
            <a:br/>
            <a:r>
              <a:t>파일 열기: nano ~/agv_ws/src/agv_interfaces/msg/DetectionArray.msg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  <a:br/>
            <a:r>
              <a:t>Detection[] detections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~/agv_ws/src/agv_interfaces/CMakeLists.txt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~/agv_ws/src/agv_interfaces</a:t>
            </a:r>
            <a:br/>
            <a:r>
              <a:t>파일 열기: nano ~/agv_ws/src/agv_interfaces/CMakeLists.txt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  <a:br/>
            <a:r>
              <a:t>project(agv_interfaces)</a:t>
            </a:r>
            <a:br/>
            <a:r>
              <a:t>find_package(ament_cmake REQUIRED)</a:t>
            </a:r>
            <a:br/>
            <a:r>
              <a:t>find_package(rosidl_default_generators REQUIRED)</a:t>
            </a:r>
            <a:br/>
            <a:r>
              <a:t>find_package(std_msgs REQUIRED)</a:t>
            </a:r>
            <a:br/>
            <a:r>
              <a:t>rosidl_generate_interfaces(${PROJECT_NAME} "msg/Detection.msg" "msg/DetectionArray.msg" DEPENDENCIES std_msgs)</a:t>
            </a:r>
            <a:br/>
            <a:r>
              <a:t>ament_export_dependencies(rosidl_default_runtime)</a:t>
            </a:r>
            <a:br/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~/agv_ws/src/agv_vision/agv_vision</a:t>
            </a:r>
            <a:br/>
            <a:r>
              <a:t>파일 열기: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Image</a:t>
            </a:r>
            <a:br/>
            <a:r>
              <a:t>from cv_bridge import CvBridge</a:t>
            </a:r>
            <a:br/>
            <a:r>
              <a:t>from agv_interfaces.msg import Detection, DetectionArray</a:t>
            </a:r>
            <a:br/>
            <a:br/>
            <a:r>
              <a:t>class YoloNode(Node):</a:t>
            </a:r>
            <a:br/>
            <a:br/>
            <a:r>
              <a:t>    def __init__(self):</a:t>
            </a:r>
            <a:br/>
            <a:r>
              <a:t>        super().__init__('yolo_node')</a:t>
            </a:r>
            <a:br/>
            <a:r>
              <a:t>        self.declare_parameter('model_path', 'yolo11n.pt')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~/agv_ws/src/agv_vision/agv_vision</a:t>
            </a:r>
            <a:br/>
            <a:r>
              <a:t>파일 열기: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self.declare_parameter('confidence_threshold', 0.5)</a:t>
            </a:r>
            <a:br/>
            <a:r>
              <a:t>        self.declare_parameter('enable_yolo', False)</a:t>
            </a:r>
            <a:br/>
            <a:r>
              <a:t>        self.bridge = CvBridge()</a:t>
            </a:r>
            <a:br/>
            <a:r>
              <a:t>        self.publisher = self.create_publisher(DetectionArray, '/detections', 10)</a:t>
            </a:r>
            <a:br/>
            <a:r>
              <a:t>        self.create_subscription(Image, '/camera/image_raw', self.callback,</a:t>
            </a:r>
            <a:br/>
            <a:r>
              <a:t>            qos_profile_sensor_data)</a:t>
            </a:r>
            <a:br/>
            <a:r>
              <a:t>        self.model = None</a:t>
            </a:r>
            <a:br/>
            <a:r>
              <a:t>        if self.get_parameter('enable_yolo').value:</a:t>
            </a:r>
            <a:br/>
            <a:r>
              <a:t>            try:</a:t>
            </a:r>
            <a:br/>
            <a:r>
              <a:t>                from ultralytics import YOLO</a:t>
            </a:r>
            <a:br/>
            <a:r>
              <a:t>                self.model = YOLO(self.get_parameter('model_path').value)</a:t>
            </a:r>
            <a:br/>
            <a:r>
              <a:t>                self.get_logger().info('YOLO model loaded')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~/agv_ws/src/agv_vision/agv_vision</a:t>
            </a:r>
            <a:br/>
            <a:r>
              <a:t>파일 열기: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except ImportError:</a:t>
            </a:r>
            <a:br/>
            <a:r>
              <a:t>                self.get_logger().error('ultralytics is not installed: follow M17 before enable_yolo:=true')</a:t>
            </a:r>
            <a:br/>
            <a:br/>
            <a:r>
              <a:t>    def callback(self, image_message):</a:t>
            </a:r>
            <a:br/>
            <a:r>
              <a:t>        output = DetectionArray(header=image_message.header)</a:t>
            </a:r>
            <a:br/>
            <a:r>
              <a:t>        if self.model is not None:</a:t>
            </a:r>
            <a:br/>
            <a:r>
              <a:t>            image = self.bridge.imgmsg_to_cv2(image_message, desired_encoding='bgr8')</a:t>
            </a:r>
            <a:br/>
            <a:r>
              <a:t>            result = self.model(image, verbose=False)[0]</a:t>
            </a:r>
            <a:br/>
            <a:r>
              <a:t>            threshold = self.get_parameter('confidence_threshold').value</a:t>
            </a:r>
            <a:br/>
            <a:r>
              <a:t>            for box in result.boxes:</a:t>
            </a:r>
            <a:br/>
            <a:r>
              <a:t>                confidence = float(box.conf[0])</a:t>
            </a:r>
            <a:br/>
            <a:r>
              <a:t>                if confidence &lt; threshold: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~/agv_ws/src/agv_vision/agv_vision</a:t>
            </a:r>
            <a:br/>
            <a:r>
              <a:t>파일 열기: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    continue</a:t>
            </a:r>
            <a:br/>
            <a:r>
              <a:t>                x1, y1, x2, y2 = [int(value) for value in box.xyxy[0].tolist()]</a:t>
            </a:r>
            <a:br/>
            <a:r>
              <a:t>                detection = Detection(header=image_message.header,</a:t>
            </a:r>
            <a:br/>
            <a:r>
              <a:t>                    class_name=result.names[int(box.cls[0])], confidence=confidence,</a:t>
            </a:r>
            <a:br/>
            <a:r>
              <a:t>                    center_x=(x1 + x2) // 2, center_y=(y1 + y2) // 2, width=x2 - x1,</a:t>
            </a:r>
            <a:br/>
            <a:r>
              <a:t>                    height=y2 - y1, estimated_distance=0.0)</a:t>
            </a:r>
            <a:br/>
            <a:r>
              <a:t>                output.detections.append(detection)</a:t>
            </a:r>
            <a:br/>
            <a:r>
              <a:t>        self.publisher.publish(output)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YoloNode()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~/agv_ws/src/agv_vision/agv_vision</a:t>
            </a:r>
            <a:br/>
            <a:r>
              <a:t>파일 열기: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~/agv_ws/src/agv_bringup/config</a:t>
            </a:r>
            <a:br/>
            <a:r>
              <a:t>파일 열기: nano ~/agv_ws/src/agv_bringup/config/vision.yaml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enable_yolo: false</a:t>
            </a:r>
            <a:br/>
            <a:r>
              <a:t>    model_path: yolo11n.pt</a:t>
            </a:r>
            <a:br/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~/agv_ws/src/agv_vision</a:t>
            </a:r>
            <a:br/>
            <a:r>
              <a:t>파일 열기: nano ~/agv_ws/src/agv_vision/setup.py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'agv_vision'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run agv_vision yolo_node --ros-args -p enable_yolo:=false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886" y="1353312"/>
            <a:ext cx="931117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agv_interfaces/msg/Detection</a:t>
            </a:r>
            <a:br/>
            <a:r>
              <a:t>ros2 topic info /detections</a:t>
            </a:r>
            <a:br/>
            <a:r>
              <a:t>ros2 param get /yolo_node confidence_threshold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모델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model_path와 모델 파일 배포 정책을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Custom msg import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agv_interfaces 빌드·source·package dependency를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confidence_threshold를 0.50에서 0.70으로 바꿨을 때 어떤 검출이 제거될지 설명하고 parameter 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/detections message 형식과 YOLO enable_yolo/model_path/threshold parameter를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blocks/E_autonomy_logic/M17_yolo_vision/complete/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M18 safety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