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agv_interfaces/package.xml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ament_cmake agv_interfaces</a:t>
            </a:r>
            <a:br/>
            <a:r>
              <a:t>ros2 pkg create --build-type ament_python agv_bringup</a:t>
            </a:r>
            <a:br/>
            <a:r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  <a:br/>
            <a:r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&lt;name&gt;agv_interfaces&lt;/name&gt;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&lt;description&gt;Custom messages for AGV perception.&lt;/description&gt;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&lt;buildtool_depend&gt;rosidl_default_generators&lt;/buildtool_depend&gt;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&lt;depend&gt;std_msgs&lt;/depend&gt;</a:t>
            </a:r>
            <a:br/>
            <a:r>
              <a:t>  &lt;member_of_group&gt;rosidl_interface_packages&lt;/member_of_group&gt;</a:t>
            </a:r>
            <a:br/>
            <a:r>
              <a:t>  &lt;exec_depend&gt;rosidl_default_runtime&lt;/exec_depend&gt;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&lt;build_type&gt;ament_cmake&lt;/build_type&gt;</a:t>
            </a:r>
            <a:br/>
            <a:r>
              <a:t>  &lt;/export&gt;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  <a:br/>
            <a:r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string class_name</a:t>
            </a:r>
            <a:br/>
            <a:r>
              <a:t>float32 confidence</a:t>
            </a:r>
            <a:br/>
            <a:r>
              <a:t>int32 center_x</a:t>
            </a:r>
            <a:br/>
            <a:r>
              <a:t>int32 center_y</a:t>
            </a:r>
            <a:br/>
            <a:r>
              <a:t>int32 width</a:t>
            </a:r>
            <a:br/>
            <a:r>
              <a:t>int32 height</a:t>
            </a:r>
            <a:br/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  <a:br/>
            <a:r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~/ros2_curri/my_agv_ws/src/agv_interfaces/msg/DetectionArray.msg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  <a:br/>
            <a:r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project(agv_interfaces)</a:t>
            </a:r>
            <a:br/>
            <a:r>
              <a:t>find_package(ament_cmake REQUIRED)</a:t>
            </a:r>
            <a:br/>
            <a:r>
              <a:t>find_package(rosidl_default_generators REQUIRED)</a:t>
            </a:r>
            <a:br/>
            <a:r>
              <a:t>find_package(std_msgs REQUIRED)</a:t>
            </a:r>
            <a:br/>
            <a:r>
              <a:t>rosidl_generate_interfaces(${PROJECT_NAME} "msg/Detection.msg" "msg/DetectionArray.msg" DEPENDENCIES std_msgs)</a:t>
            </a:r>
            <a:br/>
            <a:r>
              <a:t>ament_export_dependencies(rosidl_default_runtime)</a:t>
            </a:r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&lt;name&gt;agv_bringup&lt;/name&gt;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&lt;description&gt;One-command launch and parameter files for the educational</a:t>
            </a:r>
            <a:br/>
            <a:r>
              <a:t>   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&lt;exec_depend&gt;agv_description&lt;/exec_depend&gt;</a:t>
            </a:r>
            <a:br/>
            <a:r>
              <a:t>  &lt;exec_depend&gt;agv_gazebo&lt;/exec_depend&gt;</a:t>
            </a:r>
            <a:br/>
            <a:r>
              <a:t>  &lt;exec_depend&gt;agv_control&lt;/exec_depend&gt;</a:t>
            </a:r>
            <a:br/>
            <a:r>
              <a:t>  &lt;exec_depend&gt;agv_sensors&lt;/exec_depend&gt;</a:t>
            </a:r>
            <a:br/>
            <a:r>
              <a:t>  &lt;exec_depend&gt;agv_vision&lt;/exec_depend&gt;</a:t>
            </a:r>
            <a:br/>
            <a:r>
              <a:t>  &lt;exec_depend&gt;agv_mission&lt;/exec_depend&gt;</a:t>
            </a:r>
            <a:br/>
            <a:r>
              <a:t>  &lt;exec_depend&gt;robot_state_publisher&lt;/exec_depend&gt;</a:t>
            </a:r>
            <a:br/>
            <a:r>
              <a:t>  &lt;exec_depend&gt;rviz2&lt;/exec_depend&gt;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'agv_bringup'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'/config', glob('config/*.yaml'))],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  <a:br/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agv_interfaces agv_vision</a:t>
            </a:r>
            <a:br/>
            <a:r>
              <a:t>source install/setup.bash</a:t>
            </a:r>
            <a:br/>
            <a:r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  <a:br/>
            <a:r>
              <a:t>  -p enable_yolo:=false</a:t>
            </a:r>
            <a:br/>
            <a:r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  <a:br/>
            <a:r>
              <a:t>ros2 topic info /detections</a:t>
            </a:r>
            <a:br/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blocks/E_autonomy_logic/M17_yolo_vision/complete/agv_ws/src || true</a:t>
            </a:r>
            <a:br/>
            <a:r>
              <a:t>cp -a my_agv_ws/src my_agv_ws/src_before_M17</a:t>
            </a:r>
            <a:br/>
            <a:r>
              <a:t>cp -a blocks/E_autonomy_logic/M17_yolo_vision/complete/agv_ws/src/.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