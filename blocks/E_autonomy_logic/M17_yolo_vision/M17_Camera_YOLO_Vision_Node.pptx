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Image→cv_bridge→YOLO→DetectionArray 흐름과 모델·threshold 재현 정보를 관리한다.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 camera image, 다음=M18 safety fusion을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Image→cv_bridge→YOLO→DetectionArray 흐름과 모델·threshold 재현 정보를 관리한다.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다른 package가 함께 쓰는 message는 agv_interfaces에, 여러 node의 공통 설정은 agv_bringup에 따로 둡니다.</a:t>
            </a:r>
          </a:p>
          <a:p>
            <a:r>
              <a:t>[실행] cd ~/ros2_curri/my_agv_ws/src</a:t>
            </a:r>
          </a:p>
          <a:p>
            <a:r>
              <a:t>ros2 pkg create --build-type ament_cmake agv_interfaces</a:t>
            </a:r>
          </a:p>
          <a:p>
            <a:r>
              <a:t>ros2 pkg create --build-type ament_python agv_bringup</a:t>
            </a:r>
          </a:p>
          <a:p>
            <a:r>
              <a:t>mkdir -p agv_interfaces/msg agv_bringup/config agv_bringup/launch</a:t>
            </a:r>
          </a:p>
          <a:p>
            <a:r>
              <a:t>[확인] src 아래에 새 package 폴더와 package.xml이 생성되었는지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~/ros2_curri/my_agv_ws/src/agv_interfaces</a:t>
            </a:r>
          </a:p>
          <a:p>
            <a:r>
              <a:t>nano ~/ros2_curri/my_agv_ws/src/agv_interfaces/package.xml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~/ros2_curri/my_agv_ws/src/agv_interfaces/package.xml의 1/3 구현 블록을 직접 입력한다.</a:t>
            </a:r>
          </a:p>
          <a:p>
            <a:r>
              <a:t>[실행] nano ~/ros2_curri/my_agv_ws/src/agv_interfaces/package.xml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~/ros2_curri/my_agv_ws/src/agv_interfaces/package.xml의 2/3 구현 블록을 직접 입력한다.</a:t>
            </a:r>
          </a:p>
          <a:p>
            <a:r>
              <a:t>[실행] nano ~/ros2_curri/my_agv_ws/src/agv_interfaces/package.xml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~/ros2_curri/my_agv_ws/src/agv_interfaces/package.xml의 3/3 구현 블록을 직접 입력한다.</a:t>
            </a:r>
          </a:p>
          <a:p>
            <a:r>
              <a:t>[실행] nano ~/ros2_curri/my_agv_ws/src/agv_interfaces/package.xml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이번 모듈의 재현 가능한 파일</a:t>
            </a:r>
          </a:p>
          <a:p>
            <a:r>
              <a:t>[실행] mkdir -p ~/ros2_curri/my_agv_ws/src/agv_interfaces/msg</a:t>
            </a:r>
          </a:p>
          <a:p>
            <a:r>
              <a:t>nano ~/ros2_curri/my_agv_ws/src/agv_interfaces/msg/Detection.msg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~/ros2_curri/my_agv_ws/src/agv_interfaces/msg/Detection.msg의 1/1 구현 블록을 직접 입력한다.</a:t>
            </a:r>
          </a:p>
          <a:p>
            <a:r>
              <a:t>[실행] nano ~/ros2_curri/my_agv_ws/src/agv_interfaces/msg/Detection.msg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이번 모듈의 재현 가능한 파일</a:t>
            </a:r>
          </a:p>
          <a:p>
            <a:r>
              <a:t>[실행] mkdir -p ~/ros2_curri/my_agv_ws/src/agv_interfaces/msg</a:t>
            </a:r>
          </a:p>
          <a:p>
            <a:r>
              <a:t>nano ~/ros2_curri/my_agv_ws/src/agv_interfaces/msg/DetectionArray.msg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~/ros2_curri/my_agv_ws/src/agv_interfaces/msg/DetectionArray.msg의 1/1 구현 블록을 직접 입력한다.</a:t>
            </a:r>
          </a:p>
          <a:p>
            <a:r>
              <a:t>[실행] nano ~/ros2_curri/my_agv_ws/src/agv_interfaces/msg/DetectionArray.msg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C++ 또는 interface package를 빌드·install하는 CMake 규칙</a:t>
            </a:r>
          </a:p>
          <a:p>
            <a:r>
              <a:t>[실행] mkdir -p ~/ros2_curri/my_agv_ws/src/agv_interfaces</a:t>
            </a:r>
          </a:p>
          <a:p>
            <a:r>
              <a:t>nano ~/ros2_curri/my_agv_ws/src/agv_interfaces/CMakeLists.txt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~/ros2_curri/my_agv_ws/src/agv_interfaces/CMakeLists.txt의 1/1 구현 블록을 직접 입력한다.</a:t>
            </a:r>
          </a:p>
          <a:p>
            <a:r>
              <a:t>[실행] nano ~/ros2_curri/my_agv_ws/src/agv_interfaces/CMakeLists.txt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1/3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2/3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3/3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~/ros2_curri/my_agv_ws/src/agv_bringup/setup.py의 1/1 구현 블록을 직접 입력한다.</a:t>
            </a:r>
          </a:p>
          <a:p>
            <a:r>
              <a:t>[실행] nano ~/ros2_curri/my_agv_ws/src/agv_bringup/setup.py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카메라 Image를 받아 검출 결과와 debug Image를 내보내는 인지 노드</a:t>
            </a:r>
          </a:p>
          <a:p>
            <a:r>
              <a:t>[실행] mkdir -p ~/ros2_curri/my_agv_ws/src/agv_vision/agv_vision</a:t>
            </a:r>
          </a:p>
          <a:p>
            <a:r>
              <a:t>nano ~/ros2_curri/my_agv_ws/src/agv_vision/agv_vision/yolo_node.py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2/10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3/10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4/10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5/10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6/10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7/10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8/10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9/10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10/10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~/ros2_curri/my_agv_ws/src/agv_bringup/config/vision.yaml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~/ros2_curri/my_agv_ws/src/agv_bringup/config/vision.yaml의 1/1 구현 블록을 직접 입력한다.</a:t>
            </a:r>
          </a:p>
          <a:p>
            <a:r>
              <a:t>[실행] nano ~/ros2_curri/my_agv_ws/src/agv_bringup/config/vision.yaml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~/ros2_curri/my_agv_ws/src/agv_vision</a:t>
            </a:r>
          </a:p>
          <a:p>
            <a:r>
              <a:t>nano ~/ros2_curri/my_agv_ws/src/agv_vision/setup.py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~/ros2_curri/my_agv_ws/src/agv_vision/setup.py의 1/1 구현 블록을 직접 입력한다.</a:t>
            </a:r>
          </a:p>
          <a:p>
            <a:r>
              <a:t>[실행] nano ~/ros2_curri/my_agv_ws/src/agv_vision/setup.py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vision node보다 custom message package가 먼저 install/source되어야 import된다.</a:t>
            </a:r>
          </a:p>
          <a:p>
            <a:r>
              <a:t>[실행] cd ~/ros2_curri/my_agv_ws</a:t>
            </a:r>
          </a:p>
          <a:p>
            <a:r>
              <a:t>colcon build --symlink-install --packages-select agv_interfaces agv_vision</a:t>
            </a:r>
          </a:p>
          <a:p>
            <a:r>
              <a:t>source install/setup.bash</a:t>
            </a:r>
          </a:p>
          <a:p>
            <a:r>
              <a:t>ros2 interface show agv_interfaces/msg/Detection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 파일과 Python dependency는 교육 환경에서 고정해야 재현된다.</a:t>
            </a:r>
          </a:p>
          <a:p>
            <a:r>
              <a:t>[실행] ros2 run agv_vision yolo_node --ros-args \</a:t>
            </a:r>
          </a:p>
          <a:p>
            <a:r>
              <a:t>  -p enable_yolo:=false</a:t>
            </a:r>
          </a:p>
          <a:p>
            <a:r>
              <a:t># ultralytics와 모델 파일 준비 뒤에만 true로 변경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~/ros2_curri/my_agv_ws/install/setup.bash</a:t>
            </a:r>
          </a:p>
          <a:p>
            <a:r>
              <a:t>ros2 run agv_vision yolo_node --ros-args -p enable_yolo:=false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interface show agv_interfaces/msg/Detection</a:t>
            </a:r>
          </a:p>
          <a:p>
            <a:r>
              <a:t>ros2 topic info /detections</a:t>
            </a:r>
          </a:p>
          <a:p>
            <a:r>
              <a:t>ros2 param get /yolo_node confidence_threshold</a:t>
            </a:r>
          </a:p>
          <a:p>
            <a:r>
              <a:t>[확인] /detections message 형식과 YOLO enable_yolo/model_path/threshold parameter를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blocks/E_autonomy_logic/M17_yolo_vision/complete/agv_ws/src || true</a:t>
            </a:r>
          </a:p>
          <a:p>
            <a:r>
              <a:t>cp -a my_agv_ws/src my_agv_ws/src_before_M17</a:t>
            </a:r>
          </a:p>
          <a:p>
            <a:r>
              <a:t>cp -a blocks/E_autonomy_logic/M17_yolo_vision/complete/agv_ws/src/.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M18 safety fusion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Camera + YOLO Vision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/detections message 형식과 YOLO enable_yolo/model_path/threshold parameter를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M12 camera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M17</a:t>
            </a:r>
            <a:br/>
            <a:r>
              <a:t>Camera + YOLO Vision Node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M18 safety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M12에서 /camera/image_raw가 안정적으로 publish되고 cv_bridge 의존성이 설치된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M12 camera image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ROS Image→cv_bridge→YOLO→DetectionArray 흐름과 모델·threshold 재현 정보를 관리한다.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/detections message 형식과 YOLO enable_yolo/model_path/threshold parameter를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M12 camera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Image→cv_bridge→YOLO→DetectionArray 흐름과 모델·threshold 재현 정보를 관리한다.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/detections message 형식과 YOLO enable_yolo/model_path/threshold parameter를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9개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1_vision_debug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1389888"/>
            <a:ext cx="621791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/vision/debug_image: fallback이 ‘target not visible’을 표시해 camera pose·FOV·world 배치를 점검하는 오류 사례  |  나중에 확인할 것: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cv_bridge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YOLO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agv_interfaces/package.xml</a:t>
            </a:r>
            <a:br/>
            <a:r>
              <a:t>└── agv_interfaces/msg/Detection.msg</a:t>
            </a:r>
            <a:br/>
            <a:r>
              <a:t>└── agv_interfaces/msg/DetectionArray.msg</a:t>
            </a:r>
            <a:br/>
            <a:r>
              <a:t>└── agv_interfaces/CMakeLists.txt</a:t>
            </a:r>
            <a:br/>
            <a:r>
              <a:t>└── agv_bringup/package.xml</a:t>
            </a:r>
            <a:br/>
            <a:r>
              <a:t>└── agv_bringup/setup.py</a:t>
            </a:r>
            <a:br/>
            <a:r>
              <a:t>└── agv_vision/agv_vision/yolo_node.py</a:t>
            </a:r>
            <a:br/>
            <a:r>
              <a:t>└── agv_bringup/config/vision.yaml</a:t>
            </a:r>
            <a:br/>
            <a:r>
              <a:t>└── agv_vision/setup.py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dependency를 해석할 때 사용한다.</a:t>
            </a:r>
            <a:br/>
            <a:r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~/ros2_curri/my_agv_ws/src/agv_interfaces/msg/Detection.msg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이번 모듈의 재현 가능한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파일명·경로·핵심 이름을 슬라이드와 동일하게 작성한다.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build/source 뒤 실행 단계에서 사용한다.</a:t>
            </a:r>
            <a:br/>
            <a:r>
              <a:t>화면/출력: 검증 명령의 파일·topic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~/ros2_curri/my_agv_ws/src/agv_interfaces/msg/DetectionArray.msg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이번 모듈의 재현 가능한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파일명·경로·핵심 이름을 슬라이드와 동일하게 작성한다.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build/source 뒤 실행 단계에서 사용한다.</a:t>
            </a:r>
            <a:br/>
            <a:r>
              <a:t>화면/출력: 검증 명령의 파일·topic 이름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~/ros2_curri/my_agv_ws/src/agv_interfaces/CMakeLists.txt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C++ 또는 interface package를 빌드·install하는 CMake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find_package → add_executable/rosidl → ament_target_dependencies → install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컴파일·install을 수행할 때 사용한다.</a:t>
            </a:r>
            <a:br/>
            <a:r>
              <a:t>화면/출력: colcon build와 ros2 run/interface show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dependency를 해석할 때 사용한다.</a:t>
            </a:r>
            <a:br/>
            <a:r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카메라 Image를 받아 검출 결과와 debug Image를 내보내는 인지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subscription → cv_bridge 변환 → 검출 → Detection/debug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enable_yolo=false로 fallback부터 실행하고 모델 준비 뒤 true로 바꾼다.</a:t>
            </a:r>
            <a:br/>
            <a:r>
              <a:t>화면/출력: /vision/debug_image의 노란 box와 target 거리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interface와 bringup package를 새로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프로젝트를 처음부터 만들 때 package 생성 명령을 먼저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workspace/package 생성    |    현재 폴더 ~/ros2_curri/my_agv_ws/src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73936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22C4E"/>
                </a:solidFill>
                <a:latin typeface="Noto Sans CJK KR"/>
              </a:defRPr>
            </a:pPr>
            <a:r>
              <a:t>다른 package가 함께 쓰는 message는 agv_interfaces에, 여러 node의 공통 설정은 agv_bringup에 따로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10881360" cy="22677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~/ros2_curri/my_agv_ws/src</a:t>
            </a:r>
            <a:br/>
            <a:r>
              <a:t>ros2 pkg create --build-type ament_cmake agv_interfaces</a:t>
            </a:r>
            <a:br/>
            <a:r>
              <a:t>ros2 pkg create --build-type ament_python agv_bringup</a:t>
            </a:r>
            <a:br/>
            <a:r>
              <a:t>mkdir -p agv_interfaces/msg agv_bringup/config agv_bringup/launch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6636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468112"/>
            <a:ext cx="102870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각 package 이름의 새 폴더와 package.xml이 src 아래에 보이면 다음 파일 작성 단계로 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~/ros2_curri/my_agv_ws/src/agv_interfaces/package.xml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~/ros2_curri/my_agv_ws/src/agv_interfaces</a:t>
            </a:r>
            <a:br/>
            <a:r>
              <a:t>nano ~/ros2_curri/my_agv_ws/src/agv_interfaces/package.xml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&lt;name&gt;agv_interfaces&lt;/name&gt;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&lt;buildtool_depend&gt;ament_cmake&lt;/buildtool_depend&gt;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&lt;depend&gt;std_msgs&lt;/depend&gt;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&lt;name&gt;agv_interfaces&lt;/name&gt;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&lt;description&gt;Custom messages for AGV perception.&lt;/description&gt;</a:t>
            </a:r>
            <a:br/>
            <a:r>
              <a:t>  &lt;maintainer email="student@example.com"&gt;AGV student&lt;/maintainer&gt;</a:t>
            </a:r>
            <a:br/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  <a:br/>
            <a:r>
              <a:t>  &lt;buildtool_depend&gt;ament_cmake&lt;/buildtool_depend&gt;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&lt;buildtool_depend&gt;rosidl_default_generators&lt;/buildtool_depend&gt;</a:t>
            </a:r>
            <a:br/>
            <a:r>
              <a:t>  </a:t>
            </a:r>
            <a:br/>
            <a:r>
              <a:t>  </a:t>
            </a:r>
            <a:br/>
            <a:r>
              <a:t>  &lt;depend&gt;std_msgs&lt;/depend&gt;</a:t>
            </a:r>
            <a:br/>
            <a:r>
              <a:t>  &lt;member_of_group&gt;rosidl_interface_packages&lt;/member_of_group&gt;</a:t>
            </a:r>
            <a:br/>
            <a:r>
              <a:t>  &lt;exec_depend&gt;rosidl_default_runtime&lt;/exec_depend&gt;</a:t>
            </a:r>
            <a:br/>
            <a:r>
              <a:t>  </a:t>
            </a:r>
            <a:br/>
            <a:r>
              <a:t>  </a:t>
            </a:r>
            <a:br/>
            <a:r>
              <a:t>  &lt;export&gt;</a:t>
            </a:r>
            <a:br/>
            <a:r>
              <a:t>    &lt;build_type&gt;ament_cmake&lt;/build_type&gt;</a:t>
            </a:r>
            <a:br/>
            <a:r>
              <a:t>  &lt;/export&gt;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~/ros2_curri/my_agv_ws/src/agv_interfaces/msg/Detection.msg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이번 모듈의 재현 가능한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~/ros2_curri/my_agv_ws/src/agv_interfaces/msg</a:t>
            </a:r>
            <a:br/>
            <a:r>
              <a:t>nano ~/ros2_curri/my_agv_ws/src/agv_interfaces/msg/Detection.msg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검증 명령의 파일·topic 이름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~/ros2_curri/my_agv_ws/src/agv_interfaces/msg/Detection.msg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string class_name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custom message 안에 전달할 데이터 한 칸의 type과 이름을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interface show`에서 이 필드가 보입니다.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std_msgs/Header header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이번 모듈의 재현 가능한 파일의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build/source 뒤 실행 단계에서 사용한다.; 검증 명령의 파일·topic 이름로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~/ros2_curri/my_agv_ws/src/agv_interfaces/msg/Detection.msg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float32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이번 모듈의 재현 가능한 파일의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build/source 뒤 실행 단계에서 사용한다.; 검증 명령의 파일·topic 이름로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~/ros2_curri/my_agv_ws/src/agv_interfaces/msg/Detection.msg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~/ros2_curri/my_agv_ws/src/agv_interfaces/msg/Detection.msg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std_msgs/Header header</a:t>
            </a:r>
            <a:br/>
            <a:r>
              <a:t>string class_name</a:t>
            </a:r>
            <a:br/>
            <a:r>
              <a:t>float32 confidence</a:t>
            </a:r>
            <a:br/>
            <a:r>
              <a:t>int32 center_x</a:t>
            </a:r>
            <a:br/>
            <a:r>
              <a:t>int32 center_y</a:t>
            </a:r>
            <a:br/>
            <a:r>
              <a:t>int32 width</a:t>
            </a:r>
            <a:br/>
            <a:r>
              <a:t>int32 height</a:t>
            </a:r>
            <a:br/>
            <a:r>
              <a:t>float32 estimated_distance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~/ros2_curri/my_agv_ws/src/agv_interfaces/msg/DetectionArray.msg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이번 모듈의 재현 가능한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~/ros2_curri/my_agv_ws/src/agv_interfaces/msg</a:t>
            </a:r>
            <a:br/>
            <a:r>
              <a:t>nano ~/ros2_curri/my_agv_ws/src/agv_interfaces/msg/DetectionArray.msg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검증 명령의 파일·topic 이름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~/ros2_curri/my_agv_ws/src/agv_interfaces/msg/DetectionArray.msg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std_msgs/Header header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이번 모듈의 재현 가능한 파일의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build/source 뒤 실행 단계에서 사용한다.; 검증 명령의 파일·topic 이름로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Detection[] detections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이번 모듈의 재현 가능한 파일의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build/source 뒤 실행 단계에서 사용한다.; 검증 명령의 파일·topic 이름로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~/ros2_curri/my_agv_ws/src/agv_interfaces/msg/DetectionArray.msg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~/ros2_curri/my_agv_ws/src/agv_interfaces/msg/DetectionArray.msg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std_msgs/Header header</a:t>
            </a:r>
            <a:br/>
            <a:r>
              <a:t>Detection[] detections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~/ros2_curri/my_agv_ws/src/agv_interfaces/CMakeLists.txt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C++ 또는 interface package를 빌드·install하는 CMake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~/ros2_curri/my_agv_ws/src/agv_interfaces</a:t>
            </a:r>
            <a:br/>
            <a:r>
              <a:t>nano ~/ros2_curri/my_agv_ws/src/agv_interfaces/CMakeLists.txt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build와 ros2 run/interface show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~/ros2_curri/my_agv_ws/src/agv_interfaces/CMakeLists.txt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find_package(ament_cmake REQUIRED)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CMake에게 사용할 ROS/C++ 라이브러리를 먼저 찾으라고 요청합니다.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이후 target 연결 단계가 해당 라이브러리를 사용할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cmake_minimum_required(VERSION 3.8)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C++ 또는 interface package를 빌드·install하는 CMake 규칙의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colcon build가 컴파일·install을 수행할 때 사용한다.; colcon build와 ros2 run/interface show로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~/ros2_curri/my_agv_ws/src/agv_interfaces/CMakeLists.txt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project(agv_interfaces)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C++ 또는 interface package를 빌드·install하는 CMake 규칙의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colcon build가 컴파일·install을 수행할 때 사용한다.; colcon build와 ros2 run/interface show로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~/ros2_curri/my_agv_ws/src/agv_interfaces/CMakeLists.txt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CMake가 C++/interface target을 찾고 빌드·install하도록 규칙을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~/ros2_curri/my_agv_ws/src/agv_interfaces/CMakeLists.txt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cmake_minimum_required(VERSION 3.8)</a:t>
            </a:r>
            <a:br/>
            <a:r>
              <a:t>project(agv_interfaces)</a:t>
            </a:r>
            <a:br/>
            <a:r>
              <a:t>find_package(ament_cmake REQUIRED)</a:t>
            </a:r>
            <a:br/>
            <a:r>
              <a:t>find_package(rosidl_default_generators REQUIRED)</a:t>
            </a:r>
            <a:br/>
            <a:r>
              <a:t>find_package(std_msgs REQUIRED)</a:t>
            </a:r>
            <a:br/>
            <a:r>
              <a:t>rosidl_generate_interfaces(${PROJECT_NAME} "msg/Detection.msg" "msg/DetectionArray.msg" DEPENDENCIES std_msgs)</a:t>
            </a:r>
            <a:br/>
            <a:r>
              <a:t>ament_export_dependencies(rosidl_default_runtime)</a:t>
            </a:r>
            <a:br/>
            <a:r>
              <a:t>ament_package()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</a:t>
            </a:r>
            <a:br/>
            <a:r>
              <a:t>nano ~/ros2_curri/my_agv_ws/src/agv_bringup/package.xml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&lt;name&gt;agv_bringup&lt;/name&gt;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&lt;exec_depend&gt;launch&lt;/exec_depend&gt;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5/9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&lt;name&gt;agv_bringup&lt;/name&gt;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&lt;description&gt;One-command launch and parameter files for the educational</a:t>
            </a:r>
            <a:br/>
            <a:r>
              <a:t>    AGV.&lt;/description&gt;</a:t>
            </a:r>
            <a:br/>
            <a:r>
              <a:t>  &lt;maintainer email="student@example.com"&gt;AGV student&lt;/maintainer&gt;</a:t>
            </a:r>
            <a:br/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5/9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&lt;buildtool_depend&gt;ament_python&lt;/buildtool_depend&gt;</a:t>
            </a:r>
            <a:br/>
            <a:r>
              <a:t>  &lt;exec_depend&gt;launch&lt;/exec_depend&gt;</a:t>
            </a:r>
            <a:br/>
            <a:r>
              <a:t>  &lt;exec_depend&gt;launch_ros&lt;/exec_depend&gt;</a:t>
            </a:r>
            <a:br/>
            <a:r>
              <a:t>  &lt;exec_depend&gt;agv_description&lt;/exec_depend&gt;</a:t>
            </a:r>
            <a:br/>
            <a:r>
              <a:t>  &lt;exec_depend&gt;agv_gazebo&lt;/exec_depend&gt;</a:t>
            </a:r>
            <a:br/>
            <a:r>
              <a:t>  &lt;exec_depend&gt;agv_control&lt;/exec_depend&gt;</a:t>
            </a:r>
            <a:br/>
            <a:r>
              <a:t>  &lt;exec_depend&gt;agv_sensors&lt;/exec_depend&gt;</a:t>
            </a:r>
            <a:br/>
            <a:r>
              <a:t>  &lt;exec_depend&gt;agv_vision&lt;/exec_depend&gt;</a:t>
            </a:r>
            <a:br/>
            <a:r>
              <a:t>  &lt;exec_depend&gt;agv_mission&lt;/exec_depend&gt;</a:t>
            </a:r>
            <a:br/>
            <a:r>
              <a:t>  &lt;exec_depend&gt;robot_state_publisher&lt;/exec_depend&gt;</a:t>
            </a:r>
            <a:br/>
            <a:r>
              <a:t>  &lt;exec_depend&gt;rviz2&lt;/exec_depend&gt;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5/9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&lt;export&gt;</a:t>
            </a:r>
            <a:br/>
            <a:r>
              <a:t>    &lt;build_type&gt;ament_python&lt;/build_type&gt;</a:t>
            </a:r>
            <a:br/>
            <a:r>
              <a:t>  &lt;/export&gt;</a:t>
            </a:r>
            <a:br/>
            <a:r>
              <a:t>  </a:t>
            </a:r>
            <a:br/>
            <a:br/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</a:t>
            </a:r>
            <a:br/>
            <a:r>
              <a:t>nano ~/ros2_curri/my_agv_ws/src/agv_bringup/setup.py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from glob import glob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setup(name=package_name, version='0.1.0',</a:t>
            </a:r>
            <a:br/>
            <a:r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launch`가 package share 경로에서 설정 파일을 찾습니다.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glob import glob</a:t>
            </a:r>
            <a:br/>
            <a:r>
              <a:t>from setuptools import find_packages, setup</a:t>
            </a:r>
            <a:br/>
            <a:r>
              <a:t>package_name = 'agv_bringup'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['package.xml']),</a:t>
            </a:r>
            <a:br/>
            <a:r>
              <a:t>    ('share/' + package_name + '/launch', glob('launch/*.launch.py')),</a:t>
            </a:r>
            <a:br/>
            <a:r>
              <a:t>    ('share/' + package_name + '/config', glob('config/*.yaml'))],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카메라 Image를 받아 검출 결과와 debug Image를 내보내는 인지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~/ros2_curri/my_agv_ws/src/agv_vision/agv_vision</a:t>
            </a:r>
            <a:br/>
            <a:r>
              <a:t>nano ~/ros2_curri/my_agv_ws/src/agv_vision/agv_vision/yolo_node.py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/vision/debug_image의 노란 box와 target 거리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class YoloNode(Node):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super().__init__('yolo_node')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self.declare_parameter('model_path', 'yolo11n.pt')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self.publisher = self.create_publisher(DetectionArray,</a:t>
            </a:r>
            <a:br/>
            <a:r>
              <a:t>'/detections',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어떤 message를 어느 topic으로 내보낼지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topic info`에서 publisher 수가 늘어납니다.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self.create_subscription(Image, '/camera/image_raw',</a:t>
            </a:r>
            <a:br/>
            <a:r>
              <a:t>self.callback,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if self.get_parameter('enable_yolo').value: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등록한 parameter의 현재 값을 읽어 실제 계산에 사용합니다.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param get` 값이 node 동작에 반영됩니다.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self.get_logger().info('YOLO model loaded')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make_detection(self, header, class_name, confidence,</a:t>
            </a:r>
            <a:br/>
            <a:r>
              <a:t>x1, y1, x2, y2, image_width):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1/10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Image</a:t>
            </a:r>
            <a:br/>
            <a:r>
              <a:t>from cv_bridge import CvBridge</a:t>
            </a:r>
            <a:br/>
            <a:r>
              <a:t>from agv_interfaces.msg import Detection, DetectionArray</a:t>
            </a:r>
            <a:br/>
            <a:r>
              <a:t>import cv2</a:t>
            </a:r>
            <a:br/>
            <a:br/>
            <a:r>
              <a:t>class YoloNode(Node):</a:t>
            </a:r>
            <a:br/>
            <a:br/>
            <a:r>
              <a:t>    def __init__(self):</a:t>
            </a:r>
            <a:br/>
            <a:r>
              <a:t>        super().__init__('yolo_node')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2/10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self.declare_parameter('model_path', 'yolo11n.pt')</a:t>
            </a:r>
            <a:br/>
            <a:r>
              <a:t>        self.declare_parameter('confidence_threshold', 0.5)</a:t>
            </a:r>
            <a:br/>
            <a:r>
              <a:t>        self.declare_parameter('enable_yolo', False)</a:t>
            </a:r>
            <a:br/>
            <a:r>
              <a:t>        self.declare_parameter('enable_red_target_fallback', True)</a:t>
            </a:r>
            <a:br/>
            <a:r>
              <a:t>        self.declare_parameter('target_width_m', 0.25)</a:t>
            </a:r>
            <a:br/>
            <a:r>
              <a:t>        self.bridge = CvBridge()</a:t>
            </a:r>
            <a:br/>
            <a:r>
              <a:t>        self.publisher = self.create_publisher(DetectionArray, '/detections', 10)</a:t>
            </a:r>
            <a:br/>
            <a:r>
              <a:t>        self.debug_publisher = self.create_publisher(Image, '/vision/debug_image',</a:t>
            </a:r>
            <a:br/>
            <a:r>
              <a:t>            qos_profile_sensor_data)</a:t>
            </a:r>
            <a:br/>
            <a:r>
              <a:t>        self.create_subscription(Image, '/camera/image_raw', self.callback,</a:t>
            </a:r>
            <a:br/>
            <a:r>
              <a:t>            qos_profile_sensor_data)</a:t>
            </a:r>
            <a:br/>
            <a:r>
              <a:t>        self.model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3/10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self.get_parameter('enable_yolo').value:</a:t>
            </a:r>
            <a:br/>
            <a:r>
              <a:t>            try:</a:t>
            </a:r>
            <a:br/>
            <a:r>
              <a:t>                from ultralytics import YOLO</a:t>
            </a:r>
            <a:br/>
            <a:r>
              <a:t>                self.model = YOLO(self.get_parameter('model_path').value)</a:t>
            </a:r>
            <a:br/>
            <a:r>
              <a:t>                self.get_logger().info('YOLO model loaded')</a:t>
            </a:r>
            <a:br/>
            <a:r>
              <a:t>            except ImportError:</a:t>
            </a:r>
            <a:br/>
            <a:r>
              <a:t>                self.get_logger().error('ultralytics is not installed: follow M17 before enable_yolo:=true')</a:t>
            </a:r>
            <a:br/>
            <a:br/>
            <a:r>
              <a:t>    def make_detection(self, header, class_name, confidence, x1, y1, x2, y2, image_width):</a:t>
            </a:r>
            <a:br/>
            <a:r>
              <a:t>        """Estimate distance with a pinhole model for the fixed 60-degree course camera."""</a:t>
            </a:r>
            <a:br/>
            <a:r>
              <a:t>        width = max(1, x2 - x1)</a:t>
            </a:r>
            <a:br/>
            <a:r>
              <a:t>        focal_px = image_width / (2.0 * 0.57735)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4/10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distance = float(self.get_parameter('target_width_m').value) * focal_px / width</a:t>
            </a:r>
            <a:br/>
            <a:r>
              <a:t>        return Detection(header=header, class_name=class_name,</a:t>
            </a:r>
            <a:br/>
            <a:r>
              <a:t>            confidence=float(confidence), center_x=(x1 + x2) // 2,</a:t>
            </a:r>
            <a:br/>
            <a:r>
              <a:t>            center_y=(y1 + y2) // 2, width=width, height=max(1, y2 - y1),</a:t>
            </a:r>
            <a:br/>
            <a:r>
              <a:t>            estimated_distance=distance)</a:t>
            </a:r>
            <a:br/>
            <a:br/>
            <a:r>
              <a:t>    def red_target_detection(self, image, header):</a:t>
            </a:r>
            <a:br/>
            <a:r>
              <a:t>        """Dependency-free fallback for the red target placed in warehouse.sdf.</a:t>
            </a:r>
            <a:br/>
            <a:br/>
            <a:r>
              <a:t>        This is deliberately labelled as a fallback in the debug image.  It keeps</a:t>
            </a:r>
            <a:br/>
            <a:r>
              <a:t>        M17--M22 runnable before a learner downloads a YOLO model, while the same</a:t>
            </a:r>
            <a:br/>
            <a:r>
              <a:t>        Detection message and mission interface are used by real YOLO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5/10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"""</a:t>
            </a:r>
            <a:br/>
            <a:r>
              <a:t>        hsv = cv2.cvtColor(image, cv2.COLOR_BGR2HSV)</a:t>
            </a:r>
            <a:br/>
            <a:r>
              <a:t>        lower_red = cv2.inRange(hsv, (0, 90, 70), (12, 255, 255))</a:t>
            </a:r>
            <a:br/>
            <a:r>
              <a:t>        upper_red = cv2.inRange(hsv, (165, 90, 70), (179, 255, 255))</a:t>
            </a:r>
            <a:br/>
            <a:r>
              <a:t>        mask = cv2.bitwise_or(lower_red, upper_red)</a:t>
            </a:r>
            <a:br/>
            <a:r>
              <a:t>        contours, _ = cv2.findContours(mask, cv2.RETR_EXTERNAL, cv2.CHAIN_APPROX_SIMPLE)</a:t>
            </a:r>
            <a:br/>
            <a:r>
              <a:t>        if not contours:</a:t>
            </a:r>
            <a:br/>
            <a:r>
              <a:t>            return None</a:t>
            </a:r>
            <a:br/>
            <a:r>
              <a:t>        contour = max(contours, key=cv2.contourArea)</a:t>
            </a:r>
            <a:br/>
            <a:r>
              <a:t>        if cv2.contourArea(contour) &lt; 80:</a:t>
            </a:r>
            <a:br/>
            <a:r>
              <a:t>            return None</a:t>
            </a:r>
            <a:br/>
            <a:r>
              <a:t>        x, y, width, height = cv2.boundingRect(contour)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6/10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return self.make_detection(header, 'red_target_fallback', 0.9, x, y, x + width,</a:t>
            </a:r>
            <a:br/>
            <a:r>
              <a:t>            y + height, image.shape[1])</a:t>
            </a:r>
            <a:br/>
            <a:br/>
            <a:r>
              <a:t>    def callback(self, image_message):</a:t>
            </a:r>
            <a:br/>
            <a:r>
              <a:t>        image = self.bridge.imgmsg_to_cv2(image_message, desired_encoding='bgr8')</a:t>
            </a:r>
            <a:br/>
            <a:r>
              <a:t>        debug = image.copy()</a:t>
            </a:r>
            <a:br/>
            <a:r>
              <a:t>        output = DetectionArray(header=image_message.header)</a:t>
            </a:r>
            <a:br/>
            <a:r>
              <a:t>        label = 'no detection'</a:t>
            </a:r>
            <a:br/>
            <a:r>
              <a:t>        if self.model is not None:</a:t>
            </a:r>
            <a:br/>
            <a:r>
              <a:t>            result = self.model(image, verbose=False)[0]</a:t>
            </a:r>
            <a:br/>
            <a:r>
              <a:t>            threshold = self.get_parameter('confidence_threshold').value</a:t>
            </a:r>
            <a:br/>
            <a:r>
              <a:t>            for box in result.boxes: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7/10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  confidence = float(box.conf[0])</a:t>
            </a:r>
            <a:br/>
            <a:r>
              <a:t>                if confidence &lt; threshold:</a:t>
            </a:r>
            <a:br/>
            <a:r>
              <a:t>                    continue</a:t>
            </a:r>
            <a:br/>
            <a:r>
              <a:t>                x1, y1, x2, y2 = [int(value) for value in box.xyxy[0].tolist()]</a:t>
            </a:r>
            <a:br/>
            <a:r>
              <a:t>                detection = self.make_detection(image_message.header,</a:t>
            </a:r>
            <a:br/>
            <a:r>
              <a:t>                    result.names[int(box.cls[0])], confidence, x1, y1, x2, y2,</a:t>
            </a:r>
            <a:br/>
            <a:r>
              <a:t>                    image.shape[1])</a:t>
            </a:r>
            <a:br/>
            <a:r>
              <a:t>                output.detections.append(detection)</a:t>
            </a:r>
            <a:br/>
            <a:r>
              <a:t>                cv2.rectangle(debug, (x1, y1), (x2, y2), (30, 220, 30), 2)</a:t>
            </a:r>
            <a:br/>
            <a:r>
              <a:t>                label = f'YOLO {detection.class_name} {confidence:.2f}'</a:t>
            </a:r>
            <a:br/>
            <a:r>
              <a:t>        elif self.get_parameter('enable_red_target_fallback').value:</a:t>
            </a:r>
            <a:br/>
            <a:r>
              <a:t>            detection = self.red_target_detection(image, image_message.header)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8/10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if detection is not None:</a:t>
            </a:r>
            <a:br/>
            <a:r>
              <a:t>                output.detections.append(detection)</a:t>
            </a:r>
            <a:br/>
            <a:r>
              <a:t>                x1 = detection.center_x - detection.width // 2</a:t>
            </a:r>
            <a:br/>
            <a:r>
              <a:t>                y1 = detection.center_y - detection.height // 2</a:t>
            </a:r>
            <a:br/>
            <a:r>
              <a:t>                x2, y2 = (x1 + detection.width, y1 + detection.height)</a:t>
            </a:r>
            <a:br/>
            <a:r>
              <a:t>                cv2.rectangle(debug, (x1, y1), (x2, y2), (0, 215, 255), 2)</a:t>
            </a:r>
            <a:br/>
            <a:r>
              <a:t>                label = f'course fallback target {detection.estimated_distance:.2f} m'</a:t>
            </a:r>
            <a:br/>
            <a:r>
              <a:t>            else:</a:t>
            </a:r>
            <a:br/>
            <a:r>
              <a:t>                label = 'course fallback: red target not visible'</a:t>
            </a:r>
            <a:br/>
            <a:r>
              <a:t>        cv2.putText(debug, label, (12, 28), cv2.FONT_HERSHEY_SIMPLEX, 0.65, (255, 255,</a:t>
            </a:r>
            <a:br/>
            <a:r>
              <a:t>            255), 2)</a:t>
            </a:r>
            <a:br/>
            <a:r>
              <a:t>        self.publisher.publish(output)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9/10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self.debug_publisher.publish(self.bridge.cv2_to_imgmsg(debug, encoding='bgr8'))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YoloNode()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10/10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~/ros2_curri/my_agv_ws/src/agv_bringup/config/vision.yaml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yolo_node: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~/ros2_curri/my_agv_ws/src/agv_bringup/config/vision.yaml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8/9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~/ros2_curri/my_agv_ws/src/agv_bringup/config/vision.yaml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yolo_node: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enable_yolo: false</a:t>
            </a:r>
            <a:br/>
            <a:r>
              <a:t>    enable_red_target_fallback: true</a:t>
            </a:r>
            <a:br/>
            <a:r>
              <a:t>    model_path: yolo11n.pt</a:t>
            </a:r>
            <a:br/>
            <a:r>
              <a:t>    confidence_threshold: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~/ros2_curri/my_agv_ws/src/agv_vision</a:t>
            </a:r>
            <a:br/>
            <a:r>
              <a:t>nano ~/ros2_curri/my_agv_ws/src/agv_vision/setup.py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setup(name=package_name, version='0.1.0',</a:t>
            </a:r>
            <a:br/>
            <a:r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entry_points={'console_scripts': ['yolo_node =</a:t>
            </a:r>
            <a:br/>
            <a:r>
              <a:t>agv_vision.yolo_node:main']})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9/9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'agv_vision'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['yolo_node = agv_vision.yolo_node:main']})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interface를 먼저 빌드한다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vision node보다 custom message package가 먼저 install/source되어야 import된다.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</a:t>
            </a:r>
            <a:br/>
            <a:r>
              <a:t>colcon build --symlink-install --packages-select agv_interfaces agv_vision</a:t>
            </a:r>
            <a:br/>
            <a:r>
              <a:t>source install/setup.bash</a:t>
            </a:r>
            <a:br/>
            <a:r>
              <a:t>ros2 interface show agv_interfaces/msg/Detection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YOLO 실행 정책을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모델 파일과 Python dependency는 교육 환경에서 고정해야 재현된다.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agv_vision yolo_node --ros-args \</a:t>
            </a:r>
            <a:br/>
            <a:r>
              <a:t>  -p enable_yolo:=false</a:t>
            </a:r>
            <a:br/>
            <a:r>
              <a:t># ultralytics와 모델 파일 준비 뒤에만 true로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~/ros2_curri/my_agv_ws/install/setup.bash</a:t>
            </a:r>
            <a:br/>
            <a:r>
              <a:t>ros2 run agv_vision yolo_node --ros-args -p enable_yolo:=false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52" y="1353312"/>
            <a:ext cx="8955247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interface show agv_interfaces/msg/Detection</a:t>
            </a:r>
            <a:br/>
            <a:r>
              <a:t>ros2 topic info /detections</a:t>
            </a:r>
            <a:br/>
            <a:r>
              <a:t>ros2 param get /yolo_node confidence_threshold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/detections message 형식과 YOLO enable_yolo/model_path/threshold parameter를 확인한다.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모델 파일을 못 찾음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model_path와 모델 파일 배포 정책을 확인한다.</a:t>
            </a:r>
            <a:br/>
            <a:r>
              <a:t>수정 후: ros2 interface show agv_interfaces/msg/Detection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Custom msg import 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agv_interfaces 빌드·source·package dependency를 확인한다.</a:t>
            </a:r>
            <a:br/>
            <a:r>
              <a:t>수정 후: ros2 interface show agv_interfaces/msg/Detection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blocks/E_autonomy_logic/M17_yolo_vision/complete/agv_ws/src || true</a:t>
            </a:r>
            <a:br/>
            <a:r>
              <a:t>cp -a my_agv_ws/src my_agv_ws/src_before_M17</a:t>
            </a:r>
            <a:br/>
            <a:r>
              <a:t>cp -a blocks/E_autonomy_logic/M17_yolo_vision/complete/agv_ws/src/.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confidence_threshold를 0.50에서 0.70으로 바꿨을 때 어떤 검출이 제거될지 설명하고 parameter 값을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/detections message 형식과 YOLO enable_yolo/model_path/threshold parameter를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blocks/E_autonomy_logic/M17_yolo_vision/complete/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M18 safety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M17 · Block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