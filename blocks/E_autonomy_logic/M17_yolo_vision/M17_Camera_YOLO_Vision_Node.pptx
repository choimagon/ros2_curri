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image, 다음=M18 safety fusion을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다른 package가 함께 쓰는 message는 agv_interfaces에, 여러 node의 공통 설정은 agv_bringup에 따로 둡니다.</a:t>
            </a:r>
          </a:p>
          <a:p>
            <a:r>
              <a:t>[실행] cd ~/ros2_curri/my_agv_ws/src</a:t>
            </a:r>
          </a:p>
          <a:p>
            <a:r>
              <a:t>ros2 pkg create --build-type ament_cmake agv_interfaces</a:t>
            </a:r>
          </a:p>
          <a:p>
            <a:r>
              <a:t>ros2 pkg create --build-type ament_python agv_bringup</a:t>
            </a:r>
          </a:p>
          <a:p>
            <a:r>
              <a:t>mkdir -p agv_interfaces/msg agv_bringup/config agv_bringup/launch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1/3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2/3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3/3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~/ros2_curri/my_agv_ws/src/agv_interfaces/msg/Detection.msg의 1/1 구현 블록을 직접 입력한다.</a:t>
            </a:r>
          </a:p>
          <a:p>
            <a:r>
              <a:t>[실행] nano ~/ros2_curri/my_agv_ws/src/agv_interfaces/msg/Detection.msg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~/ros2_curri/my_agv_ws/src/agv_interfaces/msg/DetectionArray.msg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~/ros2_curri/my_agv_ws/src/agv_interfaces/msg/DetectionArray.msg의 1/1 구현 블록을 직접 입력한다.</a:t>
            </a:r>
          </a:p>
          <a:p>
            <a:r>
              <a:t>[실행] nano ~/ros2_curri/my_agv_ws/src/agv_interfaces/msg/DetectionArray.msg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~/ros2_curri/my_agv_ws/src/agv_interfaces/CMakeLists.txt의 1/1 구현 블록을 직접 입력한다.</a:t>
            </a:r>
          </a:p>
          <a:p>
            <a:r>
              <a:t>[실행] nano ~/ros2_curri/my_agv_ws/src/agv_interfaces/CMakeLists.txt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카메라 Image를 받아 검출 결과와 debug Image를 내보내는 인지 노드</a:t>
            </a:r>
          </a:p>
          <a:p>
            <a:r>
              <a:t>[실행] mkdir -p ~/ros2_curri/my_agv_ws/src/agv_vision/agv_vision</a:t>
            </a:r>
          </a:p>
          <a:p>
            <a:r>
              <a:t>nano ~/ros2_curri/my_agv_ws/src/agv_vision/agv_vision/yolo_node.py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2/10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3/10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4/10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5/10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6/10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7/10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8/10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9/10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10/10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~/ros2_curri/my_agv_ws/src/agv_vision/setup.py의 1/1 구현 블록을 직접 입력한다.</a:t>
            </a:r>
          </a:p>
          <a:p>
            <a:r>
              <a:t>[실행] nano ~/ros2_curri/my_agv_ws/src/agv_vision/setup.py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vision node보다 custom message package가 먼저 install/source되어야 import된다.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agv_interfaces agv_vision</a:t>
            </a:r>
          </a:p>
          <a:p>
            <a:r>
              <a:t>source install/setup.bash</a:t>
            </a:r>
          </a:p>
          <a:p>
            <a:r>
              <a:t>ros2 interface show agv_interfaces/msg/Detection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 파일과 Python dependency는 교육 환경에서 고정해야 재현된다.</a:t>
            </a:r>
          </a:p>
          <a:p>
            <a:r>
              <a:t>[실행] ros2 run agv_vision yolo_node --ros-args \</a:t>
            </a:r>
          </a:p>
          <a:p>
            <a:r>
              <a:t>  -p enable_yolo:=false</a:t>
            </a:r>
          </a:p>
          <a:p>
            <a:r>
              <a:t># ultralytics와 모델 파일 준비 뒤에만 true로 변경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agv_vision yolo_node --ros-args -p enable_yolo:=false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interface show agv_interfaces/msg/Detection</a:t>
            </a:r>
          </a:p>
          <a:p>
            <a:r>
              <a:t>ros2 topic info /detections</a:t>
            </a:r>
          </a:p>
          <a:p>
            <a:r>
              <a:t>ros2 param get /yolo_node confidence_threshold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blocks/E_autonomy_logic/M17_yolo_vision/complete/agv_ws/src || true</a:t>
            </a:r>
          </a:p>
          <a:p>
            <a:r>
              <a:t>cp -a my_agv_ws/src my_agv_ws/src_before_M17</a:t>
            </a:r>
          </a:p>
          <a:p>
            <a:r>
              <a:t>cp -a blocks/E_autonomy_logic/M17_yolo_vision/complete/agv_ws/src/.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M18 safety fusion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+ YOLO Vision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 camera 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M17</a:t>
            </a:r>
            <a:br/>
            <a:r>
              <a:t>Camera + YOLO Vision Node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M18 safety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M12에서 /camera/image_raw가 안정적으로 publish되고 cv_bridge 의존성이 설치된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 camera image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Image→cv_bridge→YOLO→DetectionArray 흐름과 모델·threshold 재현 정보를 관리한다.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/detections message 형식과 YOLO enable_yolo/model_path/threshold parameter를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M12 camera image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Image→cv_bridge→YOLO→DetectionArray 흐름과 모델·threshold 재현 정보를 관리한다.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vision_debug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/vision/debug_image: fallback이 ‘target not visible’을 표시해 camera pose·FOV·world 배치를 점검하는 오류 사례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YOLO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/detections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agv_interfaces/package.xml</a:t>
            </a:r>
            <a:br/>
            <a:r>
              <a:t>└── agv_interfaces/msg/Detection.msg</a:t>
            </a:r>
            <a:br/>
            <a:r>
              <a:t>└── agv_interfaces/msg/DetectionArray.msg</a:t>
            </a:r>
            <a:br/>
            <a:r>
              <a:t>└── agv_interfaces/CMakeLists.txt</a:t>
            </a:r>
            <a:br/>
            <a:r>
              <a:t>└── agv_bringup/package.xml</a:t>
            </a:r>
            <a:br/>
            <a:r>
              <a:t>└── agv_bringup/setup.py</a:t>
            </a:r>
            <a:br/>
            <a:r>
              <a:t>└── agv_vision/agv_vision/yolo_node.py</a:t>
            </a:r>
            <a:br/>
            <a:r>
              <a:t>└── agv_bringup/config/vision.yaml</a:t>
            </a:r>
            <a:br/>
            <a:r>
              <a:t>└── agv_vision/setup.py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~/ros2_curri/my_agv_ws/src/agv_interfaces/msg/Detection.msg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~/ros2_curri/my_agv_ws/src/agv_interfaces/CMakeLists.txt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find_package → add_executable/rosidl → ament_target_dependencies → install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컴파일·install을 수행할 때 사용한다.</a:t>
            </a:r>
            <a:br/>
            <a:r>
              <a:t>화면/출력: colcon build와 ros2 run/interface show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enable_yolo=false로 fallback부터 실행하고 모델 준비 뒤 true로 바꾼다.</a:t>
            </a:r>
            <a:br/>
            <a:r>
              <a:t>화면/출력: /vision/debug_image의 노란 box와 target 거리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interface와 bringup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다른 package가 함께 쓰는 message는 agv_interfaces에, 여러 node의 공통 설정은 agv_bringup에 따로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ros2 pkg create --build-type ament_cmake agv_interfaces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ros2 pkg create --build-type ament_python agv_bringup</a:t>
            </a:r>
          </a:p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mkdir -p agv_interfaces/msg agv_bringup/config agv_bringup/launch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~/ros2_curri/my_agv_ws/src/agv_interfaces/package.xml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&lt;name&gt;agv_interfaces&lt;/name&gt;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&lt;buildtool_depend&gt;ament_cmake&lt;/buildtool_depend&gt;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&lt;depend&gt;std_msgs&lt;/depend&gt;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&lt;package format="3"&gt;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&lt;name&gt;agv_interfaces&lt;/name&gt;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&lt;version&gt;0.1.0&lt;/version&gt;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&lt;description&gt;Custom messages for AGV perception.&lt;/description&gt;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&lt;maintainer email="student@example.com"&gt;AGV student&lt;/maintainer&gt;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&lt;license&gt;Apache-2.0&lt;/license&gt;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&lt;buildtool_depend&gt;ament_cmake&lt;/buildtool_depend&gt;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&lt;buildtool_depend&gt;rosidl_default_generators&lt;/buildtool_depend&gt;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&lt;depend&gt;std_msgs&lt;/depend&gt;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&lt;member_of_group&gt;rosidl_interface_packages&lt;/member_of_group&gt;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&lt;exec_depend&gt;rosidl_default_runtime&lt;/exec_depend&gt;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&lt;build_type&gt;ament_cmake&lt;/build_type&gt;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~/ros2_curri/my_agv_ws/src/agv_interfaces/msg/Detection.msg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~/ros2_curri/my_agv_ws/src/agv_interfaces/msg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~/ros2_curri/my_agv_ws/src/agv_interfaces/msg/Detection.msg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string class_name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custom message 안에 전달할 데이터 한 칸의 type과 이름을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interface show`에서 이 필드가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이번 모듈의 재현 가능한 파일의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float32 confidence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이번 모듈의 재현 가능한 파일의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~/ros2_curri/my_agv_ws/src/agv_interfaces/msg/Detection.msg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~/ros2_curri/my_agv_ws/src/agv_interfaces/msg/Detection.msg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string class_name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float32 confidence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int32 center_x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int32 center_y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int32 width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int32 height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float32 estimated_distance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~/ros2_curri/my_agv_ws/src/agv_interfaces/msg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~/ros2_curri/my_agv_ws/src/agv_interfaces/msg/DetectionArray.msg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~/ros2_curri/my_agv_ws/src/agv_interfaces/msg/DetectionArray.msg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이번 모듈의 재현 가능한 파일의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Detection[] detections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이번 모듈의 재현 가능한 파일의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~/ros2_curri/my_agv_ws/src/agv_interfaces/msg/DetectionArray.msg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~/ros2_curri/my_agv_ws/src/agv_interfaces/msg/DetectionArray.msg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Detection[] detections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~/ros2_curri/my_agv_ws/src/agv_interfaces/CMakeLists.txt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find_package(ament_cmake REQUIRED)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CMake에게 사용할 ROS/C++ 라이브러리를 먼저 찾으라고 요청합니다.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이후 target 연결 단계가 해당 라이브러리를 사용할 수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C++ 또는 interface package를 빌드·install하는 CMake 규칙의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colcon build가 컴파일·install을 수행할 때 사용한다.; colcon build와 ros2 run/interface show로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project(agv_interfaces)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C++ 또는 interface package를 빌드·install하는 CMake 규칙의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colcon build가 컴파일·install을 수행할 때 사용한다.; colcon build와 ros2 run/interface show로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~/ros2_curri/my_agv_ws/src/agv_interfaces/CMakeLists.txt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project(agv_interfaces)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find_package(ament_cmake REQUIRED)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find_package(rosidl_default_generators REQUIRED)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find_package(std_msgs REQUIRED)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rosidl_generate_interfaces(${PROJECT_NAME} "msg/Detection.msg" "msg/DetectionArray.msg" DEPENDENCIES std_msgs)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ament_export_dependencies(rosidl_default_runtime)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&lt;name&gt;agv_bringup&lt;/name&gt;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&lt;package format="3"&gt;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&lt;name&gt;agv_bringup&lt;/name&gt;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&lt;version&gt;0.1.0&lt;/version&gt;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&lt;description&gt;One-command launch and parameter files for the educational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AGV.&lt;/description&gt;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&lt;maintainer email="student@example.com"&gt;AGV student&lt;/maintainer&gt;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&lt;license&gt;Apache-2.0&lt;/license&gt;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&lt;buildtool_depend&gt;ament_python&lt;/buildtool_depend&gt;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&lt;exec_depend&gt;launch&lt;/exec_depend&gt;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&lt;exec_depend&gt;launch_ros&lt;/exec_depend&gt;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&lt;exec_depend&gt;agv_description&lt;/exec_depend&gt;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&lt;exec_depend&gt;agv_gazebo&lt;/exec_depend&gt;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&lt;exec_depend&gt;agv_control&lt;/exec_depend&gt;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&lt;exec_depend&gt;agv_sensors&lt;/exec_depend&gt;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&lt;exec_depend&gt;agv_vision&lt;/exec_depend&gt;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&lt;exec_depend&gt;agv_mission&lt;/exec_depend&gt;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&lt;exec_depend&gt;robot_state_publisher&lt;/exec_depend&gt;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&lt;exec_depend&gt;rviz2&lt;/exec_depend&gt;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&lt;build_type&gt;ament_python&lt;/build_type&gt;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&lt;/export&gt;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package_name = 'agv_bringup'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['resource/' + package_name]), ('share/' + package_name, ['package.xml']),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('share/' + package_name + '/launch', glob('launch/*.launch.py')),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('share/' + package_name + '/config', glob('config/*.yaml'))],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~/ros2_curri/my_agv_ws/src/agv_vision/agv_vision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~/ros2_curri/my_agv_ws/src/agv_vision/agv_vision/yolo_node.py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/vision/debug_image의 노란 box와 target 거리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YoloNode(Node):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super().__init__('yolo_node')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self.declare_parameter('model_path', 'yolo11n.pt')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self.create_publisher(DetectionArray,</a:t>
            </a:r>
            <a:br/>
            <a:r>
              <a:t>'/detections',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self.create_subscription(Image, '/camera/image_raw',</a:t>
            </a:r>
            <a:br/>
            <a:r>
              <a:t>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if self.get_parameter('enable_yolo').value: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self.get_logger().info('YOLO model loaded')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make_detection(self, header, class_name, confidence,</a:t>
            </a:r>
            <a:br/>
            <a:r>
              <a:t>x1, y1, x2, y2, image_width):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1/10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rclpy.qos import qos_profile_sensor_data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sensor_msgs.msg import Image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cv_bridge import CvBridge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agv_interfaces.msg import Detection, DetectionArray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cv2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YoloNode(Node):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2/10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self.declare_parameter('model_path', 'yolo11n.pt')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self.declare_parameter('confidence_threshold', 0.5)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self.declare_parameter('enable_yolo', False)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self.declare_parameter('enable_red_target_fallback', True)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self.declare_parameter('target_width_m', 0.25)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self.bridge = CvBridge()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self.create_publisher(DetectionArray, '/detections',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self.debug_publisher = self.create_publisher(Image, '/vision/debug_image',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qos_profile_sensor_data)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self.create_subscription(Image, '/camera/image_raw', self.callback,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qos_profile_sensor_data)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3/10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self.get_parameter('enable_yolo').value: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from ultralytics import YOLO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self.model = YOLO(self.get_parameter('model_path').value)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self.get_logger().info('YOLO model loaded')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except ImportError: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self.get_logger().error('ultralytics is not installed: follow M17 before enable_yolo:=true')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make_detection(self, header, class_name, confidence, x1, y1, x2, y2, image_width):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"""Estimate distance with a pinhole model for the fixed 60-degree course camera."""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width = max(1, x2 - x1)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4/10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distance = float(self.get_parameter('target_width_m').value) * focal_px / width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return Detection(header=header, class_name=class_name,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confidence=float(confidence), center_x=(x1 + x2) // 2,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center_y=(y1 + y2) // 2, width=width, height=max(1, y2 - y1),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estimated_distance=distance)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red_target_detection(self, image, header):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"""Dependency-free fallback for the red target placed in warehouse.sdf.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This is deliberately labelled as a fallback in the debug image.  It keeps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M17--M22 runnable before a learner downloads a YOLO model, while the same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5/10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hsv = cv2.cvtColor(image, cv2.COLOR_BGR2HSV)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lower_red = cv2.inRange(hsv, (0, 90, 70), (12, 255, 255))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upper_red = cv2.inRange(hsv, (165, 90, 70), (179, 255, 255))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mask = cv2.bitwise_or(lower_red, upper_red)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contours, _ = cv2.findContours(mask, cv2.RETR_EXTERNAL, cv2.CHAIN_APPROX_SIMPLE)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not contours: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return None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contour = max(contours, key=cv2.contourArea)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cv2.contourArea(contour) &lt; 80: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return None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6/10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return self.make_detection(header, 'red_target_fallback', 0.9, x, y, x + width,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y + height, image.shape[1])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image_message):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image = self.bridge.imgmsg_to_cv2(image_message, desired_encoding='bgr8')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debug = image.copy()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output = DetectionArray(header=image_message.header)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label = 'no detection'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self.model is not None: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result = self.model(image, verbose=False)[0]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threshold = self.get_parameter('confidence_threshold').value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7/10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confidence = float(box.conf[0])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if confidence &lt; threshold: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    continue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x1, y1, x2, y2 = [int(value) for value in box.xyxy[0].tolist()]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detection = self.make_detection(image_message.header,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    result.names[int(box.cls[0])], confidence, x1, y1, x2, y2,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    image.shape[1])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output.detections.append(detection)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cv2.rectangle(debug, (x1, y1), (x2, y2), (30, 220, 30), 2)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label = f'YOLO {detection.class_name} {confidence:.2f}'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elif self.get_parameter('enable_red_target_fallback').value: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8/10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if detection is not None: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output.detections.append(detection)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x1 = detection.center_x - detection.width // 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y1 = detection.center_y - detection.height // 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x2, y2 = (x1 + detection.width, y1 + detection.height)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cv2.rectangle(debug, (x1, y1), (x2, y2), (0, 215, 255), 2)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label = f'course fallback target {detection.estimated_distance:.2f} m'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else: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label = 'course fallback: red target not visible'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cv2.putText(debug, label, (12, 28), cv2.FONT_HERSHEY_SIMPLEX, 0.65, (255, 255,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255), 2)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9/10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self.debug_publisher.publish(self.bridge.cv2_to_imgmsg(debug, encoding='bgr8'))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YoloNode()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10/10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~/ros2_curri/my_agv_ws/src/agv_bringup/config/vision.yaml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ros__parameters: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use_sim_time: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enable_yolo: false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enable_red_target_fallback: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model_path: yolo11n.pt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~/ros2_curri/my_agv_ws/src/agv_vision/setup.py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['yolo_node =</a:t>
            </a:r>
            <a:br/>
            <a:r>
              <a:t>agv_vision.yolo_node:main']})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9/9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package_name = 'agv_vision'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 packages=find_packages(exclude=['test']),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data_files=[('share/ament_index/resource_index/packages',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['resource/' + package_name]), ('share/' + package_name, ['package.xml'])],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install_requires=['setuptools'], zip_safe=True, maintainer='AGV student',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maintainer_email='student@example.com', license='Apache-2.0',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interface를 먼저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vision node보다 custom message package가 먼저 install/source되어야 import된다.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colcon build --symlink-install --packages-select agv_interfaces agv_vision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agv_interfaces/msg/Detection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YOLO 실행 정책을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모델 파일과 Python dependency는 교육 환경에서 고정해야 재현된다.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agv_vision yolo_node --ros-args \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-p enable_yolo:=false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agv_vision yolo_node --ros-args -p enable_yolo:=false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이 node를 실행합니다. 출력이 계속 나오는 동안 Ctrl+C로 종료하지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/vision/debug_image: fallback이 ‘target not visible’을 표시해 camera pose·FOV·world 배치를 점검하는 오류 사례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vision_debug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076" y="1353312"/>
            <a:ext cx="640080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852" y="1353312"/>
            <a:ext cx="8955247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agv_interfaces/msg/Detection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/detections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param get /yolo_node confidence_threshold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모델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model_path와 모델 파일 배포 정책을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Custom msg import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agv_interfaces 빌드·source·package dependency를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blocks/E_autonomy_logic/M17_yolo_vision/complete/agv_ws/src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my_agv_ws/src_before_M17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blocks/E_autonomy_logic/M17_yolo_vision/complete/agv_ws/src/.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confidence_threshold를 0.50에서 0.70으로 바꿨을 때 어떤 검출이 제거될지 설명하고 parameter 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/detections message 형식과 YOLO enable_yolo/model_path/threshold parameter를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blocks/E_autonomy_logic/M17_yolo_vision/complete/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M18 safety 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M17 · Block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