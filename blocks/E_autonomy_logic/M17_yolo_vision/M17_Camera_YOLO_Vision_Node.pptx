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~/ros2_curri/agv_ws/src/agv_interfaces/msg/Detection.msg의 전체 파일을 1/1 구간으로 작성한다.</a:t>
            </a:r>
          </a:p>
          <a:p>
            <a:r>
              <a:t>[실행] nano ~/ros2_curri/agv_ws/src/agv_interfaces/msg/Detection.msg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~/ros2_curri/agv_ws/src/agv_interfaces/msg/DetectionArray.msg의 전체 파일을 1/1 구간으로 작성한다.</a:t>
            </a:r>
          </a:p>
          <a:p>
            <a:r>
              <a:t>[실행] nano ~/ros2_curri/agv_ws/src/agv_interfaces/msg/DetectionArray.msg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~/ros2_curri/agv_ws/src/agv_interfaces/CMakeLists.txt의 전체 파일을 1/1 구간으로 작성한다.</a:t>
            </a:r>
          </a:p>
          <a:p>
            <a:r>
              <a:t>[실행] nano ~/ros2_curri/agv_ws/src/agv_interfaces/CMakeLists.txt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2/10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3/10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4/10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5/10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6/10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7/10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8/10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9/10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10/10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~/ros2_curri/agv_ws/src/agv_bringup/config/vision.yaml의 전체 파일을 1/1 구간으로 작성한다.</a:t>
            </a:r>
          </a:p>
          <a:p>
            <a:r>
              <a:t>[실행] nano ~/ros2_curri/agv_ws/src/agv_bringup/config/vision.yaml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~/ros2_curri/agv_ws/src/agv_vision/setup.py의 전체 파일을 1/1 구간으로 작성한다.</a:t>
            </a:r>
          </a:p>
          <a:p>
            <a:r>
              <a:t>[실행] nano ~/ros2_curri/agv_ws/src/agv_vision/setup.py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M17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  <a:br/>
            <a:r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agv_interfaces/msg/Detection.msg</a:t>
            </a:r>
            <a:br/>
            <a:r>
              <a:t>└── agv_interfaces/msg/DetectionArray.msg</a:t>
            </a:r>
            <a:br/>
            <a:r>
              <a:t>└── agv_interfaces/CMakeLists.txt</a:t>
            </a:r>
            <a:br/>
            <a:r>
              <a:t>└── agv_vision/agv_vision/yolo_node.py</a:t>
            </a:r>
            <a:br/>
            <a:r>
              <a:t>└── agv_bringup/config/vision.yaml</a:t>
            </a:r>
            <a:br/>
            <a:r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colcon build --symlink-install --packages-select agv_interfaces agv_vision</a:t>
            </a:r>
            <a:br/>
            <a:r>
              <a:t>source install/setup.bash</a:t>
            </a:r>
            <a:br/>
            <a:r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agv_vision yolo_node --ros-args \</a:t>
            </a:r>
            <a:br/>
            <a:r>
              <a:t>  -p enable_yolo:=false</a:t>
            </a:r>
            <a:br/>
            <a:r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~/ros2_curri/agv_ws/src/agv_interfaces/msg</a:t>
            </a:r>
            <a:br/>
            <a:r>
              <a:t>파일 열기: nano ~/ros2_curri/agv_ws/src/agv_interfaces/msg/Detection.msg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string class_name</a:t>
            </a:r>
            <a:br/>
            <a:r>
              <a:t>float32 confidence</a:t>
            </a:r>
            <a:br/>
            <a:r>
              <a:t>int32 center_x</a:t>
            </a:r>
            <a:br/>
            <a:r>
              <a:t>int32 center_y</a:t>
            </a:r>
            <a:br/>
            <a:r>
              <a:t>int32 width</a:t>
            </a:r>
            <a:br/>
            <a:r>
              <a:t>int32 height</a:t>
            </a:r>
            <a:br/>
            <a:r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~/ros2_curri/agv_ws/src/agv_interfaces/msg</a:t>
            </a:r>
            <a:br/>
            <a:r>
              <a:t>파일 열기: nano ~/ros2_curri/agv_ws/src/agv_interfaces/msg/DetectionArray.msg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~/ros2_curri/agv_ws/src/agv_interfaces</a:t>
            </a:r>
            <a:br/>
            <a:r>
              <a:t>파일 열기: nano ~/ros2_curri/agv_ws/src/agv_interfaces/CMakeLists.txt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project(agv_interfaces)</a:t>
            </a:r>
            <a:br/>
            <a:r>
              <a:t>find_package(ament_cmake REQUIRED)</a:t>
            </a:r>
            <a:br/>
            <a:r>
              <a:t>find_package(rosidl_default_generators REQUIRED)</a:t>
            </a:r>
            <a:br/>
            <a:r>
              <a:t>find_package(std_msgs REQUIRED)</a:t>
            </a:r>
            <a:br/>
            <a:r>
              <a:t>rosidl_generate_interfaces(${PROJECT_NAME} "msg/Detection.msg" "msg/DetectionArray.msg" DEPENDENCIES std_msgs)</a:t>
            </a:r>
            <a:br/>
            <a:r>
              <a:t>ament_export_dependencies(rosidl_default_runtime)</a:t>
            </a:r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r>
              <a:t>import cv2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self.declare_parameter('enable_red_target_fallback', True)</a:t>
            </a:r>
            <a:br/>
            <a:r>
              <a:t>        self.declare_parameter('target_width_m', 0.25)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self.debug_publisher = self.create_publisher(Image, '/vision/debug_image',</a:t>
            </a:r>
            <a:br/>
            <a:r>
              <a:t>            qos_profile_sensor_data)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make_detection(self, header, class_name, confidence, x1, y1, x2, y2, image_width):</a:t>
            </a:r>
            <a:br/>
            <a:r>
              <a:t>        """Estimate distance with a pinhole model for the fixed 60-degree course camera."""</a:t>
            </a:r>
            <a:br/>
            <a:r>
              <a:t>        width = max(1, x2 - x1)</a:t>
            </a:r>
            <a:br/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  <a:br/>
            <a:r>
              <a:t>        return Detection(header=header, class_name=class_name,</a:t>
            </a:r>
            <a:br/>
            <a:r>
              <a:t>            confidence=float(confidence), center_x=(x1 + x2) // 2,</a:t>
            </a:r>
            <a:br/>
            <a:r>
              <a:t>            center_y=(y1 + y2) // 2, width=width, height=max(1, y2 - y1),</a:t>
            </a:r>
            <a:br/>
            <a:r>
              <a:t>            estimated_distance=distance)</a:t>
            </a:r>
            <a:br/>
            <a:br/>
            <a:r>
              <a:t>    def red_target_detection(self, image, header):</a:t>
            </a:r>
            <a:br/>
            <a:r>
              <a:t>        """Dependency-free fallback for the red target placed in warehouse.sdf.</a:t>
            </a:r>
            <a:br/>
            <a:br/>
            <a:r>
              <a:t>        This is deliberately labelled as a fallback in the debug image.  It keeps</a:t>
            </a:r>
            <a:br/>
            <a:r>
              <a:t>        M17--M22 runnable before a learner downloads a YOLO model, while the same</a:t>
            </a:r>
            <a:br/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  <a:br/>
            <a:r>
              <a:t>        hsv = cv2.cvtColor(image, cv2.COLOR_BGR2HSV)</a:t>
            </a:r>
            <a:br/>
            <a:r>
              <a:t>        lower_red = cv2.inRange(hsv, (0, 90, 70), (12, 255, 255))</a:t>
            </a:r>
            <a:br/>
            <a:r>
              <a:t>        upper_red = cv2.inRange(hsv, (165, 90, 70), (179, 255, 255))</a:t>
            </a:r>
            <a:br/>
            <a:r>
              <a:t>        mask = cv2.bitwise_or(lower_red, upper_red)</a:t>
            </a:r>
            <a:br/>
            <a:r>
              <a:t>        contours, _ = cv2.findContours(mask, cv2.RETR_EXTERNAL, cv2.CHAIN_APPROX_SIMPLE)</a:t>
            </a:r>
            <a:br/>
            <a:r>
              <a:t>        if not contours:</a:t>
            </a:r>
            <a:br/>
            <a:r>
              <a:t>            return None</a:t>
            </a:r>
            <a:br/>
            <a:r>
              <a:t>        contour = max(contours, key=cv2.contourArea)</a:t>
            </a:r>
            <a:br/>
            <a:r>
              <a:t>        if cv2.contourArea(contour) &lt; 80:</a:t>
            </a:r>
            <a:br/>
            <a:r>
              <a:t>            return None</a:t>
            </a:r>
            <a:br/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  <a:br/>
            <a:r>
              <a:t>            y + height, image.shape[1])</a:t>
            </a:r>
            <a:br/>
            <a:br/>
            <a:r>
              <a:t>    def callback(self, image_message):</a:t>
            </a:r>
            <a:br/>
            <a:r>
              <a:t>        image = self.bridge.imgmsg_to_cv2(image_message, desired_encoding='bgr8')</a:t>
            </a:r>
            <a:br/>
            <a:r>
              <a:t>        debug = image.copy()</a:t>
            </a:r>
            <a:br/>
            <a:r>
              <a:t>        output = DetectionArray(header=image_message.header)</a:t>
            </a:r>
            <a:br/>
            <a:r>
              <a:t>        label = 'no detection'</a:t>
            </a:r>
            <a:br/>
            <a:r>
              <a:t>        if self.model is not None: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self.make_detection(image_message.header,</a:t>
            </a:r>
            <a:br/>
            <a:r>
              <a:t>                    result.names[int(box.cls[0])], confidence, x1, y1, x2, y2,</a:t>
            </a:r>
            <a:br/>
            <a:r>
              <a:t>                    image.shape[1])</a:t>
            </a:r>
            <a:br/>
            <a:r>
              <a:t>                output.detections.append(detection)</a:t>
            </a:r>
            <a:br/>
            <a:r>
              <a:t>                cv2.rectangle(debug, (x1, y1), (x2, y2), (30, 220, 30), 2)</a:t>
            </a:r>
            <a:br/>
            <a:r>
              <a:t>                label = f'YOLO {detection.class_name} {confidence:.2f}'</a:t>
            </a:r>
            <a:br/>
            <a:r>
              <a:t>        elif self.get_parameter('enable_red_target_fallback').value:</a:t>
            </a:r>
            <a:br/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  <a:br/>
            <a:r>
              <a:t>                output.detections.append(detection)</a:t>
            </a:r>
            <a:br/>
            <a:r>
              <a:t>                x1 = detection.center_x - detection.width // 2</a:t>
            </a:r>
            <a:br/>
            <a:r>
              <a:t>                y1 = detection.center_y - detection.height // 2</a:t>
            </a:r>
            <a:br/>
            <a:r>
              <a:t>                x2, y2 = (x1 + detection.width, y1 + detection.height)</a:t>
            </a:r>
            <a:br/>
            <a:r>
              <a:t>                cv2.rectangle(debug, (x1, y1), (x2, y2), (0, 215, 255), 2)</a:t>
            </a:r>
            <a:br/>
            <a:r>
              <a:t>                label = f'course fallback target {detection.estimated_distance:.2f} m'</a:t>
            </a:r>
            <a:br/>
            <a:r>
              <a:t>            else:</a:t>
            </a:r>
            <a:br/>
            <a:r>
              <a:t>                label = 'course fallback: red target not visible'</a:t>
            </a:r>
            <a:br/>
            <a:r>
              <a:t>        cv2.putText(debug, label, (12, 28), cv2.FONT_HERSHEY_SIMPLEX, 0.65, (255, 255,</a:t>
            </a:r>
            <a:br/>
            <a:r>
              <a:t>            255), 2)</a:t>
            </a:r>
            <a:br/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enable_red_target_fallback: true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17/18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</a:t>
            </a:r>
            <a:br/>
            <a:r>
              <a:t>파일 열기: nano ~/ros2_curri/agv_ws/src/agv_vision/setup.py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'agv_vision'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/vision/debug_image: fallback이 ‘target not visible’을 표시해 camera pose·FOV·world 배치를 점검하는 오류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agv_interfaces/msg/Detection</a:t>
            </a:r>
            <a:br/>
            <a:r>
              <a:t>ros2 topic info /detections</a:t>
            </a:r>
            <a:br/>
            <a:r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model_path와 모델 파일 배포 정책을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agv_interfaces 빌드·source·package dependency를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