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1/4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2/4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3/4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4/4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M18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  <a:br/>
            <a:r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  <a:br/>
            <a:r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agv_sensors/agv_sensors/lidar_processor.py</a:t>
            </a:r>
            <a:br/>
            <a:r>
              <a:t>└── agv_control/agv_control/safety_controller.py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safety_controller --ros-args \</a:t>
            </a:r>
            <a:br/>
            <a:r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/cmd_vel_raw</a:t>
            </a:r>
            <a:br/>
            <a:r>
              <a:t>ros2 topic echo /cmd_vel</a:t>
            </a:r>
            <a:br/>
            <a:r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LaserScan</a:t>
            </a:r>
            <a:br/>
            <a:r>
              <a:t>from std_msgs.msg import Float32</a:t>
            </a:r>
            <a:br/>
            <a:br/>
            <a:r>
              <a:t>class LidarProcessor(Node):</a:t>
            </a:r>
            <a:br/>
            <a:br/>
            <a:r>
              <a:t>    def __init__(self):</a:t>
            </a:r>
            <a:br/>
            <a:r>
              <a:t>        super().__init__('lidar_processor')</a:t>
            </a:r>
            <a:br/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  <a:br/>
            <a:r>
              <a:t>            qos_profile_sensor_data)</a:t>
            </a:r>
            <a:br/>
            <a:r>
              <a:t>        self.publisher = self.create_publisher(Float32, '/obstacle_distance', 10)</a:t>
            </a:r>
            <a:br/>
            <a:br/>
            <a:r>
              <a:t>    def callback(self, scan):</a:t>
            </a:r>
            <a:br/>
            <a:r>
              <a:t>        half_angle = math.radians(self.get_parameter('front_half_angle_deg').value)</a:t>
            </a:r>
            <a:br/>
            <a:r>
              <a:t>        front_ranges = [distance for index,</a:t>
            </a:r>
            <a:br/>
            <a:r>
              <a:t>            distance in enumerate(scan.ranges) if abs(scan.angle_min + index * scan.angle_increment) &lt;= half_angle and math.isfinite(distance)]</a:t>
            </a:r>
            <a:br/>
            <a:r>
              <a:t>        result = Float32(data=min(front_ranges) if front_ranges else float('inf'))</a:t>
            </a:r>
            <a:br/>
            <a:r>
              <a:t>        self.publisher.publish(result)</a:t>
            </a:r>
            <a:br/>
            <a:br/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  <a:br/>
            <a:r>
              <a:t>    node = LidarProcessor()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  <a:br/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r>
              <a:t>from sensor_msgs.msg import LaserScan</a:t>
            </a:r>
            <a:br/>
            <a:br/>
            <a:r>
              <a:t>class SafetyController(Node):</a:t>
            </a:r>
            <a:br/>
            <a:r>
              <a:t>    """Pass a desired command through unless an obstacle is within stop_distance."""</a:t>
            </a:r>
            <a:br/>
            <a:br/>
            <a:r>
              <a:t>    def __init__(self):</a:t>
            </a:r>
            <a:br/>
            <a:r>
              <a:t>        super().__init__('safety_controller')</a:t>
            </a:r>
            <a:br/>
            <a:r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  <a:br/>
            <a:r>
              <a:t>        self.obstacle_distance = math.inf</a:t>
            </a:r>
            <a:br/>
            <a:r>
              <a:t>        self.create_subscription(LaserScan, '/scan', self.scan_callback, 10)</a:t>
            </a:r>
            <a:br/>
            <a:r>
              <a:t>        self.create_subscription(Twist, '/cmd_vel_raw', self.command_callback, 10)</a:t>
            </a:r>
            <a:br/>
            <a:r>
              <a:t>        self.publisher = self.create_publisher(Twist, '/cmd_vel', 10)</a:t>
            </a:r>
            <a:br/>
            <a:br/>
            <a:r>
              <a:t>    def scan_callback(self, scan):</a:t>
            </a:r>
            <a:br/>
            <a:r>
              <a:t>        limit = math.radians(self.get_parameter('front_half_angle_deg').value)</a:t>
            </a:r>
            <a:br/>
            <a:r>
              <a:t>        readings = [value for index,</a:t>
            </a:r>
            <a:br/>
            <a:r>
              <a:t>            value in enumerate(scan.ranges) if abs(scan.angle_min + index * scan.angle_increment) &lt;= limit and math.isfinite(value)]</a:t>
            </a:r>
            <a:br/>
            <a:r>
              <a:t>        self.obstacle_distance = min(readings) if readings else math.inf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command_callback(self, command):</a:t>
            </a:r>
            <a:br/>
            <a:r>
              <a:t>        safe = Twist()</a:t>
            </a:r>
            <a:br/>
            <a:r>
              <a:t>        if self.obstacle_distance &gt;= self.get_parameter('stop_distance').value or command.linear.x &lt;= 0.0:</a:t>
            </a:r>
            <a:br/>
            <a:r>
              <a:t>            safe = command</a:t>
            </a:r>
            <a:br/>
            <a:r>
              <a:t>        else:</a:t>
            </a:r>
            <a:br/>
            <a:r>
              <a:t>            self.get_logger().warn('obstacle at %.2f m: stopping forward command' % self.obstacle_distance)</a:t>
            </a:r>
            <a:br/>
            <a:r>
              <a:t>        self.publisher.publish(safe)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SafetyController()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~/ros2_curri/agv_ws/src/agv_control/agv_control</a:t>
            </a:r>
            <a:br/>
            <a:r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    target_timeout_sec: 0.70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~/ros2_curri/agv_ws/src/agv_bringup/config</a:t>
            </a:r>
            <a:br/>
            <a:r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safety sector Marker와 Path를 추가해 확인하는 통합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2_rviz_marker_path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/cmd_vel_raw</a:t>
            </a:r>
            <a:br/>
            <a:r>
              <a:t>ros2 topic info /cmd_vel</a:t>
            </a:r>
            <a:br/>
            <a:r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sector 각도·finite range·threshold m 단위를 확인한다.</a:t>
            </a:r>
            <a:br/>
            <a:r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inf/NaN 처리와 lidar frame 전방 방향을 확인한다.</a:t>
            </a:r>
            <a:br/>
            <a:r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