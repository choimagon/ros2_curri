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전방 LiDAR 거리와 mission command 사이에 Safety Controller를 두어 STOP을 최우선으로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이전=M13 + M17 outputs, 다음=M19 FSM을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전방 LiDAR 거리와 mission command 사이에 Safety Controller를 두어 STOP을 최우선으로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LaserScan의 전방 sector에서 유효 거리 최소값을 계산하는 안전 입력 노드</a:t>
            </a:r>
          </a:p>
          <a:p>
            <a:r>
              <a:t>[실행] mkdir -p ~/ros2_curri/my_agv_ws/src/agv_sensors/agv_sensors</a:t>
            </a:r>
          </a:p>
          <a:p>
            <a:r>
              <a:t>nano ~/ros2_curri/my_agv_ws/src/agv_sensors/agv_sensors/lidar_processor.py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1/3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2/3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3/3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~/ros2_curri/my_agv_ws/src/agv_control/agv_control/safety_controller.py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1/4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2/4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3/4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4/4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~/ros2_curri/my_agv_ws/src/agv_bringup/config/mission.yaml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1/2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2/2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distance는 m 단위이며 safety가 vision보다 먼저 final /cmd_vel을 결정한다.</a:t>
            </a:r>
          </a:p>
          <a:p>
            <a:r>
              <a:t>[실행] ros2 run agv_control safety_controller --ros-args \</a:t>
            </a:r>
          </a:p>
          <a:p>
            <a:r>
              <a:t>  -p stop_distance:=0.5 -p front_half_angle_deg:=15.0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mission은 /cmd_vel_raw, 안전 필터만 /cmd_vel을 발행한다.</a:t>
            </a:r>
          </a:p>
          <a:p>
            <a:r>
              <a:t>[실행] ros2 topic echo /cmd_vel_raw</a:t>
            </a:r>
          </a:p>
          <a:p>
            <a:r>
              <a:t>ros2 topic echo /cmd_vel</a:t>
            </a:r>
          </a:p>
          <a:p>
            <a:r>
              <a:t>ros2 topic echo /scan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~/ros2_curri/my_agv_ws/install/setup.bash</a:t>
            </a:r>
          </a:p>
          <a:p>
            <a:r>
              <a:t>ros2 run agv_control safety_controller --ros-args -p stop_distance:=0.5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/cmd_vel_raw</a:t>
            </a:r>
          </a:p>
          <a:p>
            <a:r>
              <a:t>ros2 topic info /cmd_vel</a:t>
            </a:r>
          </a:p>
          <a:p>
            <a:r>
              <a:t>ros2 param get /safety_controller stop_distance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blocks/E_autonomy_logic/M18_obstacle_perception/complete/agv_ws/src || true</a:t>
            </a:r>
          </a:p>
          <a:p>
            <a:r>
              <a:t>cp -a my_agv_ws/src my_agv_ws/src_before_M18</a:t>
            </a:r>
          </a:p>
          <a:p>
            <a:r>
              <a:t>cp -a blocks/E_autonomy_logic/M18_obstacle_perception/complete/agv_ws/src/.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M19 FSM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LiDAR 장애물 감지와 Perception 결합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0.5 m 안 장애물에서 forward cmd_vel이 zero Twist로 바뀌는 조건을 설명한다.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M13 + M17 outputs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M18</a:t>
            </a:r>
            <a:br/>
            <a:r>
              <a:t>LiDAR 장애물 감지와 Perception 결합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M19 FSM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0.5 m 안 장애물에서 forward cmd_vel이 zero Twist로 바뀌는 조건을 설명한다.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M13 obstacle_distance와 M17 DetectionArray가 각각 topic으로 나오는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M13 + M17 outputs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전방 LiDAR 거리와 mission command 사이에 Safety Controller를 두어 STOP을 최우선으로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0.5 m 안 장애물에서 forward cmd_vel이 zero Twist로 바뀌는 조건을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M13 + M17 outputs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전방 LiDAR 거리와 mission command 사이에 Safety Controller를 두어 STOP을 최우선으로 만든다.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0.5 m 안 장애물에서 forward cmd_vel이 zero Twist로 바뀌는 조건을 설명한다.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3개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2_rviz_marker_path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639" y="1389888"/>
            <a:ext cx="6067672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RViz2: safety sector Marker와 Path를 추가해 확인하는 통합 display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/scan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safety</a:t>
            </a:r>
            <a:br/>
            <a:r>
              <a:t>priority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/cmd_vel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DiffDrive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agv_sensors/agv_sensors/lidar_processor.py</a:t>
            </a:r>
            <a:br/>
            <a:r>
              <a:t>└── agv_control/agv_control/safety_controller.py</a:t>
            </a:r>
            <a:br/>
            <a:r>
              <a:t>└── agv_bringup/config/mission.yaml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LaserScan의 전방 sector에서 유효 거리 최소값을 계산하는 안전 입력 노드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ranges 필터 → 각도 index → minimum → /obstacle_distance publish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뒤 /scan과 /obstacle_distance를 별 터미널에서 본다.</a:t>
            </a:r>
            <a:br/>
            <a:r>
              <a:t>화면/출력: LiDAR terminal의 frame·range와 RViz LaserScan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import → Node 생성 → publisher/subscription → callback/main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package를 build·source한 뒤 ros2 run 또는 launch에서 실행한다.</a:t>
            </a:r>
            <a:br/>
            <a:r>
              <a:t>화면/출력: terminal의 node/topic/log 출력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이름 → type/value → launch에서 전달되는 위치를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실행 뒤 ros2 param/topic 명령으로 확인한다.</a:t>
            </a:r>
            <a:br/>
            <a:r>
              <a:t>화면/출력: terminal의 parameter/topic 출력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LaserScan의 전방 sector에서 유효 거리 최소값을 계산하는 안전 입력 노드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~/ros2_curri/my_agv_ws/src/agv_sensors/agv_sensors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~/ros2_curri/my_agv_ws/src/agv_sensors/agv_sensors/lidar_processor.py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LiDAR terminal의 frame·range와 RViz LaserScan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class LidarProcessor(Node):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super().__init__('lidar_processor')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self.declare_parameter('front_half_angle_deg', 15.0)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self.subscription = self.create_subscription(LaserScan,</a:t>
            </a:r>
            <a:br/>
            <a:r>
              <a:t>'/scan', self.callback,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지정 topic의 message를 받아 callback으로 넘깁니다.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입력 topic을 publish하면 callback의 log 또는 출력이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self.publisher = self.create_publisher(Float32,</a:t>
            </a:r>
            <a:br/>
            <a:r>
              <a:t>'/obstacle_distance', 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어떤 message를 어느 topic으로 내보낼지 만듭니다.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topic info`에서 publisher 수가 늘어납니다.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callback(self, scan):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half_angle =</a:t>
            </a:r>
            <a:br/>
            <a:r>
              <a:t>math.radians(self.get_parameter('front_half_angle_deg').value)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등록한 parameter의 현재 값을 읽어 실제 계산에 사용합니다.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param get` 값이 node 동작에 반영됩니다.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self.publisher.publish(result)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완성한 message를 지금 topic으로 한 번 전송합니다.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다른 terminal의 `ros2 topic echo`에서 같은 값이 보입니다.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~/ros2_curri/my_agv_ws/src/agv_sensors/agv_sensors/lidar_processor.py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rclpy.node import Node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rclpy.qos import qos_profile_sensor_data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sensor_msgs.msg import LaserScan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std_msgs.msg import Float32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class LidarProcessor(Node):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__init__(self):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super().__init__('lidar_processor')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self.declare_parameter('front_half_angle_deg', 15.0)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~/ros2_curri/my_agv_ws/src/agv_sensors/agv_sensors/lidar_processor.py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self.subscription = self.create_subscription(LaserScan, '/scan', self.callback,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qos_profile_sensor_data)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self.publisher = self.create_publisher(Float32, '/obstacle_distance', 10)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callback(self, scan):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half_angle = math.radians(self.get_parameter('front_half_angle_deg').value)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front_ranges = [distance for index,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distance in enumerate(scan.ranges) if abs(scan.angle_min + index * scan.angle_increment) &lt;= half_angle and math.isfinite(distance)]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result = Float32(data=min(front_ranges) if front_ranges else float('inf'))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self.publisher.publish(result)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def main():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~/ros2_curri/my_agv_ws/src/agv_sensors/agv_sensors/lidar_processor.py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rclpy.init()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node = LidarProcessor()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try: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rclpy.spin(node)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except KeyboardInterrupt: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pass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finally: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node.destroy_node()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rclpy.ok():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~/ros2_curri/my_agv_ws/src/agv_control/agv_control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~/ros2_curri/my_agv_ws/src/agv_control/agv_control/safety_controller.py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class SafetyController(Node):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super().__init__('safety_controller')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self.declare_parameter('stop_distance', 0.5)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self.create_subscription(LaserScan, '/scan',</a:t>
            </a:r>
            <a:br/>
            <a:r>
              <a:t>self.scan_callback, 10)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지정 topic의 message를 받아 callback으로 넘깁니다.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입력 topic을 publish하면 callback의 log 또는 출력이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self.publisher = self.create_publisher(Twist, '/cmd_vel',</a:t>
            </a:r>
            <a:br/>
            <a:r>
              <a:t>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어떤 message를 어느 topic으로 내보낼지 만듭니다.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topic info`에서 publisher 수가 늘어납니다.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scan_callback(self, scan):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limit =</a:t>
            </a:r>
            <a:br/>
            <a:r>
              <a:t>math.radians(self.get_parameter('front_half_angle_deg').value)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등록한 parameter의 현재 값을 읽어 실제 계산에 사용합니다.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param get` 값이 node 동작에 반영됩니다.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self.get_logger().warn('obstacle at %.2f m: stopping</a:t>
            </a:r>
            <a:br/>
            <a:r>
              <a:t>forward command' % self.obstacle_distance)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현재 상태나 계산 결과를 사람이 볼 수 있게 terminal에 남깁니다.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node를 실행한 terminal에서 이 문장이 출력됩니다.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~/ros2_curri/my_agv_ws/src/agv_control/agv_control/safety_controller.py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rclpy.node import Node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geometry_msgs.msg import Twist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sensor_msgs.msg import LaserScan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class SafetyController(Node):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"""Pass a desired command through unless an obstacle is within stop_distance."""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__init__(self):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super().__init__('safety_controller')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self.declare_parameter('stop_distance', 0.5)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~/ros2_curri/my_agv_ws/src/agv_control/agv_control/safety_controller.py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self.declare_parameter('front_half_angle_deg', 15.0)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self.obstacle_distance = math.inf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self.create_subscription(LaserScan, '/scan', self.scan_callback, 10)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self.create_subscription(Twist, '/cmd_vel_raw', self.command_callback, 10)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self.publisher = self.create_publisher(Twist, '/cmd_vel', 10)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scan_callback(self, scan):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limit = math.radians(self.get_parameter('front_half_angle_deg').value)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readings = [value for index,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value in enumerate(scan.ranges) if abs(scan.angle_min + index * scan.angle_increment) &lt;= limit and math.isfinite(value)]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self.obstacle_distance = min(readings) if readings else math.inf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~/ros2_curri/my_agv_ws/src/agv_control/agv_control/safety_controller.py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command_callback(self, command):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safe = Twist()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self.obstacle_distance &gt;= self.get_parameter('stop_distance').value or command.linear.x &lt;= 0.0: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safe = command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else: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self.get_logger().warn('obstacle at %.2f m: stopping forward command' % self.obstacle_distance)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self.publisher.publish(safe)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def main():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rclpy.init()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node = SafetyController()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try: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~/ros2_curri/my_agv_ws/src/agv_control/agv_control/safety_controller.py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rclpy.spin(node)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except KeyboardInterrupt: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pass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finally: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node.destroy_node()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rclpy.ok():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~/ros2_curri/my_agv_ws/src/agv_bringup/config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~/ros2_curri/my_agv_ws/src/agv_bringup/config/mission.yaml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mission_manager: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실행 시 읽히는 ROS 2 설정값의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use_sim_time: true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실행 시 읽히는 ROS 2 설정값의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3/3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~/ros2_curri/my_agv_ws/src/agv_bringup/config/mission.yaml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mission_manager: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ros__parameters: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use_sim_time: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stop_distance: 0.50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search_speed: 0.25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approach_speed: 0.15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image_center_x: 320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target_timeout_sec: 0.70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safety_controller: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ros__parameters: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use_sim_time: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stop_distance: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3/3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~/ros2_curri/my_agv_ws/src/agv_bringup/config/mission.yaml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안전 임계값을 고정한다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distance는 m 단위이며 safety가 vision보다 먼저 final /cmd_vel을 결정한다.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run agv_control safety_controller --ros-args \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  -p stop_distance:=0.5 -p front_half_angle_deg:=15.0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터미널 1 역할: 이 node를 실행합니다. 출력이 계속 나오는 동안 Ctrl+C로 종료하지 않습니다.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raw와 safe command를 분리한다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mission은 /cmd_vel_raw, 안전 필터만 /cmd_vel을 발행한다.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echo /cmd_vel_raw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echo /cmd_vel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echo /scan --once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터미널 1 역할: 다른 터미널의 실행 결과를 이 창에서 관찰·검증합니다.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 순서를 바꾸지 않습니다. build가 끝난 뒤 source하고, 마지막 명령으로 node·Gazebo·RViz를 실행합니다.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~/ros2_curri/my_agv_ws/install/setup.bash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run agv_control safety_controller --ros-args -p stop_distance:=0.5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터미널 1 역할: 이 node를 실행합니다. 출력이 계속 나오는 동안 Ctrl+C로 종료하지 않습니다.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0.5 m 안 장애물에서 forward cmd_vel이 zero Twist로 바뀌는 조건을 설명한다.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RViz2: safety sector Marker와 Path를 추가해 확인하는 통합 display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2_rviz_marker_path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409" y="1353312"/>
            <a:ext cx="624613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562649"/>
            <a:ext cx="10607040" cy="43819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/cmd_vel_raw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/cmd_vel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param get /safety_controller stop_distance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0.5 m 안 장애물에서 forward cmd_vel이 zero Twist로 바뀌는 조건을 설명한다.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장애물이 있는데 멈추지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sector 각도·finite range·threshold m 단위를 확인한다.</a:t>
            </a:r>
            <a:br/>
            <a:r>
              <a:t>수정 후: ros2 topic info /cmd_vel_raw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항상 STOP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inf/NaN 처리와 lidar frame 전방 방향을 확인한다.</a:t>
            </a:r>
            <a:br/>
            <a:r>
              <a:t>수정 후: ros2 topic info /cmd_vel_raw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diff -ru my_agv_ws/src blocks/E_autonomy_logic/M18_obstacle_perception/complete/agv_ws/src ||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cp -a my_agv_ws/src my_agv_ws/src_before_M18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cp -a blocks/E_autonomy_logic/M18_obstacle_perception/complete/agv_ws/src/. my_agv_ws/src/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stop_distance 0.50→0.80 m로 바꾸면 어떤 상황에서 더 일찍 멈추는지 /cmd_vel 로그 기준으로 작성한다.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0.5 m 안 장애물에서 forward cmd_vel이 zero Twist로 바뀌는 조건을 설명한다.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blocks/E_autonomy_logic/M18_obstacle_perception/complete/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M19 FSM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