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전방 LiDAR 거리와 mission command 사이에 Safety Controller를 두어 STOP을 최우선으로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0.5 m 안 장애물에서 forward cmd_vel이 zero Twist로 바뀌는 조건을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이전=M13 + M17 outputs, 다음=M19 FSM을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전방 LiDAR 거리와 mission command 사이에 Safety Controller를 두어 STOP을 최우선으로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0.5 m 안 장애물에서 forward cmd_vel이 zero Twist로 바뀌는 조건을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distance는 m 단위이며 safety가 vision보다 먼저 final /cmd_vel을 결정한다.</a:t>
            </a:r>
          </a:p>
          <a:p>
            <a:r>
              <a:t>[실행] ros2 run agv_control safety_controller --ros-args \</a:t>
            </a:r>
          </a:p>
          <a:p>
            <a:r>
              <a:t>  -p stop_distance:=0.5 -p front_half_angle_deg:=15.0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mission은 /cmd_vel_raw, 안전 필터만 /cmd_vel을 발행한다.</a:t>
            </a:r>
          </a:p>
          <a:p>
            <a:r>
              <a:t>[실행] ros2 topic echo /cmd_vel_raw</a:t>
            </a:r>
          </a:p>
          <a:p>
            <a:r>
              <a:t>ros2 topic echo /cmd_vel</a:t>
            </a:r>
          </a:p>
          <a:p>
            <a:r>
              <a:t>ros2 topic echo /scan --once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~/ros2_curri/agv_ws/src/agv_sensors/agv_sensors/lidar_processor.py의 전체 파일을 1/3 구간으로 작성한다.</a:t>
            </a:r>
          </a:p>
          <a:p>
            <a:r>
              <a:t>[실행] nano ~/ros2_curri/agv_ws/src/agv_sensors/agv_sensors/lidar_processor.py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~/ros2_curri/agv_ws/src/agv_sensors/agv_sensors/lidar_processor.py의 전체 파일을 2/3 구간으로 작성한다.</a:t>
            </a:r>
          </a:p>
          <a:p>
            <a:r>
              <a:t>[실행] nano ~/ros2_curri/agv_ws/src/agv_sensors/agv_sensors/lidar_processor.py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~/ros2_curri/agv_ws/src/agv_sensors/agv_sensors/lidar_processor.py의 전체 파일을 3/3 구간으로 작성한다.</a:t>
            </a:r>
          </a:p>
          <a:p>
            <a:r>
              <a:t>[실행] nano ~/ros2_curri/agv_ws/src/agv_sensors/agv_sensors/lidar_processor.py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~/ros2_curri/agv_ws/src/agv_control/agv_control/safety_controller.py의 전체 파일을 1/4 구간으로 작성한다.</a:t>
            </a:r>
          </a:p>
          <a:p>
            <a:r>
              <a:t>[실행] nano ~/ros2_curri/agv_ws/src/agv_control/agv_control/safety_controller.py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~/ros2_curri/agv_ws/src/agv_control/agv_control/safety_controller.py의 전체 파일을 2/4 구간으로 작성한다.</a:t>
            </a:r>
          </a:p>
          <a:p>
            <a:r>
              <a:t>[실행] nano ~/ros2_curri/agv_ws/src/agv_control/agv_control/safety_controller.py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~/ros2_curri/agv_ws/src/agv_control/agv_control/safety_controller.py의 전체 파일을 3/4 구간으로 작성한다.</a:t>
            </a:r>
          </a:p>
          <a:p>
            <a:r>
              <a:t>[실행] nano ~/ros2_curri/agv_ws/src/agv_control/agv_control/safety_controller.py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~/ros2_curri/agv_ws/src/agv_control/agv_control/safety_controller.py의 전체 파일을 4/4 구간으로 작성한다.</a:t>
            </a:r>
          </a:p>
          <a:p>
            <a:r>
              <a:t>[실행] nano ~/ros2_curri/agv_ws/src/agv_control/agv_control/safety_controller.py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~/ros2_curri/agv_ws/src/agv_bringup/config/mission.yaml의 전체 파일을 1/2 구간으로 작성한다.</a:t>
            </a:r>
          </a:p>
          <a:p>
            <a:r>
              <a:t>[실행] nano ~/ros2_curri/agv_ws/src/agv_bringup/config/mission.yaml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~/ros2_curri/agv_ws/src/agv_bringup/config/mission.yaml의 전체 파일을 2/2 구간으로 작성한다.</a:t>
            </a:r>
          </a:p>
          <a:p>
            <a:r>
              <a:t>[실행] nano ~/ros2_curri/agv_ws/src/agv_bringup/config/mission.yaml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~/ros2_curri/agv_ws/install/setup.bash</a:t>
            </a:r>
          </a:p>
          <a:p>
            <a:r>
              <a:t>ros2 run agv_control safety_controller --ros-args -p stop_distance:=0.5</a:t>
            </a:r>
          </a:p>
          <a:p>
            <a:r>
              <a:t>[확인] 0.5 m 안 장애물에서 forward cmd_vel이 zero Twist로 바뀌는 조건을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명령·설정과 화면의 topic·frame·결과 이름을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/cmd_vel_raw</a:t>
            </a:r>
          </a:p>
          <a:p>
            <a:r>
              <a:t>ros2 topic info /cmd_vel</a:t>
            </a:r>
          </a:p>
          <a:p>
            <a:r>
              <a:t>ros2 param get /safety_controller stop_distance</a:t>
            </a:r>
          </a:p>
          <a:p>
            <a:r>
              <a:t>[확인] 0.5 m 안 장애물에서 forward cmd_vel이 zero Twist로 바뀌는 조건을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M19 FSM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M18 · Block E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LiDAR 장애물 감지와 Perception 결합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0.5 m 안 장애물에서 forward cmd_vel이 zero Twist로 바뀌는 조건을 설명한다.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M13 + M17 outputs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M18</a:t>
            </a:r>
            <a:br/>
            <a:r>
              <a:t>LiDAR 장애물 감지와 Perception 결합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M19 FSM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0.5 m 안 장애물에서 forward cmd_vel이 zero Twist로 바뀌는 조건을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M13 obstacle_distance와 M17 DetectionArray가 각각 topic으로 나오는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M13 + M17 outputs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전방 LiDAR 거리와 mission command 사이에 Safety Controller를 두어 STOP을 최우선으로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0.5 m 안 장애물에서 forward cmd_vel이 zero Twist로 바뀌는 조건을 설명한다.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/scan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safety</a:t>
            </a:r>
            <a:br/>
            <a:r>
              <a:t>priority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/cmd_vel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DiffDrive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~/ros2_curri/agv_ws/src/</a:t>
            </a:r>
            <a:br/>
            <a:r>
              <a:t>└── agv_sensors/agv_sensors/lidar_processor.py</a:t>
            </a:r>
            <a:br/>
            <a:r>
              <a:t>└── agv_control/agv_control/safety_controller.py</a:t>
            </a:r>
            <a:br/>
            <a:r>
              <a:t>└── agv_bringup/config/mission.yaml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~/ros2_curri/agv_ws/src/agv_sensors/agv_sensors/lidar_processor.py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LaserScan의 전방 sector에서 유효 거리 최소값을 계산하는 안전 입력 노드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ranges 필터 → 각도 index → minimum → /obstacle_distance publish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launch 뒤 /scan과 /obstacle_distance를 별 터미널에서 본다.</a:t>
            </a:r>
            <a:br/>
            <a:r>
              <a:t>화면/출력: LiDAR terminal의 frame·range와 RViz LaserScan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~/ros2_curri/agv_ws/src/agv_control/agv_control/safety_controller.py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import → Node 생성 → publisher/subscription → callback/main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package를 build·source한 뒤 ros2 run 또는 launch에서 실행한다.</a:t>
            </a:r>
            <a:br/>
            <a:r>
              <a:t>화면/출력: terminal의 node/topic/log 출력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~/ros2_curri/agv_ws/src/agv_bringup/config/mission.yaml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이름 → type/value → launch에서 전달되는 위치를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launch 실행 뒤 ros2 param/topic 명령으로 확인한다.</a:t>
            </a:r>
            <a:br/>
            <a:r>
              <a:t>화면/출력: terminal의 parameter/topic 출력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안전 임계값을 고정한다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distance는 m 단위이며 safety가 vision보다 먼저 final /cmd_vel을 결정한다.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run agv_control safety_controller --ros-args \</a:t>
            </a:r>
            <a:br/>
            <a:r>
              <a:t>  -p stop_distance:=0.5 -p front_half_angle_deg:=15.0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raw와 safe command를 분리한다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mission은 /cmd_vel_raw, 안전 필터만 /cmd_vel을 발행한다.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echo /cmd_vel_raw</a:t>
            </a:r>
            <a:br/>
            <a:r>
              <a:t>ros2 topic echo /cmd_vel</a:t>
            </a:r>
            <a:br/>
            <a:r>
              <a:t>ros2 topic echo /scan --once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3/6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~/ros2_curri/agv_ws/src/agv_sensors/agv_sensors</a:t>
            </a:r>
            <a:br/>
            <a:r>
              <a:t>파일 열기: nano ~/ros2_curri/agv_ws/src/agv_sensors/agv_sensors/lidar_processor.py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math</a:t>
            </a:r>
            <a:br/>
            <a:r>
              <a:t>import rclpy</a:t>
            </a:r>
            <a:br/>
            <a:r>
              <a:t>from rclpy.node import Node</a:t>
            </a:r>
            <a:br/>
            <a:r>
              <a:t>from rclpy.qos import qos_profile_sensor_data</a:t>
            </a:r>
            <a:br/>
            <a:r>
              <a:t>from sensor_msgs.msg import LaserScan</a:t>
            </a:r>
            <a:br/>
            <a:r>
              <a:t>from std_msgs.msg import Float32</a:t>
            </a:r>
            <a:br/>
            <a:br/>
            <a:r>
              <a:t>class LidarProcessor(Node):</a:t>
            </a:r>
            <a:br/>
            <a:br/>
            <a:r>
              <a:t>    def __init__(self):</a:t>
            </a:r>
            <a:br/>
            <a:r>
              <a:t>        super().__init__('lidar_processor')</a:t>
            </a:r>
            <a:br/>
            <a:r>
              <a:t>        self.declare_parameter('front_half_angle_deg', 15.0)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4/6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~/ros2_curri/agv_ws/src/agv_sensors/agv_sensors</a:t>
            </a:r>
            <a:br/>
            <a:r>
              <a:t>파일 열기: nano ~/ros2_curri/agv_ws/src/agv_sensors/agv_sensors/lidar_processor.py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self.subscription = self.create_subscription(LaserScan, '/scan', self.callback,</a:t>
            </a:r>
            <a:br/>
            <a:r>
              <a:t>            qos_profile_sensor_data)</a:t>
            </a:r>
            <a:br/>
            <a:r>
              <a:t>        self.publisher = self.create_publisher(Float32, '/obstacle_distance', 10)</a:t>
            </a:r>
            <a:br/>
            <a:br/>
            <a:r>
              <a:t>    def callback(self, scan):</a:t>
            </a:r>
            <a:br/>
            <a:r>
              <a:t>        half_angle = math.radians(self.get_parameter('front_half_angle_deg').value)</a:t>
            </a:r>
            <a:br/>
            <a:r>
              <a:t>        front_ranges = [distance for index,</a:t>
            </a:r>
            <a:br/>
            <a:r>
              <a:t>            distance in enumerate(scan.ranges) if abs(scan.angle_min + index * scan.angle_increment) &lt;= half_angle and math.isfinite(distance)]</a:t>
            </a:r>
            <a:br/>
            <a:r>
              <a:t>        result = Float32(data=min(front_ranges) if front_ranges else float('inf'))</a:t>
            </a:r>
            <a:br/>
            <a:r>
              <a:t>        self.publisher.publish(result)</a:t>
            </a:r>
            <a:br/>
            <a:br/>
            <a:r>
              <a:t>def main():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5/6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~/ros2_curri/agv_ws/src/agv_sensors/agv_sensors</a:t>
            </a:r>
            <a:br/>
            <a:r>
              <a:t>파일 열기: nano ~/ros2_curri/agv_ws/src/agv_sensors/agv_sensors/lidar_processor.py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rclpy.init()</a:t>
            </a:r>
            <a:br/>
            <a:r>
              <a:t>    node = LidarProcessor()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6/10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~/ros2_curri/agv_ws/src/agv_control/agv_control</a:t>
            </a:r>
            <a:br/>
            <a:r>
              <a:t>파일 열기: nano ~/ros2_curri/agv_ws/src/agv_control/agv_control/safety_controller.py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math</a:t>
            </a:r>
            <a:br/>
            <a:r>
              <a:t>import rclpy</a:t>
            </a:r>
            <a:br/>
            <a:r>
              <a:t>from rclpy.node import Node</a:t>
            </a:r>
            <a:br/>
            <a:r>
              <a:t>from geometry_msgs.msg import Twist</a:t>
            </a:r>
            <a:br/>
            <a:r>
              <a:t>from sensor_msgs.msg import LaserScan</a:t>
            </a:r>
            <a:br/>
            <a:br/>
            <a:r>
              <a:t>class SafetyController(Node):</a:t>
            </a:r>
            <a:br/>
            <a:r>
              <a:t>    """Pass a desired command through unless an obstacle is within stop_distance."""</a:t>
            </a:r>
            <a:br/>
            <a:br/>
            <a:r>
              <a:t>    def __init__(self):</a:t>
            </a:r>
            <a:br/>
            <a:r>
              <a:t>        super().__init__('safety_controller')</a:t>
            </a:r>
            <a:br/>
            <a:r>
              <a:t>        self.declare_parameter('stop_distance', 0.5)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7/10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~/ros2_curri/agv_ws/src/agv_control/agv_control</a:t>
            </a:r>
            <a:br/>
            <a:r>
              <a:t>파일 열기: nano ~/ros2_curri/agv_ws/src/agv_control/agv_control/safety_controller.py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self.declare_parameter('front_half_angle_deg', 15.0)</a:t>
            </a:r>
            <a:br/>
            <a:r>
              <a:t>        self.obstacle_distance = math.inf</a:t>
            </a:r>
            <a:br/>
            <a:r>
              <a:t>        self.create_subscription(LaserScan, '/scan', self.scan_callback, 10)</a:t>
            </a:r>
            <a:br/>
            <a:r>
              <a:t>        self.create_subscription(Twist, '/cmd_vel_raw', self.command_callback, 10)</a:t>
            </a:r>
            <a:br/>
            <a:r>
              <a:t>        self.publisher = self.create_publisher(Twist, '/cmd_vel', 10)</a:t>
            </a:r>
            <a:br/>
            <a:br/>
            <a:r>
              <a:t>    def scan_callback(self, scan):</a:t>
            </a:r>
            <a:br/>
            <a:r>
              <a:t>        limit = math.radians(self.get_parameter('front_half_angle_deg').value)</a:t>
            </a:r>
            <a:br/>
            <a:r>
              <a:t>        readings = [value for index,</a:t>
            </a:r>
            <a:br/>
            <a:r>
              <a:t>            value in enumerate(scan.ranges) if abs(scan.angle_min + index * scan.angle_increment) &lt;= limit and math.isfinite(value)]</a:t>
            </a:r>
            <a:br/>
            <a:r>
              <a:t>        self.obstacle_distance = min(readings) if readings else math.inf</a:t>
            </a:r>
            <a:br/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8/10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~/ros2_curri/agv_ws/src/agv_control/agv_control</a:t>
            </a:r>
            <a:br/>
            <a:r>
              <a:t>파일 열기: nano ~/ros2_curri/agv_ws/src/agv_control/agv_control/safety_controller.py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def command_callback(self, command):</a:t>
            </a:r>
            <a:br/>
            <a:r>
              <a:t>        safe = Twist()</a:t>
            </a:r>
            <a:br/>
            <a:r>
              <a:t>        if self.obstacle_distance &gt;= self.get_parameter('stop_distance').value or command.linear.x &lt;= 0.0:</a:t>
            </a:r>
            <a:br/>
            <a:r>
              <a:t>            safe = command</a:t>
            </a:r>
            <a:br/>
            <a:r>
              <a:t>        else:</a:t>
            </a:r>
            <a:br/>
            <a:r>
              <a:t>            self.get_logger().warn('obstacle at %.2f m: stopping forward command' % self.obstacle_distance)</a:t>
            </a:r>
            <a:br/>
            <a:r>
              <a:t>        self.publisher.publish(safe)</a:t>
            </a:r>
            <a:br/>
            <a:br/>
            <a:r>
              <a:t>def main():</a:t>
            </a:r>
            <a:br/>
            <a:r>
              <a:t>    rclpy.init()</a:t>
            </a:r>
            <a:br/>
            <a:r>
              <a:t>    node = SafetyController()</a:t>
            </a:r>
            <a:br/>
            <a:r>
              <a:t>    try: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9/10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~/ros2_curri/agv_ws/src/agv_control/agv_control</a:t>
            </a:r>
            <a:br/>
            <a:r>
              <a:t>파일 열기: nano ~/ros2_curri/agv_ws/src/agv_control/agv_control/safety_controller.py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4/4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10/12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~/ros2_curri/agv_ws/src/agv_bringup/config</a:t>
            </a:r>
            <a:br/>
            <a:r>
              <a:t>파일 열기: nano ~/ros2_curri/agv_ws/src/agv_bringup/config/mission.yaml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mission_manager: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stop_distance: 0.50</a:t>
            </a:r>
            <a:br/>
            <a:r>
              <a:t>    search_speed: 0.25</a:t>
            </a:r>
            <a:br/>
            <a:r>
              <a:t>    approach_speed: 0.15</a:t>
            </a:r>
            <a:br/>
            <a:r>
              <a:t>    image_center_x: 320</a:t>
            </a:r>
            <a:br/>
            <a:r>
              <a:t>    target_timeout_sec: 0.70</a:t>
            </a:r>
            <a:br/>
            <a:r>
              <a:t>safety_controller: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stop_distance: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11/12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~/ros2_curri/agv_ws/src/agv_bringup/config</a:t>
            </a:r>
            <a:br/>
            <a:r>
              <a:t>파일 열기: nano ~/ros2_curri/agv_ws/src/agv_bringup/config/mission.yaml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front_half_angle_deg: 15.0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~/ros2_curri/agv_ws/install/setup.bash</a:t>
            </a:r>
            <a:br/>
            <a:r>
              <a:t>ros2 run agv_control safety_controller --ros-args -p stop_distance:=0.5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0.5 m 안 장애물에서 forward cmd_vel이 zero Twist로 바뀌는 조건을 설명한다.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562649"/>
            <a:ext cx="10607040" cy="4381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RViz2: safety sector Marker와 Path를 추가해 확인하는 통합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2_rviz_marker_path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09" y="1353312"/>
            <a:ext cx="624613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명령·설정과 화면의 topic·frame·결과 이름을 대조합니다.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info /cmd_vel_raw</a:t>
            </a:r>
            <a:br/>
            <a:r>
              <a:t>ros2 topic info /cmd_vel</a:t>
            </a:r>
            <a:br/>
            <a:r>
              <a:t>ros2 param get /safety_controller stop_distance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0.5 m 안 장애물에서 forward cmd_vel이 zero Twist로 바뀌는 조건을 설명한다.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장애물이 있는데 멈추지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sector 각도·finite range·threshold m 단위를 확인한다.</a:t>
            </a:r>
            <a:br/>
            <a:r>
              <a:t>수정 후: ros2 topic info /cmd_vel_raw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항상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inf/NaN 처리와 lidar frame 전방 방향을 확인한다.</a:t>
            </a:r>
            <a:br/>
            <a:r>
              <a:t>수정 후: ros2 topic info /cmd_vel_raw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stop_distance 0.50→0.80 m로 바꾸면 어떤 상황에서 더 일찍 멈추는지 /cmd_vel 로그 기준으로 작성한다.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0.5 m 안 장애물에서 forward cmd_vel이 zero Twist로 바뀌는 조건을 설명한다.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Complete 파일: blocks/E_autonomy_logic/M18_obstacle_perception/complete/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M19 FSM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M18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