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blocks/E_autonomy_logic/M18_obstacle_perception/complete/agv_ws/src || true</a:t>
            </a:r>
            <a:br/>
            <a:r>
              <a:t>cp -a my_agv_ws/src my_agv_ws/src_before_M18</a:t>
            </a:r>
            <a:br/>
            <a:r>
              <a:t>cp -a blocks/E_autonomy_logic/M18_obstacle_perception/complete/agv_ws/src/.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