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전방 LiDAR 거리와 mission command 사이에 Safety Controller를 두어 STOP을 최우선으로 만든다.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0.5 m 안 장애물에서 forward cmd_vel이 zero Twist로 바뀌는 조건을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이전=M13 + M17 outputs, 다음=M19 FSM을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~/ros2_curri/my_agv_ws/install/setup.bash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전방 LiDAR 거리와 mission command 사이에 Safety Controller를 두어 STOP을 최우선으로 만든다.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0.5 m 안 장애물에서 forward cmd_vel이 zero Twist로 바뀌는 조건을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이 모듈이 전체 AGV 프로젝트에 추가하는 기능을 먼저 선언한다.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0.5 m 안 장애물에서 forward cmd_vel이 zero Twist로 바뀌는 조건을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입력하기 전에 완성 결과와 관찰 기준을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명령·설정과 화면의 topic·frame·결과 이름을 대조합니다.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LaserScan의 전방 sector에서 유효 거리 최소값을 계산하는 안전 입력 노드</a:t>
            </a:r>
          </a:p>
          <a:p>
            <a:r>
              <a:t>[실행] mkdir -p ~/ros2_curri/my_agv_ws/src/agv_sensors/agv_sensors</a:t>
            </a:r>
          </a:p>
          <a:p>
            <a:r>
              <a:t>nano ~/ros2_curri/my_agv_ws/src/agv_sensors/agv_sensors/lidar_processor.py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~/ros2_curri/my_agv_ws/src/agv_sensors/agv_sensors/lidar_processor.py의 1/3 구현 블록을 직접 입력한다.</a:t>
            </a:r>
          </a:p>
          <a:p>
            <a:r>
              <a:t>[실행] nano ~/ros2_curri/my_agv_ws/src/agv_sensors/agv_sensors/lidar_processor.py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~/ros2_curri/my_agv_ws/src/agv_sensors/agv_sensors/lidar_processor.py의 2/3 구현 블록을 직접 입력한다.</a:t>
            </a:r>
          </a:p>
          <a:p>
            <a:r>
              <a:t>[실행] nano ~/ros2_curri/my_agv_ws/src/agv_sensors/agv_sensors/lidar_processor.py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~/ros2_curri/my_agv_ws/src/agv_sensors/agv_sensors/lidar_processor.py의 3/3 구현 블록을 직접 입력한다.</a:t>
            </a:r>
          </a:p>
          <a:p>
            <a:r>
              <a:t>[실행] nano ~/ros2_curri/my_agv_ws/src/agv_sensors/agv_sensors/lidar_processor.py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ROS 2 node 또는 실행 보조 로직</a:t>
            </a:r>
          </a:p>
          <a:p>
            <a:r>
              <a:t>[실행] mkdir -p ~/ros2_curri/my_agv_ws/src/agv_control/agv_control</a:t>
            </a:r>
          </a:p>
          <a:p>
            <a:r>
              <a:t>nano ~/ros2_curri/my_agv_ws/src/agv_control/agv_control/safety_controller.py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~/ros2_curri/my_agv_ws/src/agv_control/agv_control/safety_controller.py의 1/4 구현 블록을 직접 입력한다.</a:t>
            </a:r>
          </a:p>
          <a:p>
            <a:r>
              <a:t>[실행] nano ~/ros2_curri/my_agv_ws/src/agv_control/agv_control/safety_controller.py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~/ros2_curri/my_agv_ws/src/agv_control/agv_control/safety_controller.py의 2/4 구현 블록을 직접 입력한다.</a:t>
            </a:r>
          </a:p>
          <a:p>
            <a:r>
              <a:t>[실행] nano ~/ros2_curri/my_agv_ws/src/agv_control/agv_control/safety_controller.py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~/ros2_curri/my_agv_ws/src/agv_control/agv_control/safety_controller.py의 3/4 구현 블록을 직접 입력한다.</a:t>
            </a:r>
          </a:p>
          <a:p>
            <a:r>
              <a:t>[실행] nano ~/ros2_curri/my_agv_ws/src/agv_control/agv_control/safety_controller.py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~/ros2_curri/my_agv_ws/src/agv_control/agv_control/safety_controller.py의 4/4 구현 블록을 직접 입력한다.</a:t>
            </a:r>
          </a:p>
          <a:p>
            <a:r>
              <a:t>[실행] nano ~/ros2_curri/my_agv_ws/src/agv_control/agv_control/safety_controller.py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실행 시 읽히는 ROS 2 설정값</a:t>
            </a:r>
          </a:p>
          <a:p>
            <a:r>
              <a:t>[실행] mkdir -p ~/ros2_curri/my_agv_ws/src/agv_bringup/config</a:t>
            </a:r>
          </a:p>
          <a:p>
            <a:r>
              <a:t>nano ~/ros2_curri/my_agv_ws/src/agv_bringup/config/mission.yaml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~/ros2_curri/my_agv_ws/src/agv_bringup/config/mission.yaml의 1/2 구현 블록을 직접 입력한다.</a:t>
            </a:r>
          </a:p>
          <a:p>
            <a:r>
              <a:t>[실행] nano ~/ros2_curri/my_agv_ws/src/agv_bringup/config/mission.yaml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~/ros2_curri/my_agv_ws/src/agv_bringup/config/mission.yaml의 2/2 구현 블록을 직접 입력한다.</a:t>
            </a:r>
          </a:p>
          <a:p>
            <a:r>
              <a:t>[실행] nano ~/ros2_curri/my_agv_ws/src/agv_bringup/config/mission.yaml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distance는 m 단위이며 safety가 vision보다 먼저 final /cmd_vel을 결정한다.</a:t>
            </a:r>
          </a:p>
          <a:p>
            <a:r>
              <a:t>[실행] ros2 run agv_control safety_controller --ros-args \</a:t>
            </a:r>
          </a:p>
          <a:p>
            <a:r>
              <a:t>  -p stop_distance:=0.5 -p front_half_angle_deg:=15.0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mission은 /cmd_vel_raw, 안전 필터만 /cmd_vel을 발행한다.</a:t>
            </a:r>
          </a:p>
          <a:p>
            <a:r>
              <a:t>[실행] ros2 topic echo /cmd_vel_raw</a:t>
            </a:r>
          </a:p>
          <a:p>
            <a:r>
              <a:t>ros2 topic echo /cmd_vel</a:t>
            </a:r>
          </a:p>
          <a:p>
            <a:r>
              <a:t>ros2 topic echo /scan --once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source ~/ros2_curri/my_agv_ws/install/setup.bash</a:t>
            </a:r>
          </a:p>
          <a:p>
            <a:r>
              <a:t>ros2 run agv_control safety_controller --ros-args -p stop_distance:=0.5</a:t>
            </a:r>
          </a:p>
          <a:p>
            <a:r>
              <a:t>[확인] 0.5 m 안 장애물에서 forward cmd_vel이 zero Twist로 바뀌는 조건을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① 명령/설정  ② 정상 출력 또는 화면  ③ 다음 검증 명령으로 재확인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ros2 topic info /cmd_vel_raw</a:t>
            </a:r>
          </a:p>
          <a:p>
            <a:r>
              <a:t>ros2 topic info /cmd_vel</a:t>
            </a:r>
          </a:p>
          <a:p>
            <a:r>
              <a:t>ros2 param get /safety_controller stop_distance</a:t>
            </a:r>
          </a:p>
          <a:p>
            <a:r>
              <a:t>[확인] 0.5 m 안 장애물에서 forward cmd_vel이 zero Twist로 바뀌는 조건을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Complete는 정답 복사본이 아니라 막혔을 때 비교·복구하는 안전망이다.</a:t>
            </a:r>
          </a:p>
          <a:p>
            <a:r>
              <a:t>[실행] cd ~/ros2_curri</a:t>
            </a:r>
          </a:p>
          <a:p>
            <a:r>
              <a:t>diff -ru my_agv_ws/src blocks/E_autonomy_logic/M18_obstacle_perception/complete/agv_ws/src || true</a:t>
            </a:r>
          </a:p>
          <a:p>
            <a:r>
              <a:t>cp -a my_agv_ws/src my_agv_ws/src_before_M18</a:t>
            </a:r>
          </a:p>
          <a:p>
            <a:r>
              <a:t>cp -a blocks/E_autonomy_logic/M18_obstacle_perception/complete/agv_ws/src/. my_agv_ws/src/</a:t>
            </a:r>
          </a:p>
          <a:p>
            <a:r>
              <a:t>cd my_agv_ws &amp;&amp; colcon build --symlink-install &amp;&amp; source install/setup.bash</a:t>
            </a:r>
          </a:p>
          <a:p>
            <a:r>
              <a:t>[확인] diff에서 내 파일과 Complete의 차이를 설명할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자신의 workspace·캡처·로그를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M19 FSM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400" b="1">
                <a:solidFill>
                  <a:srgbClr val="FFFFFF"/>
                </a:solidFill>
                <a:latin typeface="Noto Sans CJK KR"/>
              </a:defRPr>
            </a:pPr>
            <a:r>
              <a:t>ROS 2 기반 AGV End-to-End 개발 커리큘럼 · M18 · Block 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LiDAR 장애물 감지와 Perception 결합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0.5 m 안 장애물에서 forward cmd_vel이 zero Twist로 바뀌는 조건을 설명한다.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기준 환경</a:t>
            </a:r>
            <a:br/>
            <a:r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t>이 PPT에서 폴더 생성 → 빈 파일 열기 → 코드 입력·저장 → build/run → 검증을 직접 반복합니다.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M18 · Block 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M18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t>M13 + M17 outputs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M18</a:t>
            </a:r>
            <a:br/>
            <a:r>
              <a:t>LiDAR 장애물 감지와 Perception 결합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t>M19 FSM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t>이번 모듈의 인계: 0.5 m 안 장애물에서 forward cmd_vel이 zero Twist로 바뀌는 조건을 설명한다.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M18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시작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시작 상태: M13 obstacle_distance와 M17 DetectionArray가 각각 topic으로 나오는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이전 Complete: M13 + M17 outputs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현재 폴더: ~/ros2_curri/my_agv_ws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t>확인: pwd가 ~/ros2_curri/my_agv_ws이고,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M18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t>전방 LiDAR 거리와 mission command 사이에 Safety Controller를 두어 STOP을 최우선으로 만든다.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완료 화면/결과</a:t>
            </a:r>
            <a:br/>
            <a:r>
              <a:t>0.5 m 안 장애물에서 forward cmd_vel이 zero Twist로 바뀌는 조건을 설명한다.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프로젝트에 이번 기능을 직접 추가한다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완성본을 먼저 복사하지 않습니다. 빈 workspace에 지금 필요한 폴더와 파일을 하나씩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M18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프로젝트 조립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5564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911095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5C6672"/>
                </a:solidFill>
                <a:latin typeface="Noto Sans CJK KR"/>
              </a:defRPr>
            </a:pPr>
            <a:r>
              <a:t>이미 있는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88920" y="1892807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M13 + M17 outputs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23697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t>이번에 직접 만들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321868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전방 LiDAR 거리와 mission command 사이에 Safety Controller를 두어 STOP을 최우선으로 만든다.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40740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456285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만들고 나서 확인할 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454456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0.5 m 안 장애물에서 forward cmd_vel이 zero Twist로 바뀌는 조건을 설명한다.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5833872"/>
            <a:ext cx="10561320" cy="3657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이번 모듈에서는 3개 파일을 빈 상태에서 직접 만듭니다. 다음 슬라이드의 명령을 입력한 뒤에만 코드를 작성합니다.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먼저 이번 단계의 완료 모습을 본다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지금부터 폴더·파일·코드를 만들면 아래의 실제 결과에 도달합니다. 보이는 기준을 기억한 뒤 구현합니다.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M18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02_rviz_marker_path_act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0639" y="1389888"/>
            <a:ext cx="6067672" cy="4663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26480"/>
            <a:ext cx="106070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2A8B5A"/>
                </a:solidFill>
                <a:latin typeface="Noto Sans CJK KR"/>
              </a:defRPr>
            </a:pPr>
            <a:r>
              <a:t>목표 화면: 실제 RViz2: safety sector Marker와 Path를 추가해 확인하는 통합 display  |  나중에 확인할 것: 명령·설정과 화면의 topic·frame·결과 이름을 대조합니다.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M18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68195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/scan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598164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909060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safety</a:t>
            </a:r>
            <a:br/>
            <a:r>
              <a:t>priority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39028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249924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/cmd_vel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79892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59078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DiffDrive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이번에 프로젝트 안에 새로 만드는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아래 파일은 완성본을 복사하지 않고, 다음 슬라이드에서 폴더·빈 파일부터 직접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M18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~/ros2_curri/my_agv_ws/src/</a:t>
            </a:r>
            <a:br/>
            <a:r>
              <a:t>└── agv_sensors/agv_sensors/lidar_processor.py</a:t>
            </a:r>
            <a:br/>
            <a:r>
              <a:t>└── agv_control/agv_control/safety_controller.py</a:t>
            </a:r>
            <a:br/>
            <a:r>
              <a:t>└── agv_bringup/config/mission.yaml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파일 하나를 만들고 저장한 뒤에만 다음 파일로 넘어갑니다. Complete는 오류가 풀리지 않을 때만 비교합니다.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코드/설정이 실제로 만드는 것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M18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~/ros2_curri/my_agv_ws/src/agv_sensors/agv_sensors/lidar_processor.py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LaserScan의 전방 sector에서 유효 거리 최소값을 계산하는 안전 입력 노드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ranges 필터 → 각도 index → minimum → /obstacle_distance publish 순서로 읽는다.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launch 뒤 /scan과 /obstacle_distance를 별 터미널에서 본다.</a:t>
            </a:r>
            <a:br/>
            <a:r>
              <a:t>화면/출력: LiDAR terminal의 frame·range와 RViz LaserScan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~/ros2_curri/my_agv_ws/src/agv_control/agv_control/safety_controller.py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ROS 2 node 또는 실행 보조 로직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import → Node 생성 → publisher/subscription → callback/main 순서로 읽는다.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package를 build·source한 뒤 ros2 run 또는 launch에서 실행한다.</a:t>
            </a:r>
            <a:br/>
            <a:r>
              <a:t>화면/출력: terminal의 node/topic/log 출력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코드/설정이 실제로 만드는 것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M18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~/ros2_curri/my_agv_ws/src/agv_bringup/config/mission.yaml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실행 시 읽히는 ROS 2 설정값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이름 → type/value → launch에서 전달되는 위치를 비교한다.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launch 실행 뒤 ros2 param/topic 명령으로 확인한다.</a:t>
            </a:r>
            <a:br/>
            <a:r>
              <a:t>화면/출력: terminal의 parameter/topic 출력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1/3: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M18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~/ros2_curri/my_agv_ws/src/agv_sensors/agv_sensors/lidar_processor.py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LaserScan의 전방 sector에서 유효 거리 최소값을 계산하는 안전 입력 노드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~/ros2_curri/my_agv_ws/src/agv_sensors/agv_sensors</a:t>
            </a:r>
            <a:br/>
            <a:r>
              <a:t>nano ~/ros2_curri/my_agv_ws/src/agv_sensors/agv_sensors/lidar_processor.py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LiDAR terminal의 frame·range와 RViz LaserScan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1/3: 코드 읽기 (1/5)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M18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~/ros2_curri/my_agv_ws/src/agv_sensors/agv_sensors/lidar_processor.py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import math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다른 파일에 이미 있는 도구를 이 파일에서 쓰겠다고 가져옵니다.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이 import가 빠지면 실행 전에 이름을 찾지 못했다는 오류가 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class LidarProcessor(Node):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Node가 가질 변수와 callback을 한 덩어리로 묶는 설계도입니다.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아래 초기화·callback이 모두 이 node 한 개의 동작이 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1/3: 코드 읽기 (2/5)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M18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~/ros2_curri/my_agv_ws/src/agv_sensors/agv_sensors/lidar_processor.py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super().__init__('lidar_processor')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ROS graph에 표시될 node 이름을 실제로 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실행 후 `ros2 node list`에서 이 이름을 찾습니다.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self.declare_parameter('front_half_angle_deg', 15.0)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코드 밖에서 바꿀 값을 이름과 기본값으로 등록합니다.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launch/CLI parameter를 바꾸면 코드 수정 없이 동작이 달라집니다.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1/3: 코드 읽기 (3/5)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M18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~/ros2_curri/my_agv_ws/src/agv_sensors/agv_sensors/lidar_processor.py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self.subscription = self.create_subscription(LaserScan,</a:t>
            </a:r>
            <a:br/>
            <a:r>
              <a:t>'/scan', self.callback,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node가 지정 topic의 message를 받아 callback으로 넘깁니다.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입력 topic을 publish하면 callback의 log 또는 출력이 바뀝니다.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self.publisher = self.create_publisher(Float32,</a:t>
            </a:r>
            <a:br/>
            <a:r>
              <a:t>'/obstacle_distance', 10)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node가 어떤 message를 어느 topic으로 내보낼지 만듭니다.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실행 후 `ros2 topic info`에서 publisher 수가 늘어납니다.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1/3: 코드 읽기 (4/5)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M18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~/ros2_curri/my_agv_ws/src/agv_sensors/agv_sensors/lidar_processor.py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def callback(self, scan):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입력 message가 오거나 timer가 울릴 때 실행할 작은 기능 단위입니다.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이 함수 안의 계산·publish가 실제 node의 반응이 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half_angle =</a:t>
            </a:r>
            <a:br/>
            <a:r>
              <a:t>math.radians(self.get_parameter('front_half_angle_deg').value)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등록한 parameter의 현재 값을 읽어 실제 계산에 사용합니다.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`ros2 param get` 값이 node 동작에 반영됩니다.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1/3: 코드 읽기 (5/5)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M18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~/ros2_curri/my_agv_ws/src/agv_sensors/agv_sensors/lidar_processor.py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self.publisher.publish(result)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완성한 message를 지금 topic으로 한 번 전송합니다.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다른 terminal의 `ros2 topic echo`에서 같은 값이 보입니다.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1/3: 코드 입력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~/ros2_curri/my_agv_ws/src/agv_sensors/agv_sensors/lidar_processor.py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M18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1/3 · 입력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필요한 ROS message와 Node 도구를 import하고, node의 입력·출력 이름을 먼저 정합니다.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~/ros2_curri/my_agv_ws/src/agv_sensors/agv_sensors/lidar_processor.py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import math</a:t>
            </a:r>
            <a:br/>
            <a:r>
              <a:t>import rclpy</a:t>
            </a:r>
            <a:br/>
            <a:r>
              <a:t>from rclpy.node import Node</a:t>
            </a:r>
            <a:br/>
            <a:r>
              <a:t>from rclpy.qos import qos_profile_sensor_data</a:t>
            </a:r>
            <a:br/>
            <a:r>
              <a:t>from sensor_msgs.msg import LaserScan</a:t>
            </a:r>
            <a:br/>
            <a:r>
              <a:t>from std_msgs.msg import Float32</a:t>
            </a:r>
            <a:br/>
            <a:br/>
            <a:r>
              <a:t>class LidarProcessor(Node):</a:t>
            </a:r>
            <a:br/>
            <a:br/>
            <a:r>
              <a:t>    def __init__(self):</a:t>
            </a:r>
            <a:br/>
            <a:r>
              <a:t>        super().__init__('lidar_processor')</a:t>
            </a:r>
            <a:br/>
            <a:r>
              <a:t>        self.declare_parameter('front_half_angle_deg', 15.0)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1/3: 코드 입력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~/ros2_curri/my_agv_ws/src/agv_sensors/agv_sensors/lidar_processor.py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M18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1/3 · 입력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~/ros2_curri/my_agv_ws/src/agv_sensors/agv_sensors/lidar_processor.py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self.subscription = self.create_subscription(LaserScan, '/scan', self.callback,</a:t>
            </a:r>
            <a:br/>
            <a:r>
              <a:t>            qos_profile_sensor_data)</a:t>
            </a:r>
            <a:br/>
            <a:r>
              <a:t>        self.publisher = self.create_publisher(Float32, '/obstacle_distance', 10)</a:t>
            </a:r>
            <a:br/>
            <a:br/>
            <a:r>
              <a:t>    def callback(self, scan):</a:t>
            </a:r>
            <a:br/>
            <a:r>
              <a:t>        half_angle = math.radians(self.get_parameter('front_half_angle_deg').value)</a:t>
            </a:r>
            <a:br/>
            <a:r>
              <a:t>        front_ranges = [distance for index,</a:t>
            </a:r>
            <a:br/>
            <a:r>
              <a:t>            distance in enumerate(scan.ranges) if abs(scan.angle_min + index * scan.angle_increment) &lt;= half_angle and math.isfinite(distance)]</a:t>
            </a:r>
            <a:br/>
            <a:r>
              <a:t>        result = Float32(data=min(front_ranges) if front_ranges else float('inf'))</a:t>
            </a:r>
            <a:br/>
            <a:r>
              <a:t>        self.publisher.publish(result)</a:t>
            </a:r>
            <a:br/>
            <a:br/>
            <a:r>
              <a:t>def main():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1/3: 코드 입력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~/ros2_curri/my_agv_ws/src/agv_sensors/agv_sensors/lidar_processor.py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M18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1/3 · 입력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마지막 callback·timer·main을 입력해 node가 실제로 시작하고 계속 동작하게 만듭니다.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~/ros2_curri/my_agv_ws/src/agv_sensors/agv_sensors/lidar_processor.py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rclpy.init()</a:t>
            </a:r>
            <a:br/>
            <a:r>
              <a:t>    node = LidarProcessor()</a:t>
            </a:r>
            <a:br/>
            <a:r>
              <a:t>    try:</a:t>
            </a:r>
            <a:br/>
            <a:r>
              <a:t>        rclpy.spin(node)</a:t>
            </a:r>
            <a:br/>
            <a:r>
              <a:t>    except KeyboardInterrupt:</a:t>
            </a:r>
            <a:br/>
            <a:r>
              <a:t>        pass</a:t>
            </a:r>
            <a:br/>
            <a:r>
              <a:t>    finally:</a:t>
            </a:r>
            <a:br/>
            <a:r>
              <a:t>        node.destroy_node()</a:t>
            </a:r>
            <a:br/>
            <a:r>
              <a:t>        if rclpy.ok():</a:t>
            </a:r>
            <a:br/>
            <a:r>
              <a:t>            rclpy.shutdown()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3/3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2/3: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M18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~/ros2_curri/my_agv_ws/src/agv_control/agv_control/safety_controller.py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ROS 2 node 또는 실행 보조 로직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~/ros2_curri/my_agv_ws/src/agv_control/agv_control</a:t>
            </a:r>
            <a:br/>
            <a:r>
              <a:t>nano ~/ros2_curri/my_agv_ws/src/agv_control/agv_control/safety_controller.py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terminal의 node/topic/log 출력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2/3: 코드 읽기 (1/5)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M18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~/ros2_curri/my_agv_ws/src/agv_control/agv_control/safety_controller.py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import math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다른 파일에 이미 있는 도구를 이 파일에서 쓰겠다고 가져옵니다.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이 import가 빠지면 실행 전에 이름을 찾지 못했다는 오류가 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class SafetyController(Node):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Node가 가질 변수와 callback을 한 덩어리로 묶는 설계도입니다.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아래 초기화·callback이 모두 이 node 한 개의 동작이 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2/3: 코드 읽기 (2/5)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M18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~/ros2_curri/my_agv_ws/src/agv_control/agv_control/safety_controller.py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super().__init__('safety_controller')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ROS graph에 표시될 node 이름을 실제로 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실행 후 `ros2 node list`에서 이 이름을 찾습니다.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self.declare_parameter('stop_distance', 0.5)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코드 밖에서 바꿀 값을 이름과 기본값으로 등록합니다.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launch/CLI parameter를 바꾸면 코드 수정 없이 동작이 달라집니다.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2/3: 코드 읽기 (3/5)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M18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~/ros2_curri/my_agv_ws/src/agv_control/agv_control/safety_controller.py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self.create_subscription(LaserScan, '/scan',</a:t>
            </a:r>
            <a:br/>
            <a:r>
              <a:t>self.scan_callback, 10)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node가 지정 topic의 message를 받아 callback으로 넘깁니다.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입력 topic을 publish하면 callback의 log 또는 출력이 바뀝니다.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self.publisher = self.create_publisher(Twist, '/cmd_vel',</a:t>
            </a:r>
            <a:br/>
            <a:r>
              <a:t>10)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node가 어떤 message를 어느 topic으로 내보낼지 만듭니다.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실행 후 `ros2 topic info`에서 publisher 수가 늘어납니다.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2/3: 코드 읽기 (4/5)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M18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~/ros2_curri/my_agv_ws/src/agv_control/agv_control/safety_controller.py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def scan_callback(self, scan):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입력 message가 오거나 timer가 울릴 때 실행할 작은 기능 단위입니다.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이 함수 안의 계산·publish가 실제 node의 반응이 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limit =</a:t>
            </a:r>
            <a:br/>
            <a:r>
              <a:t>math.radians(self.get_parameter('front_half_angle_deg').value)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등록한 parameter의 현재 값을 읽어 실제 계산에 사용합니다.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`ros2 param get` 값이 node 동작에 반영됩니다.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2/3: 코드 읽기 (5/5)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M18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~/ros2_curri/my_agv_ws/src/agv_control/agv_control/safety_controller.py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self.get_logger().warn('obstacle at %.2f m: stopping</a:t>
            </a:r>
            <a:br/>
            <a:r>
              <a:t>forward command' % self.obstacle_distance)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현재 상태나 계산 결과를 사람이 볼 수 있게 terminal에 남깁니다.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node를 실행한 terminal에서 이 문장이 출력됩니다.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2/3: 코드 입력 (1/4)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~/ros2_curri/my_agv_ws/src/agv_control/agv_control/safety_controller.py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M18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2/3 · 입력 1/4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필요한 ROS message와 Node 도구를 import하고, node의 입력·출력 이름을 먼저 정합니다.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~/ros2_curri/my_agv_ws/src/agv_control/agv_control/safety_controller.py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import math</a:t>
            </a:r>
            <a:br/>
            <a:r>
              <a:t>import rclpy</a:t>
            </a:r>
            <a:br/>
            <a:r>
              <a:t>from rclpy.node import Node</a:t>
            </a:r>
            <a:br/>
            <a:r>
              <a:t>from geometry_msgs.msg import Twist</a:t>
            </a:r>
            <a:br/>
            <a:r>
              <a:t>from sensor_msgs.msg import LaserScan</a:t>
            </a:r>
            <a:br/>
            <a:br/>
            <a:r>
              <a:t>class SafetyController(Node):</a:t>
            </a:r>
            <a:br/>
            <a:r>
              <a:t>    """Pass a desired command through unless an obstacle is within stop_distance."""</a:t>
            </a:r>
            <a:br/>
            <a:br/>
            <a:r>
              <a:t>    def __init__(self):</a:t>
            </a:r>
            <a:br/>
            <a:r>
              <a:t>        super().__init__('safety_controller')</a:t>
            </a:r>
            <a:br/>
            <a:r>
              <a:t>        self.declare_parameter('stop_distance', 0.5)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2/3: 코드 입력 (2/4)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~/ros2_curri/my_agv_ws/src/agv_control/agv_control/safety_controller.py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M18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2/3 · 입력 2/4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~/ros2_curri/my_agv_ws/src/agv_control/agv_control/safety_controller.py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self.declare_parameter('front_half_angle_deg', 15.0)</a:t>
            </a:r>
            <a:br/>
            <a:r>
              <a:t>        self.obstacle_distance = math.inf</a:t>
            </a:r>
            <a:br/>
            <a:r>
              <a:t>        self.create_subscription(LaserScan, '/scan', self.scan_callback, 10)</a:t>
            </a:r>
            <a:br/>
            <a:r>
              <a:t>        self.create_subscription(Twist, '/cmd_vel_raw', self.command_callback, 10)</a:t>
            </a:r>
            <a:br/>
            <a:r>
              <a:t>        self.publisher = self.create_publisher(Twist, '/cmd_vel', 10)</a:t>
            </a:r>
            <a:br/>
            <a:br/>
            <a:r>
              <a:t>    def scan_callback(self, scan):</a:t>
            </a:r>
            <a:br/>
            <a:r>
              <a:t>        limit = math.radians(self.get_parameter('front_half_angle_deg').value)</a:t>
            </a:r>
            <a:br/>
            <a:r>
              <a:t>        readings = [value for index,</a:t>
            </a:r>
            <a:br/>
            <a:r>
              <a:t>            value in enumerate(scan.ranges) if abs(scan.angle_min + index * scan.angle_increment) &lt;= limit and math.isfinite(value)]</a:t>
            </a:r>
            <a:br/>
            <a:r>
              <a:t>        self.obstacle_distance = min(readings) if readings else math.inf</a:t>
            </a:r>
            <a:br/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2/4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2/3: 코드 입력 (3/4)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~/ros2_curri/my_agv_ws/src/agv_control/agv_control/safety_controller.py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M18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2/3 · 입력 3/4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~/ros2_curri/my_agv_ws/src/agv_control/agv_control/safety_controller.py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def command_callback(self, command):</a:t>
            </a:r>
            <a:br/>
            <a:r>
              <a:t>        safe = Twist()</a:t>
            </a:r>
            <a:br/>
            <a:r>
              <a:t>        if self.obstacle_distance &gt;= self.get_parameter('stop_distance').value or command.linear.x &lt;= 0.0:</a:t>
            </a:r>
            <a:br/>
            <a:r>
              <a:t>            safe = command</a:t>
            </a:r>
            <a:br/>
            <a:r>
              <a:t>        else:</a:t>
            </a:r>
            <a:br/>
            <a:r>
              <a:t>            self.get_logger().warn('obstacle at %.2f m: stopping forward command' % self.obstacle_distance)</a:t>
            </a:r>
            <a:br/>
            <a:r>
              <a:t>        self.publisher.publish(safe)</a:t>
            </a:r>
            <a:br/>
            <a:br/>
            <a:r>
              <a:t>def main():</a:t>
            </a:r>
            <a:br/>
            <a:r>
              <a:t>    rclpy.init()</a:t>
            </a:r>
            <a:br/>
            <a:r>
              <a:t>    node = SafetyController()</a:t>
            </a:r>
            <a:br/>
            <a:r>
              <a:t>    try: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3/4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2/3: 코드 입력 (4/4)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~/ros2_curri/my_agv_ws/src/agv_control/agv_control/safety_controller.py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M18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2/3 · 입력 4/4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마지막 callback·timer·main을 입력해 node가 실제로 시작하고 계속 동작하게 만듭니다.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~/ros2_curri/my_agv_ws/src/agv_control/agv_control/safety_controller.py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rclpy.spin(node)</a:t>
            </a:r>
            <a:br/>
            <a:r>
              <a:t>    except KeyboardInterrupt:</a:t>
            </a:r>
            <a:br/>
            <a:r>
              <a:t>        pass</a:t>
            </a:r>
            <a:br/>
            <a:r>
              <a:t>    finally:</a:t>
            </a:r>
            <a:br/>
            <a:r>
              <a:t>        node.destroy_node()</a:t>
            </a:r>
            <a:br/>
            <a:r>
              <a:t>        if rclpy.ok():</a:t>
            </a:r>
            <a:br/>
            <a:r>
              <a:t>            rclpy.shutdown()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4/4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3/3: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M18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~/ros2_curri/my_agv_ws/src/agv_bringup/config/mission.yaml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실행 시 읽히는 ROS 2 설정값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~/ros2_curri/my_agv_ws/src/agv_bringup/config</a:t>
            </a:r>
            <a:br/>
            <a:r>
              <a:t>nano ~/ros2_curri/my_agv_ws/src/agv_bringup/config/mission.yaml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terminal의 parameter/topic 출력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3/3: 코드 읽기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M18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~/ros2_curri/my_agv_ws/src/agv_bringup/config/mission.yaml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mission_manager: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실행 코드와 분리한 설정 키와 값을 적습니다.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launch 뒤 parameter/topic 동작에서 이 값의 효과를 확인합니다.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ros__parameters: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값은 실행 시 읽히는 ROS 2 설정값의 일부입니다.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다음에 launch 실행 뒤 ros2 param/topic 명령으로 확인한다.; terminal의 parameter/topic 출력로 확인합니다.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3/3: 코드 읽기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M18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~/ros2_curri/my_agv_ws/src/agv_bringup/config/mission.yaml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use_sim_time: true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값은 실행 시 읽히는 ROS 2 설정값의 일부입니다.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다음에 launch 실행 뒤 ros2 param/topic 명령으로 확인한다.; terminal의 parameter/topic 출력로 확인합니다.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3/3: 코드 입력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~/ros2_curri/my_agv_ws/src/agv_bringup/config/mission.yaml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M18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3/3 · 입력 1/2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~/ros2_curri/my_agv_ws/src/agv_bringup/config/mission.yaml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mission_manager:</a:t>
            </a:r>
            <a:br/>
            <a:r>
              <a:t>  ros__parameters:</a:t>
            </a:r>
            <a:br/>
            <a:r>
              <a:t>    use_sim_time: true</a:t>
            </a:r>
            <a:br/>
            <a:r>
              <a:t>    stop_distance: 0.50</a:t>
            </a:r>
            <a:br/>
            <a:r>
              <a:t>    search_speed: 0.25</a:t>
            </a:r>
            <a:br/>
            <a:r>
              <a:t>    approach_speed: 0.15</a:t>
            </a:r>
            <a:br/>
            <a:r>
              <a:t>    image_center_x: 320</a:t>
            </a:r>
            <a:br/>
            <a:r>
              <a:t>    target_timeout_sec: 0.70</a:t>
            </a:r>
            <a:br/>
            <a:r>
              <a:t>safety_controller:</a:t>
            </a:r>
            <a:br/>
            <a:r>
              <a:t>  ros__parameters:</a:t>
            </a:r>
            <a:br/>
            <a:r>
              <a:t>    use_sim_time: true</a:t>
            </a:r>
            <a:br/>
            <a:r>
              <a:t>    stop_distance: 0.50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1/2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3/3: 코드 입력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~/ros2_curri/my_agv_ws/src/agv_bringup/config/mission.yaml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M18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3/3 · 입력 2/2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~/ros2_curri/my_agv_ws/src/agv_bringup/config/mission.yaml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front_half_angle_deg: 15.0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2/2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뒤 실행 1/2: 안전 임계값을 고정한다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M18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1/2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distance는 m 단위이며 safety가 vision보다 먼저 final /cmd_vel을 결정한다.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run agv_control safety_controller --ros-args \</a:t>
            </a:r>
            <a:br/>
            <a:r>
              <a:t>  -p stop_distance:=0.5 -p front_half_angle_deg:=15.0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뒤 실행 2/2: raw와 safe command를 분리한다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M18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2/2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mission은 /cmd_vel_raw, 안전 필터만 /cmd_vel을 발행한다.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topic echo /cmd_vel_raw</a:t>
            </a:r>
            <a:br/>
            <a:r>
              <a:t>ros2 topic echo /cmd_vel</a:t>
            </a:r>
            <a:br/>
            <a:r>
              <a:t>ros2 topic echo /scan --once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M18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source ~/ros2_curri/my_agv_ws/install/setup.bash</a:t>
            </a:r>
            <a:br/>
            <a:r>
              <a:t>ros2 run agv_control safety_controller --ros-args -p stop_distance:=0.5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0.5 m 안 장애물에서 forward cmd_vel이 zero Twist로 바뀌는 조건을 설명한다.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M18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validation_term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" y="1562649"/>
            <a:ext cx="10607040" cy="438192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t>화면에서 확인: 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M18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검증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topic info /cmd_vel_raw</a:t>
            </a:r>
            <a:br/>
            <a:r>
              <a:t>ros2 topic info /cmd_vel</a:t>
            </a:r>
            <a:br/>
            <a:r>
              <a:t>ros2 param get /safety_controller stop_distance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완료 체크</a:t>
            </a:r>
            <a:br/>
            <a:r>
              <a:t>□ 명령이 오류 없이 실행된다.</a:t>
            </a:r>
            <a:br/>
            <a:r>
              <a:t>□ 기대한 파일·topic·frame·parameter 이름이 보인다.</a:t>
            </a:r>
            <a:br/>
            <a:r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완료 조건: 0.5 m 안 장애물에서 forward cmd_vel이 zero Twist로 바뀌는 조건을 설명한다.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M18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오류 대응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1: 장애물이 있는데 멈추지 않음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sector 각도·finite range·threshold m 단위를 확인한다.</a:t>
            </a:r>
            <a:br/>
            <a:r>
              <a:t>수정 후: ros2 topic info /cmd_vel_raw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2: 항상 STOP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inf/NaN 처리와 lidar frame 전방 방향을 확인한다.</a:t>
            </a:r>
            <a:br/>
            <a:r>
              <a:t>수정 후: ros2 topic info /cmd_vel_raw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막혔을 때만: Complete를 복구용으로 사용한다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이 슬라이드가 먼저가 아닙니다. 직접 입력·실행을 시도한 뒤에만 내 파일과 Complete를 비교합니다.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M18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복구용 Complete    |    현재 폴더 ~/ros2_curri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664208"/>
            <a:ext cx="1069848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t>권장 순서: ① 내 오류를 확인  ② Complete와 diff  ③ 꼭 필요할 때만 backup 후 복사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2423160"/>
            <a:ext cx="10881360" cy="26060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cd ~/ros2_curri</a:t>
            </a:r>
            <a:br/>
            <a:r>
              <a:t>diff -ru my_agv_ws/src blocks/E_autonomy_logic/M18_obstacle_perception/complete/agv_ws/src || true</a:t>
            </a:r>
            <a:br/>
            <a:r>
              <a:t>cp -a my_agv_ws/src my_agv_ws/src_before_M18</a:t>
            </a:r>
            <a:br/>
            <a:r>
              <a:t>cp -a blocks/E_autonomy_logic/M18_obstacle_perception/complete/agv_ws/src/. my_agv_ws/src/</a:t>
            </a:r>
            <a:br/>
            <a:r>
              <a:t>cd my_agv_ws &amp;&amp; colcon build --symlink-install &amp;&amp; source install/setup.bash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413248"/>
            <a:ext cx="10424160" cy="4297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복구 뒤에는 끝내지 말고, 내 파일과 Complete의 차이를 한 줄씩 설명한 뒤 다시 직접 입력해 봅니다.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M18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미니 실습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t>stop_distance 0.50→0.80 m로 바꾸면 어떤 상황에서 더 일찍 멈추는지 /cmd_vel 로그 기준으로 작성한다.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내 프로젝트 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Complete는 복구용 비교 기준이고, 다음 단계는 내가 직접 만든 workspace에서 계속합니다.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M18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체크포인트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완료 화면: 0.5 m 안 장애물에서 forward cmd_vel이 zero Twist로 바뀌는 조건을 설명한다.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막혔을 때 비교할 Complete: blocks/E_autonomy_logic/M18_obstacle_perception/complete/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다음 시작 조건: M19 FSM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다음 모듈을 시작하기 전, 내 src의 변경사항을 저장하고 현재 완료 조건을 다시 확인합니다.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M18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