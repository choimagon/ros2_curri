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~/ros2_curri/my_agv_ws/src/agv_control/agv_control/pid_controller.py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1/3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2/3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3/3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blocks/E_autonomy_logic/M20_pid_driving_control/complete/agv_ws/src || true</a:t>
            </a:r>
          </a:p>
          <a:p>
            <a:r>
              <a:t>cp -a my_agv_ws/src my_agv_ws/src_before_M20</a:t>
            </a:r>
          </a:p>
          <a:p>
            <a:r>
              <a:t>cp -a blocks/E_autonomy_logic/M20_pid_driving_control/complete/agv_ws/src/.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  <a:br/>
            <a:r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M19 state command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/path와 robot pose를 함께 보며 PID 전후 궤적을 비교하는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 / PID</a:t>
            </a:r>
            <a:br/>
            <a:r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agv_control/agv_control/pid_controller.py</a:t>
            </a:r>
            <a:br/>
            <a:r>
              <a:t>└── agv_control/setup.py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~/ros2_curri/my_agv_ws/src/agv_control/agv_control/pid_controller.py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PidController(Node):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super().__init__('pid_controller')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self.declare_parameter('kp_angular', 0.004)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</a:t>
            </a:r>
            <a:br/>
            <a:r>
              <a:t>'/cmd_vel_raw',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self.create_subscription(Twist, '/target_error',</a:t>
            </a:r>
            <a:br/>
            <a:r>
              <a:t>self.error_callback,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error_callback(self, error):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self.get_parameter('max_linear_speed').value)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PidController(Node):</a:t>
            </a:r>
            <a:br/>
            <a:r>
              <a:t>    """A small P-only starting point: replace with PI/PID after observing overshoot."""</a:t>
            </a:r>
            <a:br/>
            <a:br/>
            <a:r>
              <a:t>    def __init__(self):</a:t>
            </a:r>
            <a:br/>
            <a:r>
              <a:t>        super().__init__('pid_controller')</a:t>
            </a:r>
            <a:br/>
            <a:r>
              <a:t>        self.declare_parameter('kp_angular', 0.004)</a:t>
            </a:r>
            <a:br/>
            <a:r>
              <a:t>        self.declare_parameter('max_linear_speed', 0.25)</a:t>
            </a:r>
            <a:br/>
            <a:r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self.create_publisher(Twist, '/cmd_vel_raw', 10)</a:t>
            </a:r>
            <a:br/>
            <a:r>
              <a:t>        self.create_subscription(Twist, '/target_error', self.error_callback, 10)</a:t>
            </a:r>
            <a:br/>
            <a:br/>
            <a:r>
              <a:t>    def error_callback(self, error):</a:t>
            </a:r>
            <a:br/>
            <a:r>
              <a:t>        command = Twist()</a:t>
            </a:r>
            <a:br/>
            <a:r>
              <a:t>        command.linear.x = min(max(error.linear.x, 0.0),</a:t>
            </a:r>
            <a:br/>
            <a:r>
              <a:t>            self.get_parameter('max_linear_speed').value)</a:t>
            </a:r>
            <a:br/>
            <a:r>
              <a:t>        command.angular.z = max(min(error.angular.z * self.get_parameter('kp_angular').value,</a:t>
            </a:r>
            <a:br/>
            <a:r>
              <a:t>             self.get_parameter('max_angular_speed').value),</a:t>
            </a:r>
            <a:br/>
            <a:r>
              <a:t>            -self.get_parameter('max_angular_speed').value)</a:t>
            </a:r>
            <a:br/>
            <a:r>
              <a:t>        self.publisher.publish(command)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  <a:br/>
            <a:r>
              <a:t>    rclpy.init()</a:t>
            </a:r>
            <a:br/>
            <a:r>
              <a:t>    node = PidController()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['counter_publisher =</a:t>
            </a:r>
            <a:br/>
            <a:r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pid_controller --ros-args \</a:t>
            </a:r>
            <a:br/>
            <a:r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/target_error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/target_error</a:t>
            </a:r>
            <a:br/>
            <a:r>
              <a:t>ros2 topic info /cmd_vel_raw</a:t>
            </a:r>
            <a:br/>
            <a:r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error 정의와 angular.z 부호를 확인한다.</a:t>
            </a:r>
            <a:br/>
            <a:r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kp/kd·update rate·latency·saturation을 확인한다.</a:t>
            </a:r>
            <a:br/>
            <a:r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blocks/E_autonomy_logic/M20_pid_driving_control/complete/agv_ws/src || true</a:t>
            </a:r>
            <a:br/>
            <a:r>
              <a:t>cp -a my_agv_ws/src my_agv_ws/src_before_M20</a:t>
            </a:r>
            <a:br/>
            <a:r>
              <a:t>cp -a blocks/E_autonomy_logic/M20_pid_driving_control/complete/agv_ws/src/.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