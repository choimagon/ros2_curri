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PidController(Node):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super().__init__('pid_controller')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self.declare_parameter('kp_angular', 0.004)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</a:t>
            </a:r>
            <a:br/>
            <a:r>
              <a:t>'/cmd_vel_raw',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self.create_subscription(Twist, '/target_error',</a:t>
            </a:r>
            <a:br/>
            <a:r>
              <a:t>self.error_callback,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error_callback(self, error):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self.get_parameter('max_linear_speed').value)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PidController(Node):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"""A small P-only starting point: replace with PI/PID after observing overshoot."""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super().__init__('pid_controller')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self.declare_parameter('kp_angular', 0.004)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self.declare_parameter('max_linear_speed',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'/cmd_vel_raw',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self.create_subscription(Twist, '/target_error', self.error_callback,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error_callback(self, error):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command.linear.x = min(max(error.linear.x, 0.0),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self.get_parameter('max_linear_speed').value)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command.angular.z = max(min(error.angular.z * self.get_parameter('kp_angular').value,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self.get_parameter('max_angular_speed').value),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-self.get_parameter('max_angular_speed').value)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PidController()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'agv_control'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'/config', ['config/controllers.yaml'])],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['counter_publisher = agv_control.counter_publisher:main',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'counter_monitor = agv_control.counter_monitor:main', 'cmd_test_node = agv_control.cmd_test_node:main',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'velocity_monitor = agv_control.velocity_monitor:main', 'safety_controller = agv_control.safety_controller:main',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-p kp_angular:=0.004 -p max_linear_speed:=0.25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-p kp_angular:=0.004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/path와 robot pose를 함께 보며 PID 전후 궤적을 비교하는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blocks/E_autonomy_logic/M20_pid_driving_control/complete/agv_ws/src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blocks/E_autonomy_logic/M20_pid_driving_control/complete/agv_ws/src/.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