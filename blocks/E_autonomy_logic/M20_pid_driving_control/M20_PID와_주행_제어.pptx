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target error를 안전한 linear/angular Twist로 제한하는 제어 시작점을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kp_angular·max speed parameter와 saturation이 /cmd_vel_raw 출력을 제한하는 것을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이전=M19 state command, 다음=M21 YAML/Launch을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target error를 안전한 linear/angular Twist로 제한하는 제어 시작점을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kp_angular·max speed parameter와 saturation이 /cmd_vel_raw 출력을 제한하는 것을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 gain과 최대 속도는 overshoot 전에 먼저 보수적으로 제한한다.</a:t>
            </a:r>
          </a:p>
          <a:p>
            <a:r>
              <a:t>[실행] ros2 run agv_control pid_controller --ros-args \</a:t>
            </a:r>
          </a:p>
          <a:p>
            <a:r>
              <a:t>  -p kp_angular:=0.004 -p max_linear_speed:=0.25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입력 부호가 바뀌면 angular.z 부호도 기대 방향으로 바뀌어야 한다.</a:t>
            </a:r>
          </a:p>
          <a:p>
            <a:r>
              <a:t>[실행] ros2 topic echo /target_error</a:t>
            </a:r>
          </a:p>
          <a:p>
            <a:r>
              <a:t>ros2 topic echo /cmd_vel_raw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~/agv_ws/src/agv_control/agv_control/pid_controller.py의 전체 파일을 1/3 구간으로 작성한다.</a:t>
            </a:r>
          </a:p>
          <a:p>
            <a:r>
              <a:t>[실행] nano ~/agv_ws/src/agv_control/agv_control/pid_controller.py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~/agv_ws/src/agv_control/agv_control/pid_controller.py의 전체 파일을 2/3 구간으로 작성한다.</a:t>
            </a:r>
          </a:p>
          <a:p>
            <a:r>
              <a:t>[실행] nano ~/agv_ws/src/agv_control/agv_control/pid_controller.py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~/agv_ws/src/agv_control/agv_control/pid_controller.py의 전체 파일을 3/3 구간으로 작성한다.</a:t>
            </a:r>
          </a:p>
          <a:p>
            <a:r>
              <a:t>[실행] nano ~/agv_ws/src/agv_control/agv_control/pid_controller.py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~/agv_ws/src/agv_control/setup.py의 전체 파일을 1/1 구간으로 작성한다.</a:t>
            </a:r>
          </a:p>
          <a:p>
            <a:r>
              <a:t>[실행] nano ~/agv_ws/src/agv_control/setup.py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~/agv_ws/src/agv_bringup/config/mission.yaml의 전체 파일을 1/1 구간으로 작성한다.</a:t>
            </a:r>
          </a:p>
          <a:p>
            <a:r>
              <a:t>[실행] nano ~/agv_ws/src/agv_bringup/config/mission.yaml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~/agv_ws/install/setup.bash</a:t>
            </a:r>
          </a:p>
          <a:p>
            <a:r>
              <a:t>ros2 run agv_control pid_controller --ros-args -p kp_angular:=0.004</a:t>
            </a:r>
          </a:p>
          <a:p>
            <a:r>
              <a:t>[확인] kp_angular·max speed parameter와 saturation이 /cmd_vel_raw 출력을 제한하는 것을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/target_error</a:t>
            </a:r>
          </a:p>
          <a:p>
            <a:r>
              <a:t>ros2 topic info /cmd_vel_raw</a:t>
            </a:r>
          </a:p>
          <a:p>
            <a:r>
              <a:t>ros2 param get /pid_controller kp_angular</a:t>
            </a:r>
          </a:p>
          <a:p>
            <a:r>
              <a:t>[확인] kp_angular·max speed parameter와 saturation이 /cmd_vel_raw 출력을 제한하는 것을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M21 YAML/Launch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M20 · Block E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PID와 주행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kp_angular·max speed parameter와 saturation이 /cmd_vel_raw 출력을 제한하는 것을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M19 state command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M20</a:t>
            </a:r>
            <a:br/>
            <a:r>
              <a:t>PID와 주행 제어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M21 YAML/Launch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kp_angular·max speed parameter와 saturation이 /cmd_vel_raw 출력을 제한하는 것을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M19가 상태별 desired command를 만들고 target 중심 오차를 계산할 수 있는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M19 state command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target error를 안전한 linear/angular Twist로 제한하는 제어 시작점을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kp_angular·max speed parameter와 saturation이 /cmd_vel_raw 출력을 제한하는 것을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target error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P / PID</a:t>
            </a:r>
            <a:br/>
            <a:r>
              <a:t>controller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/cmd_vel_raw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~/agv_ws/src/</a:t>
            </a:r>
            <a:br/>
            <a:r>
              <a:t>└── agv_control/agv_control/pid_controller.py</a:t>
            </a:r>
            <a:br/>
            <a:r>
              <a:t>└── agv_control/setup.py</a:t>
            </a:r>
            <a:br/>
            <a:r>
              <a:t>└── agv_bringup/config/mission.yaml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제어 파라미터를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1/2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P gain과 최대 속도는 overshoot 전에 먼저 보수적으로 제한한다.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run agv_control pid_controller --ros-args \</a:t>
            </a:r>
            <a:br/>
            <a:r>
              <a:t>  -p kp_angular:=0.004 -p max_linear_speed:=0.25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error와 command를 분리해 관찰한다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2/2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입력 부호가 바뀌면 angular.z 부호도 기대 방향으로 바뀌어야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echo /target_error</a:t>
            </a:r>
            <a:br/>
            <a:r>
              <a:t>ros2 topic echo /cmd_vel_raw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~/agv_ws/src/agv_control/agv_control/pid_controller.py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~/agv_ws/src/agv_control/agv_control</a:t>
            </a:r>
            <a:br/>
            <a:r>
              <a:t>파일 열기: nano ~/agv_ws/src/agv_control/agv_control/pid_controller.py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rclpy</a:t>
            </a:r>
            <a:br/>
            <a:r>
              <a:t>from rclpy.node import Node</a:t>
            </a:r>
            <a:br/>
            <a:r>
              <a:t>from geometry_msgs.msg import Twist</a:t>
            </a:r>
            <a:br/>
            <a:br/>
            <a:r>
              <a:t>class PidController(Node):</a:t>
            </a:r>
            <a:br/>
            <a:r>
              <a:t>    """A small P-only starting point: replace with PI/PID after observing overshoot."""</a:t>
            </a:r>
            <a:br/>
            <a:br/>
            <a:r>
              <a:t>    def __init__(self):</a:t>
            </a:r>
            <a:br/>
            <a:r>
              <a:t>        super().__init__('pid_controller')</a:t>
            </a:r>
            <a:br/>
            <a:r>
              <a:t>        self.declare_parameter('kp_angular', 0.004)</a:t>
            </a:r>
            <a:br/>
            <a:r>
              <a:t>        self.declare_parameter('max_linear_speed', 0.25)</a:t>
            </a:r>
            <a:br/>
            <a:r>
              <a:t>        self.declare_parameter('max_angular_speed', 0.8)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~/agv_ws/src/agv_control/agv_control/pid_controller.py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4/6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~/agv_ws/src/agv_control/agv_control</a:t>
            </a:r>
            <a:br/>
            <a:r>
              <a:t>파일 열기: nano ~/agv_ws/src/agv_control/agv_control/pid_controller.py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self.publisher = self.create_publisher(Twist, '/cmd_vel_raw', 10)</a:t>
            </a:r>
            <a:br/>
            <a:r>
              <a:t>        self.create_subscription(Twist, '/target_error', self.error_callback, 10)</a:t>
            </a:r>
            <a:br/>
            <a:br/>
            <a:r>
              <a:t>    def error_callback(self, error):</a:t>
            </a:r>
            <a:br/>
            <a:r>
              <a:t>        command = Twist()</a:t>
            </a:r>
            <a:br/>
            <a:r>
              <a:t>        command.linear.x = min(max(error.linear.x, 0.0),</a:t>
            </a:r>
            <a:br/>
            <a:r>
              <a:t>            self.get_parameter('max_linear_speed').value)</a:t>
            </a:r>
            <a:br/>
            <a:r>
              <a:t>        command.angular.z = max(min(error.angular.z * self.get_parameter('kp_angular').value,</a:t>
            </a:r>
            <a:br/>
            <a:r>
              <a:t>             self.get_parameter('max_angular_speed').value),</a:t>
            </a:r>
            <a:br/>
            <a:r>
              <a:t>            -self.get_parameter('max_angular_speed').value)</a:t>
            </a:r>
            <a:br/>
            <a:r>
              <a:t>        self.publisher.publish(command)</a:t>
            </a:r>
            <a:br/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~/agv_ws/src/agv_control/agv_control/pid_controller.py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5/6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~/agv_ws/src/agv_control/agv_control</a:t>
            </a:r>
            <a:br/>
            <a:r>
              <a:t>파일 열기: nano ~/agv_ws/src/agv_control/agv_control/pid_controller.py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def main():</a:t>
            </a:r>
            <a:br/>
            <a:r>
              <a:t>    rclpy.init()</a:t>
            </a:r>
            <a:br/>
            <a:r>
              <a:t>    node = PidController()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~/agv_ws/src/agv_control/setup.py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6/7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~/agv_ws/src/agv_control</a:t>
            </a:r>
            <a:br/>
            <a:r>
              <a:t>파일 열기: nano ~/agv_ws/src/agv_control/setup.py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from setuptools import find_packages, setup</a:t>
            </a:r>
            <a:br/>
            <a:r>
              <a:t>package_name = 'agv_control'</a:t>
            </a:r>
            <a:br/>
            <a:r>
              <a:t>setup(name=package_name, version='0.1.0', packages=find_packages(exclude=['test']),</a:t>
            </a:r>
            <a:br/>
            <a:r>
              <a:t>    data_files=[('share/ament_index/resource_index/packages',</a:t>
            </a:r>
            <a:br/>
            <a:r>
              <a:t>    ['resource/' + package_name]), ('share/' + package_name, ['package.xml']),</a:t>
            </a:r>
            <a:br/>
            <a:r>
              <a:t>    ('share/' + package_name + '/config', ['config/controllers.yaml'])],</a:t>
            </a:r>
            <a:br/>
            <a:r>
              <a:t>    install_requires=['setuptools'], zip_safe=True, maintainer='AGV student',</a:t>
            </a:r>
            <a:br/>
            <a:r>
              <a:t>    maintainer_email='student@example.com', license='Apache-2.0',</a:t>
            </a:r>
            <a:br/>
            <a:r>
              <a:t>    entry_points={'console_scripts': ['counter_publisher = agv_control.counter_publisher:main',</a:t>
            </a:r>
            <a:br/>
            <a:r>
              <a:t>     'counter_monitor = agv_control.counter_monitor:main', 'cmd_test_node = agv_control.cmd_test_node:main',</a:t>
            </a:r>
            <a:br/>
            <a:r>
              <a:t>     'velocity_monitor = agv_control.velocity_monitor:main', 'safety_controller = agv_control.safety_controller:main',</a:t>
            </a:r>
            <a:br/>
            <a:r>
              <a:t>     'pid_controller = agv_control.pid_controller:main']})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7/8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~/agv_ws/src/agv_bringup/config</a:t>
            </a:r>
            <a:br/>
            <a:r>
              <a:t>파일 열기: nano ~/agv_ws/src/agv_bringup/config/mission.yaml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mission_manager: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stop_distance: 0.50</a:t>
            </a:r>
            <a:br/>
            <a:r>
              <a:t>    search_speed: 0.25</a:t>
            </a:r>
            <a:br/>
            <a:r>
              <a:t>    approach_speed: 0.15</a:t>
            </a:r>
            <a:br/>
            <a:r>
              <a:t>    image_center_x: 320</a:t>
            </a:r>
            <a:br/>
            <a:r>
              <a:t>safety_controller: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stop_distance: 0.50</a:t>
            </a:r>
            <a:br/>
            <a:r>
              <a:t>    front_half_angle_deg: 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~/agv_ws/install/setup.bash</a:t>
            </a:r>
            <a:br/>
            <a:r>
              <a:t>ros2 run agv_control pid_controller --ros-args -p kp_angular:=0.004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kp_angular·max speed parameter와 saturation이 /cmd_vel_raw 출력을 제한하는 것을 확인한다.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453970"/>
            <a:ext cx="10607040" cy="4599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info /target_error</a:t>
            </a:r>
            <a:br/>
            <a:r>
              <a:t>ros2 topic info /cmd_vel_raw</a:t>
            </a:r>
            <a:br/>
            <a:r>
              <a:t>ros2 param get /pid_controller kp_angular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kp_angular·max speed parameter와 saturation이 /cmd_vel_raw 출력을 제한하는 것을 확인한다.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로봇이 반대 방향 회전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error 정의와 angular.z 부호를 확인한다.</a:t>
            </a:r>
            <a:br/>
            <a:r>
              <a:t>수정 후: ros2 topic info /target_error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진동이 심함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kp/kd·update rate·latency·saturation을 확인한다.</a:t>
            </a:r>
            <a:br/>
            <a:r>
              <a:t>수정 후: ros2 topic info /target_error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kp_angular을 0.002, 0.004, 0.008로 바꿨을 때 반응 속도와 진동 위험을 예측해 기록한다.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kp_angular·max speed parameter와 saturation이 /cmd_vel_raw 출력을 제한하는 것을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blocks/E_autonomy_logic/M20_pid_driving_control/complete/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M21 YAML/Launch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