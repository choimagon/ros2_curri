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gz_ros2_control이 만든 controller_manager에서 joint_state_broadcaster와 diff_drive_controller를 실제 active로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`ros2 control list_controllers`에서 joint_state_broadcaster와 diff_drive_controller가 모두 active이고 wheel joint state가 publish된다.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이전=M09 wheel joint, 다음=M17~M20 autonomy command을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gz_ros2_control이 만든 controller_manager에서 joint_state_broadcaster와 diff_drive_controller를 실제 active로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`ros2 control list_controllers`에서 joint_state_broadcaster와 diff_drive_controller가 모두 active이고 wheel joint state가 publish된다.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controller type과 wheel parameter는 URDF/SDF joint 이름과 같아야 한다.</a:t>
            </a:r>
          </a:p>
          <a:p>
            <a:r>
              <a:t>[실행] nano ~/ros2_curri/agv_ws/src/agv_control/config/controllers.yaml</a:t>
            </a:r>
          </a:p>
          <a:p>
            <a:r>
              <a:t>ros2 pkg prefix gz_ros2_control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M16은 M09 native DiffDrive와 별도 launch를 사용한다. plugin이 controller_manager를 만들고 spawner가 두 controller를 active로 전환한다.</a:t>
            </a:r>
          </a:p>
          <a:p>
            <a:r>
              <a:t>[실행] ros2 launch agv_gazebo ros2_control.launch.py</a:t>
            </a:r>
          </a:p>
          <a:p>
            <a:r>
              <a:t># 새 터미널</a:t>
            </a:r>
          </a:p>
          <a:p>
            <a:r>
              <a:t>ros2 control list_controllers -c /controller_manager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~/ros2_curri/agv_ws/src/agv_control/config/controllers.yaml의 전체 파일을 1/2 구간으로 작성한다.</a:t>
            </a:r>
          </a:p>
          <a:p>
            <a:r>
              <a:t>[실행] nano ~/ros2_curri/agv_ws/src/agv_control/config/controllers.yaml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~/ros2_curri/agv_ws/src/agv_control/config/controllers.yaml의 전체 파일을 2/2 구간으로 작성한다.</a:t>
            </a:r>
          </a:p>
          <a:p>
            <a:r>
              <a:t>[실행] nano ~/ros2_curri/agv_ws/src/agv_control/config/controllers.yaml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~/ros2_curri/agv_ws/src/agv_description/urdf/agv_ros2_control.urdf.xacro의 전체 파일을 1/5 구간으로 작성한다.</a:t>
            </a:r>
          </a:p>
          <a:p>
            <a:r>
              <a:t>[실행] nano ~/ros2_curri/agv_ws/src/agv_description/urdf/agv_ros2_control.urdf.xacro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~/ros2_curri/agv_ws/src/agv_description/urdf/agv_ros2_control.urdf.xacro의 전체 파일을 2/5 구간으로 작성한다.</a:t>
            </a:r>
          </a:p>
          <a:p>
            <a:r>
              <a:t>[실행] nano ~/ros2_curri/agv_ws/src/agv_description/urdf/agv_ros2_control.urdf.xacro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~/ros2_curri/agv_ws/src/agv_description/urdf/agv_ros2_control.urdf.xacro의 전체 파일을 3/5 구간으로 작성한다.</a:t>
            </a:r>
          </a:p>
          <a:p>
            <a:r>
              <a:t>[실행] nano ~/ros2_curri/agv_ws/src/agv_description/urdf/agv_ros2_control.urdf.xacro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~/ros2_curri/agv_ws/src/agv_description/urdf/agv_ros2_control.urdf.xacro의 전체 파일을 4/5 구간으로 작성한다.</a:t>
            </a:r>
          </a:p>
          <a:p>
            <a:r>
              <a:t>[실행] nano ~/ros2_curri/agv_ws/src/agv_description/urdf/agv_ros2_control.urdf.xacro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~/ros2_curri/agv_ws/src/agv_description/urdf/agv_ros2_control.urdf.xacro의 전체 파일을 5/5 구간으로 작성한다.</a:t>
            </a:r>
          </a:p>
          <a:p>
            <a:r>
              <a:t>[실행] nano ~/ros2_curri/agv_ws/src/agv_description/urdf/agv_ros2_control.urdf.xacro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1/15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2/15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3/15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4/15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5/15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6/15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7/15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8/15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9/15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10/15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11/15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12/15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13/15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14/15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~/ros2_curri/agv_ws/src/agv_gazebo/models/agv_ros2_control/model.sdf의 전체 파일을 15/15 구간으로 작성한다.</a:t>
            </a:r>
          </a:p>
          <a:p>
            <a:r>
              <a:t>[실행] nano ~/ros2_curri/agv_ws/src/agv_gazebo/models/agv_ros2_control/model.sdf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~/ros2_curri/agv_ws/src/agv_gazebo/launch/ros2_control.launch.py의 전체 파일을 1/3 구간으로 작성한다.</a:t>
            </a:r>
          </a:p>
          <a:p>
            <a:r>
              <a:t>[실행] nano ~/ros2_curri/agv_ws/src/agv_gazebo/launch/ros2_control.launch.py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~/ros2_curri/agv_ws/src/agv_gazebo/launch/ros2_control.launch.py의 전체 파일을 2/3 구간으로 작성한다.</a:t>
            </a:r>
          </a:p>
          <a:p>
            <a:r>
              <a:t>[실행] nano ~/ros2_curri/agv_ws/src/agv_gazebo/launch/ros2_control.launch.py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~/ros2_curri/agv_ws/src/agv_gazebo/launch/ros2_control.launch.py의 전체 파일을 3/3 구간으로 작성한다.</a:t>
            </a:r>
          </a:p>
          <a:p>
            <a:r>
              <a:t>[실행] nano ~/ros2_curri/agv_ws/src/agv_gazebo/launch/ros2_control.launch.py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launch agv_gazebo ros2_control.launch.py</a:t>
            </a:r>
          </a:p>
          <a:p>
            <a:r>
              <a:t># 새 터미널: ros2 control list_controllers -c /controller_manager</a:t>
            </a:r>
          </a:p>
          <a:p>
            <a:r>
              <a:t>[확인] `ros2 control list_controllers`에서 joint_state_broadcaster와 diff_drive_controller가 모두 active이고 wheel joint state가 publish된다.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control list_controllers -c /controller_manager</a:t>
            </a:r>
          </a:p>
          <a:p>
            <a:r>
              <a:t>ros2 topic echo /joint_states --once</a:t>
            </a:r>
          </a:p>
          <a:p>
            <a:r>
              <a:t>[확인] `ros2 control list_controllers`에서 joint_state_broadcaster와 diff_drive_controller가 모두 active이고 wheel joint state가 publish된다.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M17~M20 autonomy command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Image→cv_bridge→YOLO→DetectionArray 흐름과 모델·threshold 재현 정보를 관리한다.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이전=M12 camera image, 다음=M18 safety fusion을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Image→cv_bridge→YOLO→DetectionArray 흐름과 모델·threshold 재현 정보를 관리한다.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vision node보다 custom message package가 먼저 install/source되어야 import된다.</a:t>
            </a:r>
          </a:p>
          <a:p>
            <a:r>
              <a:t>[실행] cd ~/ros2_curri/agv_ws</a:t>
            </a:r>
          </a:p>
          <a:p>
            <a:r>
              <a:t>colcon build --symlink-install --packages-select agv_interfaces agv_vision</a:t>
            </a:r>
          </a:p>
          <a:p>
            <a:r>
              <a:t>source install/setup.bash</a:t>
            </a:r>
          </a:p>
          <a:p>
            <a:r>
              <a:t>ros2 interface show agv_interfaces/msg/Detection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 파일과 Python dependency는 교육 환경에서 고정해야 재현된다.</a:t>
            </a:r>
          </a:p>
          <a:p>
            <a:r>
              <a:t>[실행] ros2 run agv_vision yolo_node --ros-args \</a:t>
            </a:r>
          </a:p>
          <a:p>
            <a:r>
              <a:t>  -p enable_yolo:=false</a:t>
            </a:r>
          </a:p>
          <a:p>
            <a:r>
              <a:t># ultralytics와 모델 파일 준비 뒤에만 true로 변경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~/ros2_curri/agv_ws/src/agv_interfaces/msg/Detection.msg의 전체 파일을 1/1 구간으로 작성한다.</a:t>
            </a:r>
          </a:p>
          <a:p>
            <a:r>
              <a:t>[실행] nano ~/ros2_curri/agv_ws/src/agv_interfaces/msg/Detection.msg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~/ros2_curri/agv_ws/src/agv_interfaces/msg/DetectionArray.msg의 전체 파일을 1/1 구간으로 작성한다.</a:t>
            </a:r>
          </a:p>
          <a:p>
            <a:r>
              <a:t>[실행] nano ~/ros2_curri/agv_ws/src/agv_interfaces/msg/DetectionArray.msg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~/ros2_curri/agv_ws/src/agv_interfaces/CMakeLists.txt의 전체 파일을 1/1 구간으로 작성한다.</a:t>
            </a:r>
          </a:p>
          <a:p>
            <a:r>
              <a:t>[실행] nano ~/ros2_curri/agv_ws/src/agv_interfaces/CMakeLists.txt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1/10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2/10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3/10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4/10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5/10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6/10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7/10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8/10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9/10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~/ros2_curri/agv_ws/src/agv_vision/agv_vision/yolo_node.py의 전체 파일을 10/10 구간으로 작성한다.</a:t>
            </a:r>
          </a:p>
          <a:p>
            <a:r>
              <a:t>[실행] nano ~/ros2_curri/agv_ws/src/agv_vision/agv_vision/yolo_node.py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~/ros2_curri/agv_ws/src/agv_bringup/config/vision.yaml의 전체 파일을 1/1 구간으로 작성한다.</a:t>
            </a:r>
          </a:p>
          <a:p>
            <a:r>
              <a:t>[실행] nano ~/ros2_curri/agv_ws/src/agv_bringup/config/vision.yaml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~/ros2_curri/agv_ws/src/agv_vision/setup.py의 전체 파일을 1/1 구간으로 작성한다.</a:t>
            </a:r>
          </a:p>
          <a:p>
            <a:r>
              <a:t>[실행] nano ~/ros2_curri/agv_ws/src/agv_vision/setup.py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run agv_vision yolo_node --ros-args -p enable_yolo:=false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interface show agv_interfaces/msg/Detection</a:t>
            </a:r>
          </a:p>
          <a:p>
            <a:r>
              <a:t>ros2 topic info /detections</a:t>
            </a:r>
          </a:p>
          <a:p>
            <a:r>
              <a:t>ros2 param get /yolo_node confidence_threshold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M18 safety fusion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전방 LiDAR 거리와 mission command 사이에 Safety Controller를 두어 STOP을 최우선으로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이전=M13 + M17 outputs, 다음=M19 FSM을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전방 LiDAR 거리와 mission command 사이에 Safety Controller를 두어 STOP을 최우선으로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distance는 m 단위이며 safety가 vision보다 먼저 final /cmd_vel을 결정한다.</a:t>
            </a:r>
          </a:p>
          <a:p>
            <a:r>
              <a:t>[실행] ros2 run agv_control safety_controller --ros-args \</a:t>
            </a:r>
          </a:p>
          <a:p>
            <a:r>
              <a:t>  -p stop_distance:=0.5 -p front_half_angle_deg:=15.0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mission은 /cmd_vel_raw, 안전 필터만 /cmd_vel을 발행한다.</a:t>
            </a:r>
          </a:p>
          <a:p>
            <a:r>
              <a:t>[실행] ros2 topic echo /cmd_vel_raw</a:t>
            </a:r>
          </a:p>
          <a:p>
            <a:r>
              <a:t>ros2 topic echo /cmd_vel</a:t>
            </a:r>
          </a:p>
          <a:p>
            <a:r>
              <a:t>ros2 topic echo /scan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1/3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2/3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3/3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1/4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2/4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3/4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4/4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1/2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2/2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run agv_control safety_controller --ros-args -p stop_distance:=0.5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/cmd_vel_raw</a:t>
            </a:r>
          </a:p>
          <a:p>
            <a:r>
              <a:t>ros2 topic info /cmd_vel</a:t>
            </a:r>
          </a:p>
          <a:p>
            <a:r>
              <a:t>ros2 param get /safety_controller stop_distance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M19 FSM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SEARCH·APPROACH·AVOID·GOAL 상태를 입력 조건과 속도 명령으로 명시한다.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이전=M18 priority decision, 다음=M20 PID을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SEARCH·APPROACH·AVOID·GOAL 상태를 입력 조건과 속도 명령으로 명시한다.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상태는 흩어진 if문이 아니라 한 곳에서 /cmd_vel_raw를 결정한다.</a:t>
            </a:r>
          </a:p>
          <a:p>
            <a:r>
              <a:t>[실행] cd ~/ros2_curri/agv_ws</a:t>
            </a:r>
          </a:p>
          <a:p>
            <a:r>
              <a:t>colcon build --symlink-install --packages-select agv_mission</a:t>
            </a:r>
          </a:p>
          <a:p>
            <a:r>
              <a:t>source install/setup.bash</a:t>
            </a:r>
          </a:p>
          <a:p>
            <a:r>
              <a:t>ros2 run agv_mission mission_manager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상태의 이름과 속도 command를 서로 다른 topic에서 확인한다.</a:t>
            </a:r>
          </a:p>
          <a:p>
            <a:r>
              <a:t>[실행] ros2 topic echo /mission_state</a:t>
            </a:r>
          </a:p>
          <a:p>
            <a:r>
              <a:t>ros2 topic echo /cmd_vel_raw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1/7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2/7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3/7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4/7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5/7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6/7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7/7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1/2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2/2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~/ros2_curri/agv_ws/src/agv_mission/setup.py의 전체 파일을 1/1 구간으로 작성한다.</a:t>
            </a:r>
          </a:p>
          <a:p>
            <a:r>
              <a:t>[실행] nano ~/ros2_curri/agv_ws/src/agv_mission/setup.py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run agv_mission mission_manager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/mission_state</a:t>
            </a:r>
          </a:p>
          <a:p>
            <a:r>
              <a:t>ros2 topic info /cmd_vel_raw</a:t>
            </a:r>
          </a:p>
          <a:p>
            <a:r>
              <a:t>ros2 param get /mission_manager stop_distance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M20 PID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target error를 안전한 linear/angular Twist로 제한하는 제어 시작점을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이전=M19 state command, 다음=M21 YAML/Launch을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target error를 안전한 linear/angular Twist로 제한하는 제어 시작점을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 gain과 최대 속도는 overshoot 전에 먼저 보수적으로 제한한다.</a:t>
            </a:r>
          </a:p>
          <a:p>
            <a:r>
              <a:t>[실행] ros2 run agv_control pid_controller --ros-args \</a:t>
            </a:r>
          </a:p>
          <a:p>
            <a:r>
              <a:t>  -p kp_angular:=0.004 -p max_linear_speed:=0.25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입력 부호가 바뀌면 angular.z 부호도 기대 방향으로 바뀌어야 한다.</a:t>
            </a:r>
          </a:p>
          <a:p>
            <a:r>
              <a:t>[실행] ros2 topic echo /target_error</a:t>
            </a:r>
          </a:p>
          <a:p>
            <a:r>
              <a:t>ros2 topic echo /cmd_vel_raw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~/ros2_curri/agv_ws/src/agv_control/agv_control/pid_controller.py의 전체 파일을 1/3 구간으로 작성한다.</a:t>
            </a:r>
          </a:p>
          <a:p>
            <a:r>
              <a:t>[실행] nano ~/ros2_curri/agv_ws/src/agv_control/agv_control/pid_controller.py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~/ros2_curri/agv_ws/src/agv_control/agv_control/pid_controller.py의 전체 파일을 2/3 구간으로 작성한다.</a:t>
            </a:r>
          </a:p>
          <a:p>
            <a:r>
              <a:t>[실행] nano ~/ros2_curri/agv_ws/src/agv_control/agv_control/pid_controller.py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~/ros2_curri/agv_ws/src/agv_control/agv_control/pid_controller.py의 전체 파일을 3/3 구간으로 작성한다.</a:t>
            </a:r>
          </a:p>
          <a:p>
            <a:r>
              <a:t>[실행] nano ~/ros2_curri/agv_ws/src/agv_control/agv_control/pid_controller.py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~/ros2_curri/agv_ws/src/agv_control/setup.py의 전체 파일을 1/1 구간으로 작성한다.</a:t>
            </a:r>
          </a:p>
          <a:p>
            <a:r>
              <a:t>[실행] nano ~/ros2_curri/agv_ws/src/agv_control/setup.py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1/2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2/2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run agv_control pid_controller --ros-args -p kp_angular:=0.004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/target_error</a:t>
            </a:r>
          </a:p>
          <a:p>
            <a:r>
              <a:t>ros2 topic info /cmd_vel_raw</a:t>
            </a:r>
          </a:p>
          <a:p>
            <a:r>
              <a:t>ros2 param get /pid_controller kp_angular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M21 YAML/Launch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0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E · M 시리즈 통합 따라 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6949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600" b="1">
                <a:solidFill>
                  <a:srgbClr val="122C4E"/>
                </a:solidFill>
                <a:latin typeface="Noto Sans CJK KR"/>
              </a:defRPr>
            </a:pPr>
            <a:r>
              <a:t>제어·인지·미션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971800"/>
            <a:ext cx="992124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이 파일은 Block 안의 모든 M 시리즈 PPT를 순서와 발표자 노트까지 유지해 한 번에 볼 수 있도록 합친 자료입니다.</a:t>
            </a:r>
            <a:br/>
            <a:r>
              <a:t>개별 M PPT는 실습 때, 이 통합본은 Block 전체 흐름을 복습·강의할 때 사용합니다.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98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포함 모듈: M16 → M17 → M18 → M19 → M20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000" b="1">
                <a:solidFill>
                  <a:srgbClr val="122C4E"/>
                </a:solidFill>
                <a:latin typeface="Noto Sans CJK KR"/>
              </a:defRPr>
            </a:pPr>
            <a:r>
              <a:t>Block E 커리큘럼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52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3441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258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ros2_control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10652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19456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Camera·YOLO /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10652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08152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06324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LiDAR 안전 판단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40479"/>
            <a:ext cx="10652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950207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931919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Mission FSM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09160"/>
            <a:ext cx="1065276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81888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80060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PID 주행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53328"/>
            <a:ext cx="1051560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400" b="1">
                <a:solidFill>
                  <a:srgbClr val="2A8B5A"/>
                </a:solidFill>
                <a:latin typeface="Noto Sans CJK KR"/>
              </a:defRPr>
            </a:pPr>
            <a:r>
              <a:t>각 모듈의 완료 조건을 통과한 뒤에만 다음 모듈로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E · 1/5 · M16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ros2_control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M16의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M16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ros2_control + gz_ros2_control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`ros2 control list_controllers`에서 joint_state_broadcaster와 diff_drive_controller가 모두 active이고 wheel joint state가 publish된다.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M09 wheel joint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M16</a:t>
            </a:r>
            <a:r>
              <a:rPr/>
              <a:t>ros2_control + gz_ros2_control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M17~M20 autonomy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`ros2 control list_controllers`에서 joint_state_broadcaster와 diff_drive_controller가 모두 active이고 wheel joint state가 publish된다.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M09 native Gazebo DiffDrive가 동작하고 wheel joint 이름을 알고 있는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M09 wheel joint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gz_ros2_control이 만든 controller_manager에서 joint_state_broadcaster와 diff_drive_controller를 실제 active로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`ros2 control list_controllers`에서 joint_state_broadcaster와 diff_drive_controller가 모두 active이고 wheel joint state가 publish된다.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/cmd_vel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controller_manager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gz_ros2_control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joints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agv_control/config/controllers.yaml</a:t>
            </a:r>
            <a:r>
              <a:rPr/>
              <a:t>└── agv_description/urdf/agv_ros2_control.urdf.xacro</a:t>
            </a:r>
            <a:r>
              <a:rPr/>
              <a:t>└── agv_gazebo/models/agv_ros2_control/model.sdf</a:t>
            </a:r>
            <a:r>
              <a:rPr/>
              <a:t>└── agv_gazebo/launch/ros2_control.launch.py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~/ros2_curri/agv_ws/src/agv_control/config/controllers.yaml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~/ros2_curri/agv_ws/src/agv_description/urdf/agv_ros2_control.urdf.xacro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로봇 또는 Gazebo 환경의 구조·물리·sensor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link/model → geometry → joint/sensor/plugin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문법 검사 뒤 Gazebo/RViz에서 열어 본다.</a:t>
            </a:r>
            <a:r>
              <a:rPr/>
              <a:t>화면/출력: terminal 검사 결과와 3D 화면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로봇 또는 Gazebo 환경의 구조·물리·sensor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link/model → geometry → joint/sensor/plugin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문법 검사 뒤 Gazebo/RViz에서 열어 본다.</a:t>
            </a:r>
            <a:r>
              <a:rPr/>
              <a:t>화면/출력: terminal 검사 결과와 3D 화면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~/ros2_curri/agv_ws/src/agv_gazebo/launch/ros2_control.launch.py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node를 시작 순서대로 조립하는 launch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launch argument → Node → parameters/config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ros2 launch로 실행한다.</a:t>
            </a:r>
            <a:r>
              <a:rPr/>
              <a:t>화면/출력: terminal의 실행 node와 topic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controller YAML을 작성한다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controller type과 wheel parameter는 URDF/SDF joint 이름과 같아야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~/ros2_curri/agv_ws/src/agv_control/config/controllers.yaml</a:t>
            </a:r>
            <a:r>
              <a:rPr/>
              <a:t>ros2 pkg prefix gz_ros2_control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실제 controller를 활성화한다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새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M16은 M09 native DiffDrive와 별도 launch를 사용한다. plugin이 controller_manager를 만들고 spawner가 두 controller를 active로 전환한다.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agv_gazebo ros2_control.launch.py</a:t>
            </a:r>
            <a:r>
              <a:rPr/>
              <a:t># 새 터미널</a:t>
            </a:r>
            <a:r>
              <a:rPr/>
              <a:t>ros2 control list_controllers -c /controller_manager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~/ros2_curri/agv_ws/src/agv_control/config</a:t>
            </a:r>
            <a:r>
              <a:rPr/>
              <a:t>파일 열기: nano ~/ros2_curri/agv_ws/src/agv_control/config/controllers.yaml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controller_manager:</a:t>
            </a:r>
            <a:r>
              <a:rPr/>
              <a:t>  ros__parameters:</a:t>
            </a:r>
            <a:r>
              <a:rPr/>
              <a:t>    update_rate: 50</a:t>
            </a:r>
            <a:r>
              <a:rPr/>
              <a:t>    joint_state_broadcaster:</a:t>
            </a:r>
            <a:r>
              <a:rPr/>
              <a:t>      type: joint_state_broadcaster/JointStateBroadcaster</a:t>
            </a:r>
            <a:r>
              <a:rPr/>
              <a:t>    diff_drive_controller:</a:t>
            </a:r>
            <a:r>
              <a:rPr/>
              <a:t>      type: diff_drive_controller/DiffDriveController</a:t>
            </a:r>
            <a:r>
              <a:rPr/>
              <a:t>diff_drive_controller:</a:t>
            </a:r>
            <a:r>
              <a:rPr/>
              <a:t>  ros__parameters:</a:t>
            </a:r>
            <a:r>
              <a:rPr/>
              <a:t>    left_wheel_names: [left_wheel_joint]</a:t>
            </a:r>
            <a:r>
              <a:rPr/>
              <a:t>    right_wheel_names: [right_wheel_joint]</a:t>
            </a:r>
            <a:r>
              <a:rPr/>
              <a:t>    wheel_separation: 0.38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~/ros2_curri/agv_ws/src/agv_control/config</a:t>
            </a:r>
            <a:r>
              <a:rPr/>
              <a:t>파일 열기: nano ~/ros2_curri/agv_ws/src/agv_control/config/controllers.yaml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wheel_radius: 0.08</a:t>
            </a:r>
            <a:r>
              <a:rPr/>
              <a:t>    base_frame_id: base_link</a:t>
            </a:r>
            <a:r>
              <a:rPr/>
              <a:t>    odom_frame_id: odom</a:t>
            </a:r>
            <a:r>
              <a:rPr/>
              <a:t>    publish_rate: 50.0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~/ros2_curri/agv_ws/src/agv_description/urdf/agv_ros2_control.urdf.xacro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~/ros2_curri/agv_ws/src/agv_description/urdf</a:t>
            </a:r>
            <a:r>
              <a:rPr/>
              <a:t>파일 열기: nano ~/ros2_curri/agv_ws/src/agv_description/urdf/agv_ros2_control.urdf.xacro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&lt;!-- M16 controller description. Gazebo uses model.sdf for physics; this URDF gives</a:t>
            </a:r>
            <a:r>
              <a:rPr/>
              <a:t>  controller_manager its interfaces and RViz the matching joint tree. --&gt;</a:t>
            </a:r>
            <a:r>
              <a:rPr/>
              <a:t>&lt;robot xmlns:xacro="http://www.ros.org/wiki/xacro" name="agv_ros2_control"&gt;</a:t>
            </a:r>
            <a:r>
              <a:rPr/>
              <a:t>  </a:t>
            </a:r>
            <a:r>
              <a:rPr/>
              <a:t>  </a:t>
            </a:r>
            <a:r>
              <a:rPr/>
              <a:t>  &lt;link name="base_link"/&gt;</a:t>
            </a:r>
            <a:r>
              <a:rPr/>
              <a:t>  &lt;link name="left_wheel_link"/&gt;</a:t>
            </a:r>
            <a:r>
              <a:rPr/>
              <a:t>  &lt;link name="right_wheel_link"/&gt;</a:t>
            </a:r>
            <a:r>
              <a:rPr/>
              <a:t>  </a:t>
            </a:r>
            <a:r>
              <a:rPr/>
              <a:t>  </a:t>
            </a:r>
            <a:r>
              <a:rPr/>
              <a:t>  &lt;joint name="left_wheel_joint" type="continuous"&gt;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~/ros2_curri/agv_ws/src/agv_description/urdf/agv_ros2_control.urdf.xacro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~/ros2_curri/agv_ws/src/agv_description/urdf</a:t>
            </a:r>
            <a:r>
              <a:rPr/>
              <a:t>파일 열기: nano ~/ros2_curri/agv_ws/src/agv_description/urdf/agv_ros2_control.urdf.xacro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&lt;parent link="base_link"/&gt;</a:t>
            </a:r>
            <a:r>
              <a:rPr/>
              <a:t>    &lt;child link="left_wheel_link"/&gt;</a:t>
            </a:r>
            <a:r>
              <a:rPr/>
              <a:t>    &lt;origin xyz="0 0.19 -0.08"/&gt;</a:t>
            </a:r>
            <a:r>
              <a:rPr/>
              <a:t>    &lt;axis xyz="0 1 0"/&gt;</a:t>
            </a:r>
            <a:r>
              <a:rPr/>
              <a:t>  &lt;/joint&gt;</a:t>
            </a:r>
            <a:r>
              <a:rPr/>
              <a:t>  </a:t>
            </a:r>
            <a:r>
              <a:rPr/>
              <a:t>  </a:t>
            </a:r>
            <a:r>
              <a:rPr/>
              <a:t>  &lt;joint name="right_wheel_joint" type="continuous"&gt;</a:t>
            </a:r>
            <a:r>
              <a:rPr/>
              <a:t>    &lt;parent link="base_link"/&gt;</a:t>
            </a:r>
            <a:r>
              <a:rPr/>
              <a:t>    &lt;child link="right_wheel_link"/&gt;</a:t>
            </a:r>
            <a:r>
              <a:rPr/>
              <a:t>    &lt;origin xyz="0 -0.19 -0.08"/&gt;</a:t>
            </a:r>
            <a:r>
              <a:rPr/>
              <a:t>    &lt;axis xyz="0 1 0"/&gt;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~/ros2_curri/agv_ws/src/agv_description/urdf/agv_ros2_control.urdf.xacro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~/ros2_curri/agv_ws/src/agv_description/urdf</a:t>
            </a:r>
            <a:r>
              <a:rPr/>
              <a:t>파일 열기: nano ~/ros2_curri/agv_ws/src/agv_description/urdf/agv_ros2_control.urdf.xacro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&lt;/joint&gt;</a:t>
            </a:r>
            <a:r>
              <a:rPr/>
              <a:t>  </a:t>
            </a:r>
            <a:r>
              <a:rPr/>
              <a:t>  </a:t>
            </a:r>
            <a:r>
              <a:rPr/>
              <a:t>  &lt;ros2_control name="GazeboSimSystem" type="system"&gt;</a:t>
            </a:r>
            <a:r>
              <a:rPr/>
              <a:t>    &lt;hardware&gt;</a:t>
            </a:r>
            <a:r>
              <a:rPr/>
              <a:t>      &lt;plugin&gt;gz_ros2_control/GazeboSimSystem&lt;/plugin&gt;</a:t>
            </a:r>
            <a:r>
              <a:rPr/>
              <a:t>    &lt;/hardware&gt;</a:t>
            </a:r>
            <a:r>
              <a:rPr/>
              <a:t>    &lt;joint name="left_wheel_joint"&gt;</a:t>
            </a:r>
            <a:r>
              <a:rPr/>
              <a:t>      &lt;command_interface name="velocity"&gt;</a:t>
            </a:r>
            <a:r>
              <a:rPr/>
              <a:t>        &lt;param name="min"&gt;-20&lt;/param&gt;</a:t>
            </a:r>
            <a:r>
              <a:rPr/>
              <a:t>        &lt;param name="max"&gt;20&lt;/param&gt;</a:t>
            </a:r>
            <a:r>
              <a:rPr/>
              <a:t>      &lt;/command_interface&gt;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~/ros2_curri/agv_ws/src/agv_description/urdf/agv_ros2_control.urdf.xacro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~/ros2_curri/agv_ws/src/agv_description/urdf</a:t>
            </a:r>
            <a:r>
              <a:rPr/>
              <a:t>파일 열기: nano ~/ros2_curri/agv_ws/src/agv_description/urdf/agv_ros2_control.urdf.xacro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&lt;state_interface name="position"/&gt;</a:t>
            </a:r>
            <a:r>
              <a:rPr/>
              <a:t>      &lt;state_interface name="velocity"/&gt;</a:t>
            </a:r>
            <a:r>
              <a:rPr/>
              <a:t>    &lt;/joint&gt;</a:t>
            </a:r>
            <a:r>
              <a:rPr/>
              <a:t>    &lt;joint name="right_wheel_joint"&gt;</a:t>
            </a:r>
            <a:r>
              <a:rPr/>
              <a:t>      &lt;command_interface name="velocity"&gt;</a:t>
            </a:r>
            <a:r>
              <a:rPr/>
              <a:t>        &lt;param name="min"&gt;-20&lt;/param&gt;</a:t>
            </a:r>
            <a:r>
              <a:rPr/>
              <a:t>        &lt;param name="max"&gt;20&lt;/param&gt;</a:t>
            </a:r>
            <a:r>
              <a:rPr/>
              <a:t>      &lt;/command_interface&gt;</a:t>
            </a:r>
            <a:r>
              <a:rPr/>
              <a:t>      &lt;state_interface name="position"/&gt;</a:t>
            </a:r>
            <a:r>
              <a:rPr/>
              <a:t>      &lt;state_interface name="velocity"/&gt;</a:t>
            </a:r>
            <a:r>
              <a:rPr/>
              <a:t>    &lt;/joint&gt;</a:t>
            </a:r>
            <a:r>
              <a:rPr/>
              <a:t>  &lt;/ros2_control&gt;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~/ros2_curri/agv_ws/src/agv_description/urdf/agv_ros2_control.urdf.xacro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9/10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~/ros2_curri/agv_ws/src/agv_description/urdf</a:t>
            </a:r>
            <a:r>
              <a:rPr/>
              <a:t>파일 열기: nano ~/ros2_curri/agv_ws/src/agv_description/urdf/agv_ros2_control.urdf.xacro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  <a:r>
              <a:rPr/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10/25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&lt;!-- M16-only model: gz_ros2_control owns wheel velocity commands. No native DiffDrive</a:t>
            </a:r>
            <a:r>
              <a:rPr/>
              <a:t>  plugin is present. --&gt;</a:t>
            </a:r>
            <a:r>
              <a:rPr/>
              <a:t>&lt;sdf version="1.10"&gt;</a:t>
            </a:r>
            <a:r>
              <a:rPr/>
              <a:t>  </a:t>
            </a:r>
            <a:r>
              <a:rPr/>
              <a:t>  </a:t>
            </a:r>
            <a:r>
              <a:rPr/>
              <a:t>  &lt;model name="agv_ros2_control"&gt;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name="base_link"&gt;</a:t>
            </a:r>
            <a:r>
              <a:rPr/>
              <a:t>      &lt;pose&gt;0 0 0.16 0 0 0&lt;/pose&gt;</a:t>
            </a:r>
            <a:r>
              <a:rPr/>
              <a:t>      &lt;inertial&gt;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11/25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&lt;mass&gt;12.0&lt;/mass&gt;</a:t>
            </a:r>
            <a:r>
              <a:rPr/>
              <a:t>        &lt;inertia&gt;</a:t>
            </a:r>
            <a:r>
              <a:rPr/>
              <a:t>          &lt;ixx&gt;0.20&lt;/ixx&gt;</a:t>
            </a:r>
            <a:r>
              <a:rPr/>
              <a:t>          &lt;iyy&gt;0.40&lt;/iyy&gt;</a:t>
            </a:r>
            <a:r>
              <a:rPr/>
              <a:t>          &lt;izz&gt;0.50&lt;/izz&gt;</a:t>
            </a: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name="body"&gt;</a:t>
            </a: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&lt;size&gt;0.60 0.42 0.16&lt;/size&gt;</a:t>
            </a:r>
            <a:r>
              <a:rPr/>
              <a:t>          &lt;/box&gt;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12/25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  <a:r>
              <a:rPr/>
              <a:t>        &lt;material&gt;</a:t>
            </a:r>
            <a:r>
              <a:rPr/>
              <a:t>          &lt;diffuse&gt;0.10 0.35 0.80 1&lt;/diffuse&gt;</a:t>
            </a:r>
            <a:r>
              <a:rPr/>
              <a:t>        &lt;/material&gt;</a:t>
            </a:r>
            <a:r>
              <a:rPr/>
              <a:t>      &lt;/visual&gt;</a:t>
            </a:r>
            <a:r>
              <a:rPr/>
              <a:t>      &lt;collision name="body_collision"&gt;</a:t>
            </a: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&lt;size&gt;0.60 0.42 0.16&lt;/size&gt;</a:t>
            </a: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&lt;/collision&gt;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13/25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name="left_wheel_link"&gt;</a:t>
            </a:r>
            <a:r>
              <a:rPr/>
              <a:t>      &lt;pose relative_to="base_link"&gt;0 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  <a:r>
              <a:rPr/>
              <a:t>          &lt;izz&gt;0.001&lt;/izz&gt;</a:t>
            </a:r>
            <a:r>
              <a:rPr/>
              <a:t>        &lt;/inertia&gt;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14/25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name="collision"&gt;</a:t>
            </a:r>
            <a:r>
              <a:rPr/>
              <a:t>        &lt;geometry&gt;</a:t>
            </a:r>
            <a:r>
              <a:rPr/>
              <a:t>          &lt;cylinder&gt;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(6/15)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15/25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  <a:r>
              <a:rPr/>
              <a:t>          &lt;/friction&gt;</a:t>
            </a:r>
            <a:r>
              <a:rPr/>
              <a:t>        &lt;/surface&gt;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6/15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(7/15)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16/25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name="right_wheel_link"&gt;</a:t>
            </a:r>
            <a:r>
              <a:rPr/>
              <a:t>      &lt;pose relative_to="base_link"&gt;0 -0.19 -0.08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  <a:r>
              <a:rPr/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7/15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(8/15)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17/25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name="collision"&gt;</a:t>
            </a:r>
            <a:r>
              <a:rPr/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8/15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(9/15)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18/25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  <a:r>
              <a:rPr/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9/15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(10/15)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19/25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&lt;joint name="left_wheel_joint" type="revolute"&gt;</a:t>
            </a:r>
            <a:r>
              <a:rPr/>
              <a:t>      &lt;parent&gt;base_link&lt;/parent&gt;</a:t>
            </a:r>
            <a:r>
              <a:rPr/>
              <a:t>      &lt;child&gt;left_wheel_link&lt;/child&gt;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  <a:r>
              <a:rPr/>
              <a:t>        &lt;limit&gt;</a:t>
            </a:r>
            <a:r>
              <a:rPr/>
              <a:t>          &lt;lower&gt;-1e16&lt;/lower&gt;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10/15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(11/15)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20/25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&lt;upper&gt;1e16&lt;/upper&gt;</a:t>
            </a:r>
            <a:r>
              <a:rPr/>
              <a:t>        &lt;/limit&gt;</a:t>
            </a:r>
            <a:r>
              <a:rPr/>
              <a:t>      &lt;/axis&gt;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  </a:t>
            </a:r>
            <a:r>
              <a:rPr/>
              <a:t>    &lt;joint name="right_wheel_joint" type="revolute"&gt;</a:t>
            </a:r>
            <a:r>
              <a:rPr/>
              <a:t>      &lt;parent&gt;base_link&lt;/parent&gt;</a:t>
            </a:r>
            <a:r>
              <a:rPr/>
              <a:t>      &lt;child&gt;right_wheel_link&lt;/child&gt;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  <a:r>
              <a:rPr/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11/15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(12/15)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21/25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  <a:r>
              <a:rPr/>
              <a:t>          &lt;upper&gt;1e16&lt;/upper&gt;</a:t>
            </a:r>
            <a:r>
              <a:rPr/>
              <a:t>        &lt;/limit&gt;</a:t>
            </a:r>
            <a:r>
              <a:rPr/>
              <a:t>      &lt;/axis&gt;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  </a:t>
            </a:r>
            <a:r>
              <a:rPr/>
              <a:t>    &lt;ros2_control name="GazeboSimSystem" type="system"&gt;</a:t>
            </a:r>
            <a:r>
              <a:rPr/>
              <a:t>      &lt;hardware&gt;</a:t>
            </a:r>
            <a:r>
              <a:rPr/>
              <a:t>        &lt;plugin&gt;gz_ros2_control/GazeboSimSystem&lt;/plugin&gt;</a:t>
            </a:r>
            <a:r>
              <a:rPr/>
              <a:t>      &lt;/hardware&gt;</a:t>
            </a:r>
            <a:r>
              <a:rPr/>
              <a:t>      &lt;joint name="left_wheel_joint"&gt;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12/15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(13/15)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22/25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&lt;command_interface name="velocity"&gt;</a:t>
            </a:r>
            <a:r>
              <a:rPr/>
              <a:t>          &lt;param name="min"&gt;-20&lt;/param&gt;</a:t>
            </a:r>
            <a:r>
              <a:rPr/>
              <a:t>          &lt;param name="max"&gt;20&lt;/param&gt;</a:t>
            </a:r>
            <a:r>
              <a:rPr/>
              <a:t>        &lt;/command_interface&gt;</a:t>
            </a:r>
            <a:r>
              <a:rPr/>
              <a:t>        &lt;state_interface name="position"/&gt;</a:t>
            </a:r>
            <a:r>
              <a:rPr/>
              <a:t>        &lt;state_interface name="velocity"/&gt;</a:t>
            </a:r>
            <a:r>
              <a:rPr/>
              <a:t>      &lt;/joint&gt;</a:t>
            </a:r>
            <a:r>
              <a:rPr/>
              <a:t>      &lt;joint name="right_wheel_joint"&gt;</a:t>
            </a:r>
            <a:r>
              <a:rPr/>
              <a:t>        &lt;command_interface name="velocity"&gt;</a:t>
            </a:r>
            <a:r>
              <a:rPr/>
              <a:t>          &lt;param name="min"&gt;-20&lt;/param&gt;</a:t>
            </a:r>
            <a:r>
              <a:rPr/>
              <a:t>          &lt;param name="max"&gt;20&lt;/param&gt;</a:t>
            </a:r>
            <a:r>
              <a:rPr/>
              <a:t>        &lt;/command_interface&gt;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13/15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(14/15)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23/25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&lt;state_interface name="position"/&gt;</a:t>
            </a:r>
            <a:r>
              <a:rPr/>
              <a:t>        &lt;state_interface name="velocity"/&gt;</a:t>
            </a:r>
            <a:r>
              <a:rPr/>
              <a:t>      &lt;/joint&gt;</a:t>
            </a:r>
            <a:r>
              <a:rPr/>
              <a:t>    &lt;/ros2_control&gt;</a:t>
            </a:r>
            <a:r>
              <a:rPr/>
              <a:t>    </a:t>
            </a:r>
            <a:r>
              <a:rPr/>
              <a:t>    </a:t>
            </a:r>
            <a:r>
              <a:rPr/>
              <a:t>    &lt;!-- The course workspace is fixed at ~/ros2_curri/agv_ws; run colcon build before</a:t>
            </a:r>
            <a:r>
              <a:rPr/>
              <a:t>      this M16 launch. --&gt;</a:t>
            </a:r>
            <a:r>
              <a:rPr/>
              <a:t>    </a:t>
            </a:r>
            <a:r>
              <a:rPr/>
              <a:t>    </a:t>
            </a:r>
            <a:r>
              <a:rPr/>
              <a:t>    &lt;plugin filename="libgz_ros2_control-system.so"</a:t>
            </a:r>
            <a:r>
              <a:rPr/>
              <a:t>      name="gz_ros2_control::GazeboSimROS2ControlPlugin"&gt;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14/15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(15/15)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~/ros2_curri/agv_ws/src/agv_gazebo/models/agv_ros2_control/model.sdf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24/25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~/ros2_curri/agv_ws/src/agv_gazebo/models/agv_ros2_control</a:t>
            </a:r>
            <a:r>
              <a:rPr/>
              <a:t>파일 열기: nano ~/ros2_curri/agv_ws/src/agv_gazebo/models/agv_ros2_control/model.sdf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&lt;parameters&gt;/home/lab4090/ros2_curri/agv_ws/install/agv_control/share/agv_control/config/controllers.yaml&lt;/parameters&gt;</a:t>
            </a:r>
            <a:r>
              <a:rPr/>
              <a:t>    &lt;/plugin&gt;</a:t>
            </a:r>
            <a:r>
              <a:rPr/>
              <a:t>    </a:t>
            </a:r>
            <a:r>
              <a:rPr/>
              <a:t>  </a:t>
            </a:r>
            <a:r>
              <a:rPr/>
              <a:t>  &lt;/model&gt;</a:t>
            </a:r>
            <a:r>
              <a:rPr/>
              <a:t>  </a:t>
            </a: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15/15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~/ros2_curri/agv_ws/src/agv_gazebo/launch/ros2_control.launch.py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25/28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~/ros2_curri/agv_ws/src/agv_gazebo/launch</a:t>
            </a:r>
            <a:r>
              <a:rPr/>
              <a:t>파일 열기: nano ~/ros2_curri/agv_ws/src/agv_gazebo/launch/ros2_control.launch.py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"""M16 isolated launch: gz_ros2_control, two active controllers, and a physical AGV."""</a:t>
            </a:r>
            <a:r>
              <a:rPr/>
              <a:t>import os</a:t>
            </a:r>
            <a:r>
              <a:rPr/>
              <a:t>from ament_index_python.packages import get_package_share_directory</a:t>
            </a:r>
            <a:r>
              <a:rPr/>
              <a:t>from launch import LaunchDescription</a:t>
            </a:r>
            <a:r>
              <a:rPr/>
              <a:t>from launch.actions import IncludeLaunchDescription, RegisterEventHandler, SetEnvironmentVariable, TimerAction</a:t>
            </a:r>
            <a:r>
              <a:rPr/>
              <a:t>from launch.event_handlers import OnProcessExit</a:t>
            </a:r>
            <a:r>
              <a:rPr/>
              <a:t>from launch.launch_description_sources import PythonLaunchDescriptionSource</a:t>
            </a:r>
            <a:r>
              <a:rPr/>
              <a:t>from launch.substitutions import Command</a:t>
            </a:r>
            <a:r>
              <a:rPr/>
              <a:t>from launch_ros.actions import Node</a:t>
            </a:r>
            <a:r>
              <a:rPr/>
              <a:t>from launch_ros.parameter_descriptions import ParameterValue</a:t>
            </a:r>
            <a:r>
              <a:rPr/>
              <a:t>def generate_launch_description():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~/ros2_curri/agv_ws/src/agv_gazebo/launch/ros2_control.launch.py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26/28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~/ros2_curri/agv_ws/src/agv_gazebo/launch</a:t>
            </a:r>
            <a:r>
              <a:rPr/>
              <a:t>파일 열기: nano ~/ros2_curri/agv_ws/src/agv_gazebo/launch/ros2_control.launch.py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gazebo = get_package_share_directory('agv_gazebo')</a:t>
            </a:r>
            <a:r>
              <a:rPr/>
              <a:t>    models = os.path.join(gazebo, 'models')</a:t>
            </a:r>
            <a:r>
              <a:rPr/>
              <a:t>    world = os.path.join(gazebo, 'worlds', 'warehouse_ros2_control.sdf')</a:t>
            </a:r>
            <a:r>
              <a:rPr/>
              <a:t>    description = get_package_share_directory('agv_description')</a:t>
            </a:r>
            <a:r>
              <a:rPr/>
              <a:t>    gz_launch = os.path.join(get_package_share_directory('ros_gz_sim'), 'launch', 'gz_sim.launch.py')</a:t>
            </a:r>
            <a:r>
              <a:rPr/>
              <a:t>    previous = os.environ.get('GZ_SIM_RESOURCE_PATH', '')</a:t>
            </a:r>
            <a:r>
              <a:rPr/>
              <a:t>    simulator = IncludeLaunchDescription(PythonLaunchDescriptionSource(gz_launch),</a:t>
            </a:r>
            <a:r>
              <a:rPr/>
              <a:t>        launch_arguments={'gz_args': '-r ' + world}.items())</a:t>
            </a:r>
            <a:r>
              <a:rPr/>
              <a:t>    robot_description = ParameterValue(Command(['xacro ', os.path.join(description, 'urdf',</a:t>
            </a:r>
            <a:r>
              <a:rPr/>
              <a:t>         'agv_ros2_control.urdf.xacro')]), value_type=str)</a:t>
            </a:r>
            <a:r>
              <a:rPr/>
              <a:t>    jsb = Node(package='controller_manager', executable='spawner', arguments=['joint_state_broadcaster',</a:t>
            </a:r>
            <a:r>
              <a:rPr/>
              <a:t>         '-c', '/controller_manager'], output='screen')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~/ros2_curri/agv_ws/src/agv_gazebo/launch/ros2_control.launch.py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27/28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~/ros2_curri/agv_ws/src/agv_gazebo/launch</a:t>
            </a:r>
            <a:r>
              <a:rPr/>
              <a:t>파일 열기: nano ~/ros2_curri/agv_ws/src/agv_gazebo/launch/ros2_control.launch.py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drive = Node(package='controller_manager', executable='spawner', arguments=['diff_drive_controller',</a:t>
            </a:r>
            <a:r>
              <a:rPr/>
              <a:t>         '-c', '/controller_manager'], output='screen')</a:t>
            </a:r>
            <a:r>
              <a:rPr/>
              <a:t>    return LaunchDescription([SetEnvironmentVariable('GZ_SIM_RESOURCE_PATH',</a:t>
            </a:r>
            <a:r>
              <a:rPr/>
              <a:t>        models + (':' + previous if previous else '')), simulator, Node(package='robot_state_publisher',</a:t>
            </a:r>
            <a:r>
              <a:rPr/>
              <a:t>         executable='robot_state_publisher',</a:t>
            </a:r>
            <a:r>
              <a:rPr/>
              <a:t>        parameters=[{'robot_description': robot_description, 'use_sim_time': True}],</a:t>
            </a:r>
            <a:r>
              <a:rPr/>
              <a:t>        output='screen'), Node(package='ros_gz_bridge', executable='parameter_bridge',</a:t>
            </a:r>
            <a:r>
              <a:rPr/>
              <a:t>        arguments=['/clock@rosgraph_msgs/msg/Clock[gz.msgs.Clock'], output='screen'),</a:t>
            </a:r>
            <a:r>
              <a:rPr/>
              <a:t>        TimerAction(period=6.0, actions=[jsb]),</a:t>
            </a:r>
            <a:r>
              <a:rPr/>
              <a:t>        RegisterEventHandler(OnProcessExit(target_action=jsb, on_exit=[drive]))])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ros2 launch agv_gazebo ros2_control.launch.py</a:t>
            </a:r>
            <a:r>
              <a:rPr/>
              <a:t># 새 터미널: ros2 control list_controllers -c /controller_manager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`ros2 control list_controllers`에서 joint_state_broadcaster와 diff_drive_controller가 모두 active이고 wheel joint state가 publish된다.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87" y="1353312"/>
            <a:ext cx="9696576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M16 격리 launch의 ros2 control 출력: 두 controller가 모두 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control list_controllers -c /controller_manager</a:t>
            </a:r>
            <a:r>
              <a:rPr/>
              <a:t>ros2 topic echo /joint_states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`ros2 control list_controllers`에서 joint_state_broadcaster와 diff_drive_controller가 모두 active이고 wheel joint state가 publish된다.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controller가 inactive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load/activate 순서와 YAML controller 이름을 확인한다.</a:t>
            </a:r>
            <a:r>
              <a:rPr/>
              <a:t>수정 후: ros2 control list_controllers -c /controller_manager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joint를 찾을 수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URDF/SDF joint 이름과 controller 목록을 한 글자씩 비교한다.</a:t>
            </a:r>
            <a:r>
              <a:rPr/>
              <a:t>수정 후: ros2 control list_controllers -c /controller_manager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controllers.yaml의 wheel_radius와 model.sdf의 wheel_radius가 모두 0.08 m인지 확인하고 한쪽만 바꿨을 때 생길 오차를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`ros2 control list_controllers`에서 joint_state_broadcaster와 diff_drive_controller가 모두 active이고 wheel joint state가 publish된다.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blocks/E_autonomy_logic/M16_ros2_control/complete/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M17~M20 autonomy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M16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E · 2/5 · M17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Camera·YOLO /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M17의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M17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Camera + YOLO Vision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/detections message 형식과 YOLO enable_yolo/model_path/threshold parameter를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M12 camera 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M17</a:t>
            </a:r>
            <a:r>
              <a:rPr/>
              <a:t>Camera + YOLO Vision Node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M18 safety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/detections message 형식과 YOLO enable_yolo/model_path/threshold parameter를 확인한다.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M12에서 /camera/image_raw가 안정적으로 publish되고 cv_bridge 의존성이 설치된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M12 camera image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Image→cv_bridge→YOLO→DetectionArray 흐름과 모델·threshold 재현 정보를 관리한다.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/detections message 형식과 YOLO enable_yolo/model_path/threshold parameter를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cv_bridge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YOLO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/detections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agv_interfaces/msg/Detection.msg</a:t>
            </a:r>
            <a:r>
              <a:rPr/>
              <a:t>└── agv_interfaces/msg/DetectionArray.msg</a:t>
            </a:r>
            <a:r>
              <a:rPr/>
              <a:t>└── agv_interfaces/CMakeLists.txt</a:t>
            </a:r>
            <a:r>
              <a:rPr/>
              <a:t>└── agv_vision/agv_vision/yolo_node.py</a:t>
            </a:r>
            <a:r>
              <a:rPr/>
              <a:t>└── agv_bringup/config/vision.yaml</a:t>
            </a:r>
            <a:r>
              <a:rPr/>
              <a:t>└── agv_vision/setup.py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~/ros2_curri/agv_ws/src/agv_interfaces/msg/Detection.msg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재현 가능한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파일명·경로·핵심 이름을 슬라이드와 동일하게 작성한다.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build/source 뒤 실행 단계에서 사용한다.</a:t>
            </a:r>
            <a:r>
              <a:rPr/>
              <a:t>화면/출력: 검증 명령의 파일·topic 이름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~/ros2_curri/agv_ws/src/agv_interfaces/msg/DetectionArray.msg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재현 가능한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파일명·경로·핵심 이름을 슬라이드와 동일하게 작성한다.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build/source 뒤 실행 단계에서 사용한다.</a:t>
            </a:r>
            <a:r>
              <a:rPr/>
              <a:t>화면/출력: 검증 명령의 파일·topic 이름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~/ros2_curri/agv_ws/src/agv_interfaces/CMakeLists.txt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재현 가능한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파일명·경로·핵심 이름을 슬라이드와 동일하게 작성한다.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build/source 뒤 실행 단계에서 사용한다.</a:t>
            </a:r>
            <a:r>
              <a:rPr/>
              <a:t>화면/출력: 검증 명령의 파일·topic 이름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카메라 Image를 받아 검출 결과와 debug Image를 내보내는 인지 노드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subscription → cv_bridge 변환 → 검출 → Detection/debug publish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enable_yolo=false로 fallback부터 실행하고 모델 준비 뒤 true로 바꾼다.</a:t>
            </a:r>
            <a:r>
              <a:rPr/>
              <a:t>화면/출력: /vision/debug_image의 노란 box와 target 거리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~/ros2_curri/agv_ws/src/agv_bringup/config/vision.yaml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~/ros2_curri/agv_ws/src/agv_vision/setup.py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interface를 먼저 빌드한다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vision node보다 custom message package가 먼저 install/source되어야 import된다.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colcon build --symlink-install --packages-select agv_interfaces agv_vision</a:t>
            </a:r>
            <a:r>
              <a:rPr/>
              <a:t>source install/setup.bash</a:t>
            </a:r>
            <a:r>
              <a:rPr/>
              <a:t>ros2 interface show agv_interfaces/msg/Detection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YOLO 실행 정책을 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모델 파일과 Python dependency는 교육 환경에서 고정해야 재현된다.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agv_vision yolo_node --ros-args \</a:t>
            </a:r>
            <a:r>
              <a:rPr/>
              <a:t>  -p enable_yolo:=false</a:t>
            </a:r>
            <a:r>
              <a:rPr/>
              <a:t># ultralytics와 모델 파일 준비 뒤에만 true로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~/ros2_curri/agv_ws/src/agv_interfaces/msg/Detection.msg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~/ros2_curri/agv_ws/src/agv_interfaces/msg</a:t>
            </a:r>
            <a:r>
              <a:rPr/>
              <a:t>파일 열기: nano ~/ros2_curri/agv_ws/src/agv_interfaces/msg/Detection.msg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std_msgs/Header header</a:t>
            </a:r>
            <a:r>
              <a:rPr/>
              <a:t>string class_name</a:t>
            </a:r>
            <a:r>
              <a:rPr/>
              <a:t>float32 confidence</a:t>
            </a:r>
            <a:r>
              <a:rPr/>
              <a:t>int32 center_x</a:t>
            </a:r>
            <a:r>
              <a:rPr/>
              <a:t>int32 center_y</a:t>
            </a:r>
            <a:r>
              <a:rPr/>
              <a:t>int32 width</a:t>
            </a:r>
            <a:r>
              <a:rPr/>
              <a:t>int32 height</a:t>
            </a:r>
            <a:r>
              <a:rPr/>
              <a:t>float32 estimated_distance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~/ros2_curri/agv_ws/src/agv_interfaces/msg/DetectionArray.msg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4/5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~/ros2_curri/agv_ws/src/agv_interfaces/msg</a:t>
            </a:r>
            <a:r>
              <a:rPr/>
              <a:t>파일 열기: nano ~/ros2_curri/agv_ws/src/agv_interfaces/msg/DetectionArray.msg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std_msgs/Header header</a:t>
            </a:r>
            <a:r>
              <a:rPr/>
              <a:t>Detection[] detections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~/ros2_curri/agv_ws/src/agv_interfaces/CMakeLists.txt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~/ros2_curri/agv_ws/src/agv_interfaces</a:t>
            </a:r>
            <a:r>
              <a:rPr/>
              <a:t>파일 열기: nano ~/ros2_curri/agv_ws/src/agv_interfaces/CMakeLists.txt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cmake_minimum_required(VERSION 3.8)</a:t>
            </a:r>
            <a:r>
              <a:rPr/>
              <a:t>project(agv_interfaces)</a:t>
            </a:r>
            <a:r>
              <a:rPr/>
              <a:t>find_package(ament_cmake REQUIRED)</a:t>
            </a:r>
            <a:r>
              <a:rPr/>
              <a:t>find_package(rosidl_default_generators REQUIRED)</a:t>
            </a:r>
            <a:r>
              <a:rPr/>
              <a:t>find_package(std_msgs REQUIRED)</a:t>
            </a:r>
            <a:r>
              <a:rPr/>
              <a:t>rosidl_generate_interfaces(${PROJECT_NAME} "msg/Detection.msg" "msg/DetectionArray.msg" DEPENDENCIES std_msgs)</a:t>
            </a:r>
            <a:r>
              <a:rPr/>
              <a:t>ament_export_dependencies(rosidl_default_runtime)</a:t>
            </a:r>
            <a:r>
              <a:rPr/>
              <a:t>ament_package()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  <a:r>
              <a:rPr/>
              <a:t>from rclpy.node import Node</a:t>
            </a:r>
            <a:r>
              <a:rPr/>
              <a:t>from rclpy.qos import qos_profile_sensor_data</a:t>
            </a:r>
            <a:r>
              <a:rPr/>
              <a:t>from sensor_msgs.msg import Image</a:t>
            </a:r>
            <a:r>
              <a:rPr/>
              <a:t>from cv_bridge import CvBridge</a:t>
            </a:r>
            <a:r>
              <a:rPr/>
              <a:t>from agv_interfaces.msg import Detection, DetectionArray</a:t>
            </a:r>
            <a:r>
              <a:rPr/>
              <a:t>import cv2</a:t>
            </a:r>
            <a:r>
              <a:rPr/>
              <a:t>class YoloNode(Node):</a:t>
            </a:r>
            <a:r>
              <a:rPr/>
              <a:t>    def __init__(self):</a:t>
            </a:r>
            <a:r>
              <a:rPr/>
              <a:t>        super().__init__('yolo_node')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self.declare_parameter('model_path', 'yolo11n.pt')</a:t>
            </a:r>
            <a:r>
              <a:rPr/>
              <a:t>        self.declare_parameter('confidence_threshold', 0.5)</a:t>
            </a:r>
            <a:r>
              <a:rPr/>
              <a:t>        self.declare_parameter('enable_yolo', False)</a:t>
            </a:r>
            <a:r>
              <a:rPr/>
              <a:t>        self.declare_parameter('enable_red_target_fallback', True)</a:t>
            </a:r>
            <a:r>
              <a:rPr/>
              <a:t>        self.declare_parameter('target_width_m', 0.25)</a:t>
            </a:r>
            <a:r>
              <a:rPr/>
              <a:t>        self.bridge = CvBridge()</a:t>
            </a:r>
            <a:r>
              <a:rPr/>
              <a:t>        self.publisher = self.create_publisher(DetectionArray, '/detections', 10)</a:t>
            </a:r>
            <a:r>
              <a:rPr/>
              <a:t>        self.debug_publisher = self.create_publisher(Image, '/vision/debug_image',</a:t>
            </a:r>
            <a:r>
              <a:rPr/>
              <a:t>            qos_profile_sensor_data)</a:t>
            </a:r>
            <a:r>
              <a:rPr/>
              <a:t>        self.create_subscription(Image, '/camera/image_raw', self.callback,</a:t>
            </a:r>
            <a:r>
              <a:rPr/>
              <a:t>            qos_profile_sensor_data)</a:t>
            </a:r>
            <a:r>
              <a:rPr/>
              <a:t>        self.model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self.get_parameter('enable_yolo').value:</a:t>
            </a:r>
            <a:r>
              <a:rPr/>
              <a:t>            try:</a:t>
            </a:r>
            <a:r>
              <a:rPr/>
              <a:t>                from ultralytics import YOLO</a:t>
            </a:r>
            <a:r>
              <a:rPr/>
              <a:t>                self.model = YOLO(self.get_parameter('model_path').value)</a:t>
            </a:r>
            <a:r>
              <a:rPr/>
              <a:t>                self.get_logger().info('YOLO model loaded')</a:t>
            </a:r>
            <a:r>
              <a:rPr/>
              <a:t>            except ImportError:</a:t>
            </a:r>
            <a:r>
              <a:rPr/>
              <a:t>                self.get_logger().error('ultralytics is not installed: follow M17 before enable_yolo:=true')</a:t>
            </a:r>
            <a:r>
              <a:rPr/>
              <a:t>    def make_detection(self, header, class_name, confidence, x1, y1, x2, y2, image_width):</a:t>
            </a:r>
            <a:r>
              <a:rPr/>
              <a:t>        """Estimate distance with a pinhole model for the fixed 60-degree course camera."""</a:t>
            </a:r>
            <a:r>
              <a:rPr/>
              <a:t>        width = max(1, x2 - x1)</a:t>
            </a:r>
            <a:r>
              <a:rPr/>
              <a:t>        focal_px = image_width / (2.0 * 0.57735)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9/16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distance = float(self.get_parameter('target_width_m').value) * focal_px / width</a:t>
            </a:r>
            <a:r>
              <a:rPr/>
              <a:t>        return Detection(header=header, class_name=class_name,</a:t>
            </a:r>
            <a:r>
              <a:rPr/>
              <a:t>            confidence=float(confidence), center_x=(x1 + x2) // 2,</a:t>
            </a:r>
            <a:r>
              <a:rPr/>
              <a:t>            center_y=(y1 + y2) // 2, width=width, height=max(1, y2 - y1),</a:t>
            </a:r>
            <a:r>
              <a:rPr/>
              <a:t>            estimated_distance=distance)</a:t>
            </a:r>
            <a:r>
              <a:rPr/>
              <a:t>    def red_target_detection(self, image, header):</a:t>
            </a:r>
            <a:r>
              <a:rPr/>
              <a:t>        """Dependency-free fallback for the red target placed in warehouse.sdf.</a:t>
            </a:r>
            <a:r>
              <a:rPr/>
              <a:t>        This is deliberately labelled as a fallback in the debug image.  It keeps</a:t>
            </a:r>
            <a:r>
              <a:rPr/>
              <a:t>        M17--M22 runnable before a learner downloads a YOLO model, while the same</a:t>
            </a:r>
            <a:r>
              <a:rPr/>
              <a:t>        Detection message and mission interface are used by real YOLO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10/16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"""</a:t>
            </a:r>
            <a:r>
              <a:rPr/>
              <a:t>        hsv = cv2.cvtColor(image, cv2.COLOR_BGR2HSV)</a:t>
            </a:r>
            <a:r>
              <a:rPr/>
              <a:t>        lower_red = cv2.inRange(hsv, (0, 90, 70), (12, 255, 255))</a:t>
            </a:r>
            <a:r>
              <a:rPr/>
              <a:t>        upper_red = cv2.inRange(hsv, (165, 90, 70), (179, 255, 255))</a:t>
            </a:r>
            <a:r>
              <a:rPr/>
              <a:t>        mask = cv2.bitwise_or(lower_red, upper_red)</a:t>
            </a:r>
            <a:r>
              <a:rPr/>
              <a:t>        contours, _ = cv2.findContours(mask, cv2.RETR_EXTERNAL, cv2.CHAIN_APPROX_SIMPLE)</a:t>
            </a:r>
            <a:r>
              <a:rPr/>
              <a:t>        if not contours:</a:t>
            </a:r>
            <a:r>
              <a:rPr/>
              <a:t>            return None</a:t>
            </a:r>
            <a:r>
              <a:rPr/>
              <a:t>        contour = max(contours, key=cv2.contourArea)</a:t>
            </a:r>
            <a:r>
              <a:rPr/>
              <a:t>        if cv2.contourArea(contour) &lt; 80:</a:t>
            </a:r>
            <a:r>
              <a:rPr/>
              <a:t>            return None</a:t>
            </a:r>
            <a:r>
              <a:rPr/>
              <a:t>        x, y, width, height = cv2.boundingRect(contour)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11/16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return self.make_detection(header, 'red_target_fallback', 0.9, x, y, x + width,</a:t>
            </a:r>
            <a:r>
              <a:rPr/>
              <a:t>            y + height, image.shape[1])</a:t>
            </a:r>
            <a:r>
              <a:rPr/>
              <a:t>    def callback(self, image_message):</a:t>
            </a:r>
            <a:r>
              <a:rPr/>
              <a:t>        image = self.bridge.imgmsg_to_cv2(image_message, desired_encoding='bgr8')</a:t>
            </a:r>
            <a:r>
              <a:rPr/>
              <a:t>        debug = image.copy()</a:t>
            </a:r>
            <a:r>
              <a:rPr/>
              <a:t>        output = DetectionArray(header=image_message.header)</a:t>
            </a:r>
            <a:r>
              <a:rPr/>
              <a:t>        label = 'no detection'</a:t>
            </a:r>
            <a:r>
              <a:rPr/>
              <a:t>        if self.model is not None:</a:t>
            </a:r>
            <a:r>
              <a:rPr/>
              <a:t>            result = self.model(image, verbose=False)[0]</a:t>
            </a:r>
            <a:r>
              <a:rPr/>
              <a:t>            threshold = self.get_parameter('confidence_threshold').value</a:t>
            </a:r>
            <a:r>
              <a:rPr/>
              <a:t>            for box in result.boxes: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6/10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12/16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confidence = float(box.conf[0])</a:t>
            </a:r>
            <a:r>
              <a:rPr/>
              <a:t>                if confidence &lt; threshold:</a:t>
            </a:r>
            <a:r>
              <a:rPr/>
              <a:t>                    continue</a:t>
            </a:r>
            <a:r>
              <a:rPr/>
              <a:t>                x1, y1, x2, y2 = [int(value) for value in box.xyxy[0].tolist()]</a:t>
            </a:r>
            <a:r>
              <a:rPr/>
              <a:t>                detection = self.make_detection(image_message.header,</a:t>
            </a:r>
            <a:r>
              <a:rPr/>
              <a:t>                    result.names[int(box.cls[0])], confidence, x1, y1, x2, y2,</a:t>
            </a:r>
            <a:r>
              <a:rPr/>
              <a:t>                    image.shape[1])</a:t>
            </a:r>
            <a:r>
              <a:rPr/>
              <a:t>                output.detections.append(detection)</a:t>
            </a:r>
            <a:r>
              <a:rPr/>
              <a:t>                cv2.rectangle(debug, (x1, y1), (x2, y2), (30, 220, 30), 2)</a:t>
            </a:r>
            <a:r>
              <a:rPr/>
              <a:t>                label = f'YOLO {detection.class_name} {confidence:.2f}'</a:t>
            </a:r>
            <a:r>
              <a:rPr/>
              <a:t>        elif self.get_parameter('enable_red_target_fallback').value:</a:t>
            </a:r>
            <a:r>
              <a:rPr/>
              <a:t>            detection = self.red_target_detection(image, image_message.header)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7/10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13/16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if detection is not None:</a:t>
            </a:r>
            <a:r>
              <a:rPr/>
              <a:t>                output.detections.append(detection)</a:t>
            </a:r>
            <a:r>
              <a:rPr/>
              <a:t>                x1 = detection.center_x - detection.width // 2</a:t>
            </a:r>
            <a:r>
              <a:rPr/>
              <a:t>                y1 = detection.center_y - detection.height // 2</a:t>
            </a:r>
            <a:r>
              <a:rPr/>
              <a:t>                x2, y2 = (x1 + detection.width, y1 + detection.height)</a:t>
            </a:r>
            <a:r>
              <a:rPr/>
              <a:t>                cv2.rectangle(debug, (x1, y1), (x2, y2), (0, 215, 255), 2)</a:t>
            </a:r>
            <a:r>
              <a:rPr/>
              <a:t>                label = f'course fallback target {detection.estimated_distance:.2f} m'</a:t>
            </a:r>
            <a:r>
              <a:rPr/>
              <a:t>            else:</a:t>
            </a:r>
            <a:r>
              <a:rPr/>
              <a:t>                label = 'course fallback: red target not visible'</a:t>
            </a:r>
            <a:r>
              <a:rPr/>
              <a:t>        cv2.putText(debug, label, (12, 28), cv2.FONT_HERSHEY_SIMPLEX, 0.65, (255, 255,</a:t>
            </a:r>
            <a:r>
              <a:rPr/>
              <a:t>            255), 2)</a:t>
            </a:r>
            <a:r>
              <a:rPr/>
              <a:t>        self.publisher.publish(output)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8/10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14/16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self.debug_publisher.publish(self.bridge.cv2_to_imgmsg(debug, encoding='bgr8'))</a:t>
            </a:r>
            <a:r>
              <a:rPr/>
              <a:t>def main():</a:t>
            </a:r>
            <a:r>
              <a:rPr/>
              <a:t>    rclpy.init()</a:t>
            </a:r>
            <a:r>
              <a:rPr/>
              <a:t>    node = YoloNode()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9/10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15/16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~/ros2_curri/agv_ws/src/agv_vision/agv_vision</a:t>
            </a:r>
            <a:r>
              <a:rPr/>
              <a:t>파일 열기: nano ~/ros2_curri/agv_ws/src/agv_vision/agv_vision/yolo_node.py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10/10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~/ros2_curri/agv_ws/src/agv_bringup/config/vision.yaml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16/17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~/ros2_curri/agv_ws/src/agv_bringup/config</a:t>
            </a:r>
            <a:r>
              <a:rPr/>
              <a:t>파일 열기: nano ~/ros2_curri/agv_ws/src/agv_bringup/config/vision.yaml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yolo_node: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enable_yolo: false</a:t>
            </a:r>
            <a:r>
              <a:rPr/>
              <a:t>    enable_red_target_fallback: true</a:t>
            </a:r>
            <a:r>
              <a:rPr/>
              <a:t>    model_path: yolo11n.pt</a:t>
            </a:r>
            <a:r>
              <a:rPr/>
              <a:t>    confidence_threshold: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~/ros2_curri/agv_ws/src/agv_vision/setup.py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17/18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~/ros2_curri/agv_ws/src/agv_vision</a:t>
            </a:r>
            <a:r>
              <a:rPr/>
              <a:t>파일 열기: nano ~/ros2_curri/agv_ws/src/agv_vision/setup.py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  <a:r>
              <a:rPr/>
              <a:t>package_name = 'agv_vision'</a:t>
            </a:r>
            <a:r>
              <a:rPr/>
              <a:t>setup(name=package_name, version='0.1.0', packages=find_packages(exclude=['test']),</a:t>
            </a:r>
            <a:r>
              <a:rPr/>
              <a:t>    data_files=[('share/ament_index/resource_index/packages',</a:t>
            </a:r>
            <a:r>
              <a:rPr/>
              <a:t>    ['resource/' + package_name]), ('share/' + package_name, ['package.xml'])],</a:t>
            </a:r>
            <a:r>
              <a:rPr/>
              <a:t>    install_requires=['setuptools'], zip_safe=True, maintainer='AGV student',</a:t>
            </a:r>
            <a:r>
              <a:rPr/>
              <a:t>    maintainer_email='student@example.com', license='Apache-2.0',</a:t>
            </a:r>
            <a:r>
              <a:rPr/>
              <a:t>    entry_points={'console_scripts': ['yolo_node = agv_vision.yolo_node:main']})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ros2 run agv_vision yolo_node --ros-args -p enable_yolo:=false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/detections message 형식과 YOLO enable_yolo/model_path/threshold parameter를 확인한다.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852" y="1353312"/>
            <a:ext cx="8955247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/vision/debug_image: fallback이 ‘target not visible’을 표시해 camera pose·FOV·world 배치를 점검하는 오류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6" y="1353312"/>
            <a:ext cx="640080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interface show agv_interfaces/msg/Detection</a:t>
            </a:r>
            <a:r>
              <a:rPr/>
              <a:t>ros2 topic info /detections</a:t>
            </a:r>
            <a:r>
              <a:rPr/>
              <a:t>ros2 param get /yolo_node confidence_threshold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/detections message 형식과 YOLO enable_yolo/model_path/threshold parameter를 확인한다.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모델 파일을 못 찾음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model_path와 모델 파일 배포 정책을 확인한다.</a:t>
            </a:r>
            <a:r>
              <a:rPr/>
              <a:t>수정 후: ros2 interface show agv_interfaces/msg/Detection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Custom msg import 실패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agv_interfaces 빌드·source·package dependency를 확인한다.</a:t>
            </a:r>
            <a:r>
              <a:rPr/>
              <a:t>수정 후: ros2 interface show agv_interfaces/msg/Detection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confidence_threshold를 0.50에서 0.70으로 바꿨을 때 어떤 검출이 제거될지 설명하고 parameter 값을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/detections message 형식과 YOLO enable_yolo/model_path/threshold parameter를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blocks/E_autonomy_logic/M17_yolo_vision/complete/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M18 safety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M17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E · 3/5 · M18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LiDAR 안전 판단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M18의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M18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LiDAR 장애물 감지와 Perception 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0.5 m 안 장애물에서 forward cmd_vel이 zero Twist로 바뀌는 조건을 설명한다.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M13 + M17 outputs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M18</a:t>
            </a:r>
            <a:r>
              <a:rPr/>
              <a:t>LiDAR 장애물 감지와 Perception 결합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M19 FSM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0.5 m 안 장애물에서 forward cmd_vel이 zero Twist로 바뀌는 조건을 설명한다.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M13 obstacle_distance와 M17 DetectionArray가 각각 topic으로 나오는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M13 + M17 outputs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전방 LiDAR 거리와 mission command 사이에 Safety Controller를 두어 STOP을 최우선으로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0.5 m 안 장애물에서 forward cmd_vel이 zero Twist로 바뀌는 조건을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/scan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safety</a:t>
            </a:r>
            <a:r>
              <a:rPr/>
              <a:t>priority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/cmd_vel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DiffDrive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agv_sensors/agv_sensors/lidar_processor.py</a:t>
            </a:r>
            <a:r>
              <a:rPr/>
              <a:t>└── agv_control/agv_control/safety_controller.py</a:t>
            </a:r>
            <a:r>
              <a:rPr/>
              <a:t>└── agv_bringup/config/mission.yaml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~/ros2_curri/agv_ws/src/agv_sensors/agv_sensors/lidar_processor.py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LaserScan의 전방 sector에서 유효 거리 최소값을 계산하는 안전 입력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ranges 필터 → 각도 index → minimum → /obstacle_distance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뒤 /scan과 /obstacle_distance를 별 터미널에서 본다.</a:t>
            </a:r>
            <a:r>
              <a:rPr/>
              <a:t>화면/출력: LiDAR terminal의 frame·range와 RViz LaserScan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~/ros2_curri/agv_ws/src/agv_control/agv_control/safety_controller.py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안전 임계값을 고정한다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distance는 m 단위이며 safety가 vision보다 먼저 final /cmd_vel을 결정한다.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agv_control safety_controller --ros-args \</a:t>
            </a:r>
            <a:r>
              <a:rPr/>
              <a:t>  -p stop_distance:=0.5 -p front_half_angle_deg:=15.0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raw와 safe command를 분리한다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mission은 /cmd_vel_raw, 안전 필터만 /cmd_vel을 발행한다.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/cmd_vel_raw</a:t>
            </a:r>
            <a:r>
              <a:rPr/>
              <a:t>ros2 topic echo /cmd_vel</a:t>
            </a:r>
            <a:r>
              <a:rPr/>
              <a:t>ros2 topic echo /scan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~/ros2_curri/agv_ws/src/agv_sensors/agv_sensors</a:t>
            </a:r>
            <a:r>
              <a:rPr/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  <a:r>
              <a:rPr/>
              <a:t>import rclpy</a:t>
            </a:r>
            <a:r>
              <a:rPr/>
              <a:t>from rclpy.node import Node</a:t>
            </a:r>
            <a:r>
              <a:rPr/>
              <a:t>from rclpy.qos import qos_profile_sensor_data</a:t>
            </a:r>
            <a:r>
              <a:rPr/>
              <a:t>from sensor_msgs.msg import LaserScan</a:t>
            </a:r>
            <a:r>
              <a:rPr/>
              <a:t>from std_msgs.msg import Float32</a:t>
            </a:r>
            <a:r>
              <a:rPr/>
              <a:t>class LidarProcessor(Node):</a:t>
            </a:r>
            <a:r>
              <a:rPr/>
              <a:t>    def __init__(self):</a:t>
            </a:r>
            <a:r>
              <a:rPr/>
              <a:t>        super().__init__('lidar_processor')</a:t>
            </a:r>
            <a:r>
              <a:rPr/>
              <a:t>        self.declare_parameter('front_half_angle_deg', 15.0)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~/ros2_curri/agv_ws/src/agv_sensors/agv_sensors</a:t>
            </a:r>
            <a:r>
              <a:rPr/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self.subscription = self.create_subscription(LaserScan, '/scan', self.callback,</a:t>
            </a:r>
            <a:r>
              <a:rPr/>
              <a:t>            qos_profile_sensor_data)</a:t>
            </a:r>
            <a:r>
              <a:rPr/>
              <a:t>        self.publisher = self.create_publisher(Float32, '/obstacle_distance', 10)</a:t>
            </a:r>
            <a:r>
              <a:rPr/>
              <a:t>    def callback(self, scan):</a:t>
            </a:r>
            <a:r>
              <a:rPr/>
              <a:t>        half_angle = math.radians(self.get_parameter('front_half_angle_deg').value)</a:t>
            </a:r>
            <a:r>
              <a:rPr/>
              <a:t>        front_ranges = [distance for index,</a:t>
            </a:r>
            <a:r>
              <a:rPr/>
              <a:t>            distance in enumerate(scan.ranges) if abs(scan.angle_min + index * scan.angle_increment) &lt;= half_angle and math.isfinite(distance)]</a:t>
            </a:r>
            <a:r>
              <a:rPr/>
              <a:t>        result = Float32(data=min(front_ranges) if front_ranges else float('inf'))</a:t>
            </a:r>
            <a:r>
              <a:rPr/>
              <a:t>        self.publisher.publish(result)</a:t>
            </a:r>
            <a:r>
              <a:rPr/>
              <a:t>def main():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~/ros2_curri/agv_ws/src/agv_sensors/agv_sensors</a:t>
            </a:r>
            <a:r>
              <a:rPr/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rclpy.init()</a:t>
            </a:r>
            <a:r>
              <a:rPr/>
              <a:t>    node = LidarProcessor()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from sensor_msgs.msg import LaserScan</a:t>
            </a:r>
            <a:r>
              <a:rPr/>
              <a:t>class SafetyController(Node):</a:t>
            </a:r>
            <a:r>
              <a:rPr/>
              <a:t>    """Pass a desired command through unless an obstacle is within stop_distance."""</a:t>
            </a:r>
            <a:r>
              <a:rPr/>
              <a:t>    def __init__(self):</a:t>
            </a:r>
            <a:r>
              <a:rPr/>
              <a:t>        super().__init__('safety_controller')</a:t>
            </a:r>
            <a:r>
              <a:rPr/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self.declare_parameter('front_half_angle_deg', 15.0)</a:t>
            </a:r>
            <a:r>
              <a:rPr/>
              <a:t>        self.obstacle_distance = math.inf</a:t>
            </a:r>
            <a:r>
              <a:rPr/>
              <a:t>        self.create_subscription(LaserScan, '/scan', self.scan_callback, 10)</a:t>
            </a:r>
            <a:r>
              <a:rPr/>
              <a:t>        self.create_subscription(Twist, '/cmd_vel_raw', self.command_callback, 10)</a:t>
            </a:r>
            <a:r>
              <a:rPr/>
              <a:t>        self.publisher = self.create_publisher(Twist, '/cmd_vel', 10)</a:t>
            </a:r>
            <a:r>
              <a:rPr/>
              <a:t>    def scan_callback(self, scan):</a:t>
            </a:r>
            <a:r>
              <a:rPr/>
              <a:t>        limit = math.radians(self.get_parameter('front_half_angle_deg').value)</a:t>
            </a:r>
            <a:r>
              <a:rPr/>
              <a:t>        readings = [value for index,</a:t>
            </a:r>
            <a:r>
              <a:rPr/>
              <a:t>            value in enumerate(scan.ranges) if abs(scan.angle_min + index * scan.angle_increment) &lt;= limit and math.isfinite(value)]</a:t>
            </a:r>
            <a:r>
              <a:rPr/>
              <a:t>        self.obstacle_distance = min(readings) if readings else math.inf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command_callback(self, command):</a:t>
            </a:r>
            <a:r>
              <a:rPr/>
              <a:t>        safe = Twist()</a:t>
            </a:r>
            <a:r>
              <a:rPr/>
              <a:t>        if self.obstacle_distance &gt;= self.get_parameter('stop_distance').value or command.linear.x &lt;= 0.0:</a:t>
            </a:r>
            <a:r>
              <a:rPr/>
              <a:t>            safe = command</a:t>
            </a:r>
            <a:r>
              <a:rPr/>
              <a:t>        else:</a:t>
            </a:r>
            <a:r>
              <a:rPr/>
              <a:t>            self.get_logger().warn('obstacle at %.2f m: stopping forward command' % self.obstacle_distance)</a:t>
            </a:r>
            <a:r>
              <a:rPr/>
              <a:t>        self.publisher.publish(safe)</a:t>
            </a:r>
            <a:r>
              <a:rPr/>
              <a:t>def main():</a:t>
            </a:r>
            <a:r>
              <a:rPr/>
              <a:t>    rclpy.init()</a:t>
            </a:r>
            <a:r>
              <a:rPr/>
              <a:t>    node = SafetyController()</a:t>
            </a:r>
            <a:r>
              <a:rPr/>
              <a:t>    try: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9/10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10/12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~/ros2_curri/agv_ws/src/agv_bringup/config</a:t>
            </a:r>
            <a:r>
              <a:rPr/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mission_manager: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  <a:r>
              <a:rPr/>
              <a:t>    search_speed: 0.25</a:t>
            </a:r>
            <a:r>
              <a:rPr/>
              <a:t>    approach_speed: 0.15</a:t>
            </a:r>
            <a:r>
              <a:rPr/>
              <a:t>    image_center_x: 320</a:t>
            </a:r>
            <a:r>
              <a:rPr/>
              <a:t>    target_timeout_sec: 0.70</a:t>
            </a:r>
            <a:r>
              <a:rPr/>
              <a:t>safety_controller: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11/12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~/ros2_curri/agv_ws/src/agv_bringup/config</a:t>
            </a:r>
            <a:r>
              <a:rPr/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ros2 run agv_control safety_controller --ros-args -p stop_distance:=0.5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0.5 m 안 장애물에서 forward cmd_vel이 zero Twist로 바뀌는 조건을 설명한다.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562649"/>
            <a:ext cx="10607040" cy="4381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RViz2: safety sector Marker와 Path를 추가해 확인하는 통합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/cmd_vel_raw</a:t>
            </a:r>
            <a:r>
              <a:rPr/>
              <a:t>ros2 topic info /cmd_vel</a:t>
            </a:r>
            <a:r>
              <a:rPr/>
              <a:t>ros2 param get /safety_controller stop_distance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0.5 m 안 장애물에서 forward cmd_vel이 zero Twist로 바뀌는 조건을 설명한다.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장애물이 있는데 멈추지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sector 각도·finite range·threshold m 단위를 확인한다.</a:t>
            </a:r>
            <a:r>
              <a:rPr/>
              <a:t>수정 후: ros2 topic info /cmd_vel_raw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항상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inf/NaN 처리와 lidar frame 전방 방향을 확인한다.</a:t>
            </a:r>
            <a:r>
              <a:rPr/>
              <a:t>수정 후: ros2 topic info /cmd_vel_raw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stop_distance 0.50→0.80 m로 바꾸면 어떤 상황에서 더 일찍 멈추는지 /cmd_vel 로그 기준으로 작성한다.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0.5 m 안 장애물에서 forward cmd_vel이 zero Twist로 바뀌는 조건을 설명한다.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blocks/E_autonomy_logic/M18_obstacle_perception/complete/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M19 FSM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E · 4/5 · M19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Mission FSM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M19의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M19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Mission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/mission_state 로그와 /cmd_vel_raw가 detection·obstacle input에 따라 바뀌는 구조를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M18 priority decision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M19</a:t>
            </a:r>
            <a:r>
              <a:rPr/>
              <a:t>Mission State Machine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M20 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/mission_state 로그와 /cmd_vel_raw가 detection·obstacle input에 따라 바뀌는 구조를 확인한다.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M18 safety와 M17 target detection input이 준비된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M18 priority decision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SEARCH·APPROACH·AVOID·GOAL 상태를 입력 조건과 속도 명령으로 명시한다.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/mission_state 로그와 /cmd_vel_raw가 detection·obstacle input에 따라 바뀌는 구조를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SEARCH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APPROACH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AVOID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agv_mission/agv_mission/mission_manager.py</a:t>
            </a:r>
            <a:r>
              <a:rPr/>
              <a:t>└── agv_bringup/config/mission.yaml</a:t>
            </a:r>
            <a:r>
              <a:rPr/>
              <a:t>└── agv_mission/setup.py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~/ros2_curri/agv_ws/src/agv_mission/setup.py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FSM node를 빌드하고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상태는 흩어진 if문이 아니라 한 곳에서 /cmd_vel_raw를 결정한다.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colcon build --symlink-install --packages-select agv_mission</a:t>
            </a:r>
            <a:r>
              <a:rPr/>
              <a:t>source install/setup.bash</a:t>
            </a:r>
            <a:r>
              <a:rPr/>
              <a:t>ros2 run agv_mission mission_manager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상태 변화를 관찰한다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상태의 이름과 속도 command를 서로 다른 topic에서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/mission_state</a:t>
            </a:r>
            <a:r>
              <a:rPr/>
              <a:t>ros2 topic echo /cmd_vel_raw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~/ros2_curri/agv_ws/src/agv_mission/agv_mission</a:t>
            </a:r>
            <a:r>
              <a:rPr/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from std_msgs.msg import Float32, String</a:t>
            </a:r>
            <a:r>
              <a:rPr/>
              <a:t>from agv_interfaces.msg import DetectionArray</a:t>
            </a:r>
            <a:r>
              <a:rPr/>
              <a:t>class MissionManager(Node):</a:t>
            </a:r>
            <a:r>
              <a:rPr/>
              <a:t>    def __init__(self):</a:t>
            </a:r>
            <a:r>
              <a:rPr/>
              <a:t>        super().__init__('mission_manager')</a:t>
            </a:r>
            <a:r>
              <a:rPr/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~/ros2_curri/agv_ws/src/agv_mission/agv_mission</a:t>
            </a:r>
            <a:r>
              <a:rPr/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self.declare_parameter('search_speed', 0.25)</a:t>
            </a:r>
            <a:r>
              <a:rPr/>
              <a:t>        self.declare_parameter('approach_speed', 0.15)</a:t>
            </a:r>
            <a:r>
              <a:rPr/>
              <a:t>        self.declare_parameter('image_center_x', 320)</a:t>
            </a:r>
            <a:r>
              <a:rPr/>
              <a:t>        self.declare_parameter('target_timeout_sec', 0.7)</a:t>
            </a:r>
            <a:r>
              <a:rPr/>
              <a:t>        self.state = 'IDLE'</a:t>
            </a:r>
            <a:r>
              <a:rPr/>
              <a:t>        self.obstacle_distance = math.inf</a:t>
            </a:r>
            <a:r>
              <a:rPr/>
              <a:t>        self.target = None</a:t>
            </a:r>
            <a:r>
              <a:rPr/>
              <a:t>        self.last_target_time = None</a:t>
            </a:r>
            <a:r>
              <a:rPr/>
              <a:t>        self.create_subscription(Float32, '/obstacle_distance', self.obstacle_callback,</a:t>
            </a:r>
            <a:r>
              <a:rPr/>
              <a:t>            10)</a:t>
            </a:r>
            <a:r>
              <a:rPr/>
              <a:t>        self.create_subscription(DetectionArray, '/detections', self.detections_callback,</a:t>
            </a:r>
            <a:r>
              <a:rPr/>
              <a:t>             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~/ros2_curri/agv_ws/src/agv_mission/agv_mission</a:t>
            </a:r>
            <a:r>
              <a:rPr/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self.command_publisher = self.create_publisher(Twist, '/cmd_vel_raw', 10)</a:t>
            </a:r>
            <a:r>
              <a:rPr/>
              <a:t>        self.state_publisher = self.create_publisher(String, '/mission_state', 10)</a:t>
            </a:r>
            <a:r>
              <a:rPr/>
              <a:t>        self.create_timer(0.1, self.tick)</a:t>
            </a:r>
            <a:r>
              <a:rPr/>
              <a:t>    def obstacle_callback(self, message):</a:t>
            </a:r>
            <a:r>
              <a:rPr/>
              <a:t>        self.obstacle_distance = message.data</a:t>
            </a:r>
            <a:r>
              <a:rPr/>
              <a:t>    def detections_callback(self, message):</a:t>
            </a:r>
            <a:r>
              <a:rPr/>
              <a:t>        if message.detections:</a:t>
            </a:r>
            <a:r>
              <a:rPr/>
              <a:t>            self.target = message.detections[0]</a:t>
            </a:r>
            <a:r>
              <a:rPr/>
              <a:t>            self.last_target_time = self.get_clock().now()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~/ros2_curri/agv_ws/src/agv_mission/agv_mission</a:t>
            </a:r>
            <a:r>
              <a:rPr/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set_state(self, state):</a:t>
            </a:r>
            <a:r>
              <a:rPr/>
              <a:t>        if state != self.state:</a:t>
            </a:r>
            <a:r>
              <a:rPr/>
              <a:t>            self.state = state</a:t>
            </a:r>
            <a:r>
              <a:rPr/>
              <a:t>            self.get_logger().info('mission state -&gt; ' + state)</a:t>
            </a:r>
            <a:r>
              <a:rPr/>
              <a:t>        self.state_publisher.publish(String(data=self.state))</a:t>
            </a:r>
            <a:r>
              <a:rPr/>
              <a:t>    def tick(self):</a:t>
            </a:r>
            <a:r>
              <a:rPr/>
              <a:t>        command = Twist()</a:t>
            </a:r>
            <a:r>
              <a:rPr/>
              <a:t>        if self.last_target_time is not None:</a:t>
            </a:r>
            <a:r>
              <a:rPr/>
              <a:t>            age = (self.get_clock().now() - self.last_target_time).nanoseconds / 1000000000.0</a:t>
            </a:r>
            <a:r>
              <a:rPr/>
              <a:t>            if age &gt; self.get_parameter('target_timeout_sec').value:</a:t>
            </a:r>
            <a:r>
              <a:rPr/>
              <a:t>                self.target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~/ros2_curri/agv_ws/src/agv_mission/agv_mission</a:t>
            </a:r>
            <a:r>
              <a:rPr/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self.obstacle_distance &lt; self.get_parameter('stop_distance').value:</a:t>
            </a:r>
            <a:r>
              <a:rPr/>
              <a:t>            self.set_state('AVOID')</a:t>
            </a:r>
            <a:r>
              <a:rPr/>
              <a:t>            command.angular.z = self.get_parameter('search_speed').value</a:t>
            </a:r>
            <a:r>
              <a:rPr/>
              <a:t>        elif self.target is None:</a:t>
            </a:r>
            <a:r>
              <a:rPr/>
              <a:t>            self.set_state('SEARCH')</a:t>
            </a:r>
            <a:r>
              <a:rPr/>
              <a:t>            command.angular.z = self.get_parameter('search_speed').value</a:t>
            </a:r>
            <a:r>
              <a:rPr/>
              <a:t>        elif self.target.estimated_distance &gt; 0.0 and self.target.estimated_distance &lt; self.get_parameter('stop_distance').value:</a:t>
            </a:r>
            <a:r>
              <a:rPr/>
              <a:t>            self.set_state('GOAL')</a:t>
            </a:r>
            <a:r>
              <a:rPr/>
              <a:t>        else:</a:t>
            </a:r>
            <a:r>
              <a:rPr/>
              <a:t>            self.set_state('APPROACH')</a:t>
            </a:r>
            <a:r>
              <a:rPr/>
              <a:t>            command.linear.x = self.get_parameter('approach_speed').value</a:t>
            </a:r>
            <a:r>
              <a:rPr/>
              <a:t>            error = self.target.center_x - self.get_parameter('image_center_x').value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~/ros2_curri/agv_ws/src/agv_mission/agv_mission</a:t>
            </a:r>
            <a:r>
              <a:rPr/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command.angular.z = max(min(-0.004 * error, 0.6), -0.6)</a:t>
            </a:r>
            <a:r>
              <a:rPr/>
              <a:t>        self.command_publisher.publish(command)</a:t>
            </a:r>
            <a:r>
              <a:rPr/>
              <a:t>def main():</a:t>
            </a:r>
            <a:r>
              <a:rPr/>
              <a:t>    rclpy.init()</a:t>
            </a:r>
            <a:r>
              <a:rPr/>
              <a:t>    node = MissionManager()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6/7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9/10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~/ros2_curri/agv_ws/src/agv_mission/agv_mission</a:t>
            </a:r>
            <a:r>
              <a:rPr/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7/7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10/12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~/ros2_curri/agv_ws/src/agv_bringup/config</a:t>
            </a:r>
            <a:r>
              <a:rPr/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mission_manager: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  <a:r>
              <a:rPr/>
              <a:t>    search_speed: 0.25</a:t>
            </a:r>
            <a:r>
              <a:rPr/>
              <a:t>    approach_speed: 0.15</a:t>
            </a:r>
            <a:r>
              <a:rPr/>
              <a:t>    image_center_x: 320</a:t>
            </a:r>
            <a:r>
              <a:rPr/>
              <a:t>    target_timeout_sec: 0.70</a:t>
            </a:r>
            <a:r>
              <a:rPr/>
              <a:t>safety_controller: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11/12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~/ros2_curri/agv_ws/src/agv_bringup/config</a:t>
            </a:r>
            <a:r>
              <a:rPr/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~/ros2_curri/agv_ws/src/agv_mission/setup.py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12/13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~/ros2_curri/agv_ws/src/agv_mission</a:t>
            </a:r>
            <a:r>
              <a:rPr/>
              <a:t>파일 열기: nano ~/ros2_curri/agv_ws/src/agv_mission/setup.py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  <a:r>
              <a:rPr/>
              <a:t>package_name = 'agv_mission'</a:t>
            </a:r>
            <a:r>
              <a:rPr/>
              <a:t>setup(name=package_name, version='0.1.0', packages=find_packages(exclude=['test']),</a:t>
            </a:r>
            <a:r>
              <a:rPr/>
              <a:t>    data_files=[('share/ament_index/resource_index/packages',</a:t>
            </a:r>
            <a:r>
              <a:rPr/>
              <a:t>    ['resource/' + package_name]), ('share/' + package_name, ['package.xml'])],</a:t>
            </a:r>
            <a:r>
              <a:rPr/>
              <a:t>    install_requires=['setuptools'], zip_safe=True, maintainer='AGV student',</a:t>
            </a:r>
            <a:r>
              <a:rPr/>
              <a:t>    maintainer_email='student@example.com', license='Apache-2.0',</a:t>
            </a:r>
            <a:r>
              <a:rPr/>
              <a:t>    entry_points={'console_scripts': ['mission_manager = agv_mission.mission_manager:main',</a:t>
            </a:r>
            <a:r>
              <a:rPr/>
              <a:t>     'mission_markers = agv_mission.mission_markers:main']})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ros2 run agv_mission mission_manager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/mission_state 로그와 /cmd_vel_raw가 detection·obstacle input에 따라 바뀌는 구조를 확인한다.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562649"/>
            <a:ext cx="10607040" cy="4381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RViz2: mission text Marker를 같은 scene에서 확인하는 display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/mission_state</a:t>
            </a:r>
            <a:r>
              <a:rPr/>
              <a:t>ros2 topic info /cmd_vel_raw</a:t>
            </a:r>
            <a:r>
              <a:rPr/>
              <a:t>ros2 param get /mission_manager stop_distance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/mission_state 로그와 /cmd_vel_raw가 detection·obstacle input에 따라 바뀌는 구조를 확인한다.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상태가 전환되지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callback input·조건식·거리 단위를 확인한다.</a:t>
            </a:r>
            <a:r>
              <a:rPr/>
              <a:t>수정 후: ros2 topic info /mission_state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SEARCH↔APPROACH 반복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detection timeout·hysteresis·우선순위를 추가 점검한다.</a:t>
            </a:r>
            <a:r>
              <a:rPr/>
              <a:t>수정 후: ros2 topic info /mission_state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target 없음, target 있음, obstacle&lt;0.5 m의 세 입력에 대해 예상 state와 /cmd_vel_raw를 표로 작성한다.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/mission_state 로그와 /cmd_vel_raw가 detection·obstacle input에 따라 바뀌는 구조를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blocks/E_autonomy_logic/M19_mission_fsm/complete/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M20 PID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E · 5/5 · M20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PID 주행 제어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M20의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M20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PID와 주행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kp_angular·max speed parameter와 saturation이 /cmd_vel_raw 출력을 제한하는 것을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M19 state command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M20</a:t>
            </a:r>
            <a:r>
              <a:rPr/>
              <a:t>PID와 주행 제어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M21 YAML/Launch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kp_angular·max speed parameter와 saturation이 /cmd_vel_raw 출력을 제한하는 것을 확인한다.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M19가 상태별 desired command를 만들고 target 중심 오차를 계산할 수 있는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M19 state command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target error를 안전한 linear/angular Twist로 제한하는 제어 시작점을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kp_angular·max speed parameter와 saturation이 /cmd_vel_raw 출력을 제한하는 것을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target error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P / PID</a:t>
            </a:r>
            <a:r>
              <a:rPr/>
              <a:t>controller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/cmd_vel_raw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agv_control/agv_control/pid_controller.py</a:t>
            </a:r>
            <a:r>
              <a:rPr/>
              <a:t>└── agv_control/setup.py</a:t>
            </a:r>
            <a:r>
              <a:rPr/>
              <a:t>└── agv_bringup/config/mission.yaml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~/ros2_curri/agv_ws/src/agv_control/agv_control/pid_controller.py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~/ros2_curri/agv_ws/src/agv_control/setup.py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제어 파라미터를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P gain과 최대 속도는 overshoot 전에 먼저 보수적으로 제한한다.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agv_control pid_controller --ros-args \</a:t>
            </a:r>
            <a:r>
              <a:rPr/>
              <a:t>  -p kp_angular:=0.004 -p max_linear_speed:=0.25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error와 command를 분리해 관찰한다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입력 부호가 바뀌면 angular.z 부호도 기대 방향으로 바뀌어야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/target_error</a:t>
            </a:r>
            <a:r>
              <a:rPr/>
              <a:t>ros2 topic echo /cmd_vel_raw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~/ros2_curri/agv_ws/src/agv_control/agv_control/pid_controller.py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~/ros2_curri/agv_ws/src/agv_control/agv_control/pid_controller.py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class PidController(Node):</a:t>
            </a:r>
            <a:r>
              <a:rPr/>
              <a:t>    """A small P-only starting point: replace with PI/PID after observing overshoot."""</a:t>
            </a:r>
            <a:r>
              <a:rPr/>
              <a:t>    def __init__(self):</a:t>
            </a:r>
            <a:r>
              <a:rPr/>
              <a:t>        super().__init__('pid_controller')</a:t>
            </a:r>
            <a:r>
              <a:rPr/>
              <a:t>        self.declare_parameter('kp_angular', 0.004)</a:t>
            </a:r>
            <a:r>
              <a:rPr/>
              <a:t>        self.declare_parameter('max_linear_speed', 0.25)</a:t>
            </a:r>
            <a:r>
              <a:rPr/>
              <a:t>        self.declare_parameter('max_angular_speed', 0.8)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~/ros2_curri/agv_ws/src/agv_control/agv_control/pid_controller.py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~/ros2_curri/agv_ws/src/agv_control/agv_control/pid_controller.py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self.publisher = self.create_publisher(Twist, '/cmd_vel_raw', 10)</a:t>
            </a:r>
            <a:r>
              <a:rPr/>
              <a:t>        self.create_subscription(Twist, '/target_error', self.error_callback, 10)</a:t>
            </a:r>
            <a:r>
              <a:rPr/>
              <a:t>    def error_callback(self, error):</a:t>
            </a:r>
            <a:r>
              <a:rPr/>
              <a:t>        command = Twist()</a:t>
            </a:r>
            <a:r>
              <a:rPr/>
              <a:t>        command.linear.x = min(max(error.linear.x, 0.0),</a:t>
            </a:r>
            <a:r>
              <a:rPr/>
              <a:t>            self.get_parameter('max_linear_speed').value)</a:t>
            </a:r>
            <a:r>
              <a:rPr/>
              <a:t>        command.angular.z = max(min(error.angular.z * self.get_parameter('kp_angular').value,</a:t>
            </a:r>
            <a:r>
              <a:rPr/>
              <a:t>             self.get_parameter('max_angular_speed').value),</a:t>
            </a:r>
            <a:r>
              <a:rPr/>
              <a:t>            -self.get_parameter('max_angular_speed').value)</a:t>
            </a:r>
            <a:r>
              <a:rPr/>
              <a:t>        self.publisher.publish(command)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~/ros2_curri/agv_ws/src/agv_control/agv_control/pid_controller.py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~/ros2_curri/agv_ws/src/agv_control/agv_control/pid_controller.py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  <a:r>
              <a:rPr/>
              <a:t>    rclpy.init()</a:t>
            </a:r>
            <a:r>
              <a:rPr/>
              <a:t>    node = PidController()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</a:t>
            </a:r>
            <a:r>
              <a:rPr/>
              <a:t>파일 열기: nano ~/ros2_curri/agv_ws/src/agv_control/setup.py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  <a:r>
              <a:rPr/>
              <a:t>package_name = 'agv_control'</a:t>
            </a:r>
            <a:r>
              <a:rPr/>
              <a:t>setup(name=package_name, version='0.1.0', packages=find_packages(exclude=['test']),</a:t>
            </a:r>
            <a:r>
              <a:rPr/>
              <a:t>    data_files=[('share/ament_index/resource_index/packages',</a:t>
            </a:r>
            <a:r>
              <a:rPr/>
              <a:t>    ['resource/' + package_name]), ('share/' + package_name, ['package.xml']),</a:t>
            </a:r>
            <a:r>
              <a:rPr/>
              <a:t>    ('share/' + package_name + '/config', ['config/controllers.yaml'])],</a:t>
            </a:r>
            <a:r>
              <a:rPr/>
              <a:t>    install_requires=['setuptools'], zip_safe=True, maintainer='AGV student',</a:t>
            </a:r>
            <a:r>
              <a:rPr/>
              <a:t>    maintainer_email='student@example.com', license='Apache-2.0',</a:t>
            </a:r>
            <a:r>
              <a:rPr/>
              <a:t>    entry_points={'console_scripts': ['counter_publisher = agv_control.counter_publisher:main',</a:t>
            </a:r>
            <a:r>
              <a:rPr/>
              <a:t>     'counter_monitor = agv_control.counter_monitor:main', 'cmd_test_node = agv_control.cmd_test_node:main',</a:t>
            </a:r>
            <a:r>
              <a:rPr/>
              <a:t>     'velocity_monitor = agv_control.velocity_monitor:main', 'safety_controller = agv_control.safety_controller:main',</a:t>
            </a:r>
            <a:r>
              <a:rPr/>
              <a:t>     'pid_controller = agv_control.pid_controller:main']})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~/ros2_curri/agv_ws/src/agv_bringup/config</a:t>
            </a:r>
            <a:r>
              <a:rPr/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mission_manager: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  <a:r>
              <a:rPr/>
              <a:t>    search_speed: 0.25</a:t>
            </a:r>
            <a:r>
              <a:rPr/>
              <a:t>    approach_speed: 0.15</a:t>
            </a:r>
            <a:r>
              <a:rPr/>
              <a:t>    image_center_x: 320</a:t>
            </a:r>
            <a:r>
              <a:rPr/>
              <a:t>    target_timeout_sec: 0.70</a:t>
            </a:r>
            <a:r>
              <a:rPr/>
              <a:t>safety_controller: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8/9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~/ros2_curri/agv_ws/src/agv_bringup/config</a:t>
            </a:r>
            <a:r>
              <a:rPr/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ros2 run agv_control pid_controller --ros-args -p kp_angular:=0.004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kp_angular·max speed parameter와 saturation이 /cmd_vel_raw 출력을 제한하는 것을 확인한다.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453970"/>
            <a:ext cx="10607040" cy="459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RViz2: /path와 robot pose를 함께 보며 PID 전후 궤적을 비교하는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/target_error</a:t>
            </a:r>
            <a:r>
              <a:rPr/>
              <a:t>ros2 topic info /cmd_vel_raw</a:t>
            </a:r>
            <a:r>
              <a:rPr/>
              <a:t>ros2 param get /pid_controller kp_angular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kp_angular·max speed parameter와 saturation이 /cmd_vel_raw 출력을 제한하는 것을 확인한다.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로봇이 반대 방향 회전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error 정의와 angular.z 부호를 확인한다.</a:t>
            </a:r>
            <a:r>
              <a:rPr/>
              <a:t>수정 후: ros2 topic info /target_error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진동이 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kp/kd·update rate·latency·saturation을 확인한다.</a:t>
            </a:r>
            <a:r>
              <a:rPr/>
              <a:t>수정 후: ros2 topic info /target_error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kp_angular을 0.002, 0.004, 0.008로 바꿨을 때 반응 속도와 진동 위험을 예측해 기록한다.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kp_angular·max speed parameter와 saturation이 /cmd_vel_raw 출력을 제한하는 것을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blocks/E_autonomy_logic/M20_pid_driving_control/complete/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M21 YAML/Launch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