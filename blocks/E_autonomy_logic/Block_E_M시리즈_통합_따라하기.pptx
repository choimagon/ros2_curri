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~/ros2_curri/my_agv_ws/src/agv_description/urdf</a:t>
            </a:r>
          </a:p>
          <a:p>
            <a:r>
              <a:t>nano ~/ros2_curri/my_agv_ws/src/agv_description/urdf/agv_ros2_control.urdf.xacro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1/5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2/5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3/5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4/5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5/5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~/ros2_curri/my_agv_ws/src/agv_gazebo/models/agv_ros2_control</a:t>
            </a:r>
          </a:p>
          <a:p>
            <a:r>
              <a:t>nano ~/ros2_curri/my_agv_ws/src/agv_gazebo/models/agv_ros2_control/model.sdf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6/15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7/15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8/15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9/15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10/15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~/ros2_curri/my_agv_ws/src/agv_gazebo/launch/ros2_control.launch.py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1/3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2/3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3/3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~/ros2_curri/my_agv_ws/src/agv_control/config/controllers.yaml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blocks/E_autonomy_logic/M16_ros2_control/complete/agv_ws/src || true</a:t>
            </a:r>
          </a:p>
          <a:p>
            <a:r>
              <a:t>cp -a my_agv_ws/src my_agv_ws/src_before_M16</a:t>
            </a:r>
          </a:p>
          <a:p>
            <a:r>
              <a:t>cp -a blocks/E_autonomy_logic/M16_ros2_control/complete/agv_ws/src/.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다른 package가 함께 쓰는 message는 agv_interfaces에, 여러 node의 공통 설정은 agv_bringup에 따로 둡니다.</a:t>
            </a:r>
          </a:p>
          <a:p>
            <a:r>
              <a:t>[실행] cd ~/ros2_curri/my_agv_ws/src</a:t>
            </a:r>
          </a:p>
          <a:p>
            <a:r>
              <a:t>ros2 pkg create --build-type ament_cmake agv_interfaces</a:t>
            </a:r>
          </a:p>
          <a:p>
            <a:r>
              <a:t>ros2 pkg create --build-type ament_python agv_bringup</a:t>
            </a:r>
          </a:p>
          <a:p>
            <a:r>
              <a:t>mkdir -p agv_interfaces/msg agv_bringup/config agv_bringup/launch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1/3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2/3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3/3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~/ros2_curri/my_agv_ws/src/agv_interfaces/msg/Detection.msg의 1/1 구현 블록을 직접 입력한다.</a:t>
            </a:r>
          </a:p>
          <a:p>
            <a:r>
              <a:t>[실행] nano ~/ros2_curri/my_agv_ws/src/agv_interfaces/msg/Detection.msg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~/ros2_curri/my_agv_ws/src/agv_interfaces/msg/DetectionArray.msg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~/ros2_curri/my_agv_ws/src/agv_interfaces/msg/DetectionArray.msg의 1/1 구현 블록을 직접 입력한다.</a:t>
            </a:r>
          </a:p>
          <a:p>
            <a:r>
              <a:t>[실행] nano ~/ros2_curri/my_agv_ws/src/agv_interfaces/msg/DetectionArray.msg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~/ros2_curri/my_agv_ws/src/agv_interfaces/CMakeLists.txt의 1/1 구현 블록을 직접 입력한다.</a:t>
            </a:r>
          </a:p>
          <a:p>
            <a:r>
              <a:t>[실행] nano ~/ros2_curri/my_agv_ws/src/agv_interfaces/CMakeLists.txt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blocks/E_autonomy_logic/M17_yolo_vision/complete/agv_ws/src || true</a:t>
            </a:r>
          </a:p>
          <a:p>
            <a:r>
              <a:t>cp -a my_agv_ws/src my_agv_ws/src_before_M17</a:t>
            </a:r>
          </a:p>
          <a:p>
            <a:r>
              <a:t>cp -a blocks/E_autonomy_logic/M17_yolo_vision/complete/agv_ws/src/.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blocks/E_autonomy_logic/M18_obstacle_perception/complete/agv_ws/src || true</a:t>
            </a:r>
          </a:p>
          <a:p>
            <a:r>
              <a:t>cp -a my_agv_ws/src my_agv_ws/src_before_M18</a:t>
            </a:r>
          </a:p>
          <a:p>
            <a:r>
              <a:t>cp -a blocks/E_autonomy_logic/M18_obstacle_perception/complete/agv_ws/src/.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주행 제어를 건드리지 않고, 미션 상태 전이만 agv_mission이 맡게 합니다.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std_msgs geometry_msgs agv_mission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1/3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2/3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3/3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~/ros2_curri/my_agv_ws/src/agv_mission/setup.py의 1/1 구현 블록을 직접 입력한다.</a:t>
            </a:r>
          </a:p>
          <a:p>
            <a:r>
              <a:t>[실행] nano ~/ros2_curri/my_agv_ws/src/agv_mission/setup.py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blocks/E_autonomy_logic/M19_mission_fsm/complete/agv_ws/src || true</a:t>
            </a:r>
          </a:p>
          <a:p>
            <a:r>
              <a:t>cp -a my_agv_ws/src my_agv_ws/src_before_M19</a:t>
            </a:r>
          </a:p>
          <a:p>
            <a:r>
              <a:t>cp -a blocks/E_autonomy_logic/M19_mission_fsm/complete/agv_ws/src/.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~/ros2_curri/my_agv_ws/src/agv_control/agv_control/pid_controller.py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1/3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2/3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3/3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blocks/E_autonomy_logic/M20_pid_driving_control/complete/agv_ws/src || true</a:t>
            </a:r>
          </a:p>
          <a:p>
            <a:r>
              <a:t>cp -a my_agv_ws/src my_agv_ws/src_before_M20</a:t>
            </a:r>
          </a:p>
          <a:p>
            <a:r>
              <a:t>cp -a blocks/E_autonomy_logic/M20_pid_driving_control/complete/agv_ws/src/.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0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8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0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제어·인지·미션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M16 → M17 → M18 → M19 → M20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E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1284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08152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06324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79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950207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93191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70916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81888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80060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1/5 · M16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M16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M16</a:t>
            </a:r>
            <a:r>
              <a:rPr/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52334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M16 격리 launch의 ros2 control 출력: 두 controller가 모두 active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agv_control/config/controllers.yaml</a:t>
            </a:r>
            <a:r>
              <a:rPr/>
              <a:t>└── agv_description/urdf/agv_ros2_control.urdf.xacro</a:t>
            </a:r>
            <a:r>
              <a:rPr/>
              <a:t>└── agv_gazebo/models/agv_ros2_control/model.sdf</a:t>
            </a:r>
            <a:r>
              <a:rPr/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~/ros2_curri/my_agv_ws/src/agv_control/config</a:t>
            </a:r>
            <a:r>
              <a:rPr/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~/ros2_curri/my_agv_ws/src/agv_description/urdf</a:t>
            </a:r>
            <a:r>
              <a:rPr/>
              <a:t>nano ~/ros2_curri/my_agv_ws/src/agv_description/urdf/agv_ros2_control.urdf.xacro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 controller description. Gazebo uses model.sdf for physics; this URDF gives</a:t>
            </a:r>
            <a:r>
              <a:rPr/>
              <a:t>  controller_manager its interfaces and RViz the matching joint tree. --&gt;</a:t>
            </a:r>
            <a:r>
              <a:rPr/>
              <a:t>&lt;robot xmlns:xacro="http://www.ros.org/wiki/xacro" name="agv_ros2_control"&gt;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name="base_link"/&gt;</a:t>
            </a:r>
            <a:r>
              <a:rPr/>
              <a:t>  &lt;link name="left_wheel_link"/&gt;</a:t>
            </a:r>
            <a:r>
              <a:rPr/>
              <a:t>  &lt;link name="right_wheel_link"/&gt;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&lt;parent link="base_link"/&gt;</a:t>
            </a:r>
            <a:r>
              <a:rPr/>
              <a:t>    &lt;child link="left_wheel_link"/&gt;</a:t>
            </a:r>
            <a:r>
              <a:rPr/>
              <a:t>    &lt;origin xyz="0 0.19 -0.08"/&gt;</a:t>
            </a:r>
            <a:r>
              <a:rPr/>
              <a:t>    &lt;axis xyz="0 1 0"/&gt;</a:t>
            </a: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name="right_wheel_joint" type="continuous"&gt;</a:t>
            </a:r>
            <a:r>
              <a:rPr/>
              <a:t>    &lt;parent link="base_link"/&gt;</a:t>
            </a:r>
            <a:r>
              <a:rPr/>
              <a:t>    &lt;child link="right_wheel_link"/&gt;</a:t>
            </a:r>
            <a:r>
              <a:rPr/>
              <a:t>    &lt;origin xyz="0 -0.19 -0.08"/&gt;</a:t>
            </a:r>
            <a:r>
              <a:rPr/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&lt;ros2_control name="GazeboSimSystem" type="system"&gt;</a:t>
            </a:r>
            <a:r>
              <a:rPr/>
              <a:t>    &lt;hardware&gt;</a:t>
            </a:r>
            <a:r>
              <a:rPr/>
              <a:t>      &lt;plugin&gt;gz_ros2_control/GazeboSimSystem&lt;/plugin&gt;</a:t>
            </a:r>
            <a:r>
              <a:rPr/>
              <a:t>    &lt;/hardware&gt;</a:t>
            </a:r>
            <a:r>
              <a:rPr/>
              <a:t>    &lt;joint name="left_wheel_joint"&gt;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  &lt;joint name="right_wheel_joint"&gt;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~/ros2_curri/my_agv_ws/src/agv_gazebo/models/agv_ros2_control</a:t>
            </a:r>
            <a:r>
              <a:rPr/>
              <a:t>nano ~/ros2_curri/my_agv_ws/src/agv_gazebo/models/agv_ros2_control/model.sdf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M16-only model: gz_ros2_control owns wheel velocity commands. No native DiffDrive</a:t>
            </a:r>
            <a:r>
              <a:rPr/>
              <a:t>  plugin is present. --&gt;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name="agv_ros2_control"&gt;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&lt;diffuse&gt;0.10 0.35 0.80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8/15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9/15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10/15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&lt;ros2_control name="GazeboSimSystem" type="system"&gt;</a:t>
            </a:r>
            <a:r>
              <a:rPr/>
              <a:t>      &lt;hardware&gt;</a:t>
            </a:r>
            <a:r>
              <a:rPr/>
              <a:t>        &lt;plugin&gt;gz_ros2_control/GazeboSimSystem&lt;/plugin&gt;</a:t>
            </a:r>
            <a:r>
              <a:rPr/>
              <a:t>      &lt;/hardware&gt;</a:t>
            </a:r>
            <a:r>
              <a:rPr/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  &lt;joint name="right_wheel_joint"&gt;</a:t>
            </a: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&lt;/ros2_control&gt;</a:t>
            </a:r>
            <a:r>
              <a:rPr/>
              <a:t>    </a:t>
            </a:r>
            <a:r>
              <a:rPr/>
              <a:t>    </a:t>
            </a:r>
            <a:r>
              <a:rPr/>
              <a:t>    &lt;!-- The course workspace is fixed at ~/ros2_curri/agv_ws; run colcon build before</a:t>
            </a:r>
            <a:r>
              <a:rPr/>
              <a:t>      this M16 launch. --&gt;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filename="libgz_ros2_control-system.so"</a:t>
            </a:r>
            <a:r>
              <a:rPr/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&lt;parameters&gt;/home/lab4090/ros2_curri/agv_ws/install/agv_control/share/agv_control/config/controllers.yaml&lt;/parameters&gt;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  <a:r>
              <a:rPr/>
              <a:t>nano ~/ros2_curri/my_agv_ws/src/agv_gazebo/launch/ros2_control.launch.py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"""M16 isolated launch: gz_ros2_control, two active controllers, and a physical AGV."""</a:t>
            </a: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RegisterEventHandler, SetEnvironmentVariable, TimerAction</a:t>
            </a:r>
            <a:r>
              <a:rPr/>
              <a:t>from launch.event_handlers import OnProcessExit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gazebo = get_package_share_directory('agv_gazebo')</a:t>
            </a:r>
            <a:r>
              <a:rPr/>
              <a:t>    models = os.path.join(gazebo, 'models')</a:t>
            </a:r>
            <a:r>
              <a:rPr/>
              <a:t>    world = os.path.join(gazebo, 'worlds', 'warehouse_ros2_control.sdf')</a:t>
            </a:r>
            <a:r>
              <a:rPr/>
              <a:t>    description = get_package_share_directory('agv_description')</a:t>
            </a:r>
            <a:r>
              <a:rPr/>
              <a:t>    gz_launch = os.path.join(get_package_share_directory('ros_gz_sim'), 'launch', 'gz_sim.launch.py')</a:t>
            </a:r>
            <a:r>
              <a:rPr/>
              <a:t>    previous = os.environ.get('GZ_SIM_RESOURCE_PATH', '')</a:t>
            </a:r>
            <a:r>
              <a:rPr/>
              <a:t>    simulator = IncludeLaunchDescription(PythonLaunchDescriptionSource(gz_launch),</a:t>
            </a:r>
            <a:r>
              <a:rPr/>
              <a:t>        launch_arguments={'gz_args': '-r ' + world}.items())</a:t>
            </a:r>
            <a:r>
              <a:rPr/>
              <a:t>    robot_description = ParameterValue(Command(['xacro ', os.path.join(description, 'urdf',</a:t>
            </a:r>
            <a:r>
              <a:rPr/>
              <a:t>         'agv_ros2_control.urdf.xacro')]), value_type=str)</a:t>
            </a:r>
            <a:r>
              <a:rPr/>
              <a:t>    jsb = Node(package='controller_manager', executable='spawner', arguments=['joint_state_broadcaster',</a:t>
            </a:r>
            <a:r>
              <a:rPr/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drive = Node(package='controller_manager', executable='spawner', arguments=['diff_drive_controller',</a:t>
            </a:r>
            <a:r>
              <a:rPr/>
              <a:t>         '-c', '/controller_manager'], output='screen')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 simulator, Node(package='robot_state_publisher',</a:t>
            </a:r>
            <a:r>
              <a:rPr/>
              <a:t>         executable='robot_state_publisher',</a:t>
            </a:r>
            <a:r>
              <a:rPr/>
              <a:t>        parameters=[{'robot_description': robot_description, 'use_sim_time': True}],</a:t>
            </a:r>
            <a:r>
              <a:rPr/>
              <a:t>        output='screen'), Node(package='ros_gz_bridge', executable='parameter_bridge',</a:t>
            </a:r>
            <a:r>
              <a:rPr/>
              <a:t>        arguments=['/clock@rosgraph_msgs/msg/Clock[gz.msgs.Clock'], output='screen'),</a:t>
            </a:r>
            <a:r>
              <a:rPr/>
              <a:t>        TimerAction(period=6.0, actions=[jsb]),</a:t>
            </a:r>
            <a:r>
              <a:rPr/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~/ros2_curri/my_agv_ws/src/agv_control/config/controllers.yaml</a:t>
            </a:r>
            <a:r>
              <a:rPr/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ros2_control.launch.py</a:t>
            </a:r>
            <a:r>
              <a:rPr/>
              <a:t># 새 터미널</a:t>
            </a:r>
            <a:r>
              <a:rPr/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agv_gazebo ros2_control.launch.py</a:t>
            </a:r>
            <a:r>
              <a:rPr/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control list_controllers -c /controller_manager</a:t>
            </a:r>
            <a:r>
              <a:rPr/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load/activate 순서와 YAML controller 이름을 확인한다.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URDF/SDF joint 이름과 controller 목록을 한 글자씩 비교한다.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blocks/E_autonomy_logic/M16_ros2_control/complete/agv_ws/src || true</a:t>
            </a:r>
            <a:r>
              <a:rPr/>
              <a:t>cp -a my_agv_ws/src my_agv_ws/src_before_M16</a:t>
            </a:r>
            <a:r>
              <a:rPr/>
              <a:t>cp -a blocks/E_autonomy_logic/M16_ros2_control/complete/agv_ws/src/.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2/5 · M17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M17</a:t>
            </a:r>
            <a:r>
              <a:rPr/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/vision/debug_image: fallback이 ‘target not visible’을 표시해 camera pose·FOV·world 배치를 점검하는 오류 사례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agv_interfaces/package.xml</a:t>
            </a:r>
            <a:r>
              <a:rPr/>
              <a:t>└── agv_interfaces/msg/Detection.msg</a:t>
            </a:r>
            <a:r>
              <a:rPr/>
              <a:t>└── agv_interfaces/msg/DetectionArray.msg</a:t>
            </a:r>
            <a:r>
              <a:rPr/>
              <a:t>└── agv_interfaces/CMakeLists.txt</a:t>
            </a:r>
            <a:r>
              <a:rPr/>
              <a:t>└── agv_bringup/package.xml</a:t>
            </a:r>
            <a:r>
              <a:rPr/>
              <a:t>└── agv_bringup/setup.py</a:t>
            </a:r>
            <a:r>
              <a:rPr/>
              <a:t>└── agv_vision/agv_vision/yolo_node.py</a:t>
            </a:r>
            <a:r>
              <a:rPr/>
              <a:t>└── agv_bringup/config/vision.yaml</a:t>
            </a:r>
            <a:r>
              <a:rPr/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find_package → add_executable/rosidl → ament_target_dependencies → install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컴파일·install을 수행할 때 사용한다.</a:t>
            </a:r>
            <a:r>
              <a:rPr/>
              <a:t>화면/출력: colcon build와 ros2 run/interface show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enable_yolo=false로 fallback부터 실행하고 모델 준비 뒤 true로 바꾼다.</a:t>
            </a:r>
            <a:r>
              <a:rPr/>
              <a:t>화면/출력: /vision/debug_image의 노란 box와 target 거리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interface와 bringup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다른 package가 함께 쓰는 message는 agv_interfaces에, 여러 node의 공통 설정은 agv_bringup에 따로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ament_cmake agv_interfaces</a:t>
            </a:r>
            <a:r>
              <a:rPr/>
              <a:t>ros2 pkg create --build-type ament_python agv_bringup</a:t>
            </a:r>
            <a:r>
              <a:rPr/>
              <a:t>mkdir -p agv_interfaces/msg agv_bringup/config agv_bringup/launch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</a:t>
            </a:r>
            <a:r>
              <a:rPr/>
              <a:t>nano ~/ros2_curri/my_agv_ws/src/agv_interfaces/package.xml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&lt;name&gt;agv_interfaces&lt;/name&gt;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&lt;description&gt;Custom messages for AGV perception.&lt;/description&gt;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&lt;buildtool_depend&gt;ament_cmake&lt;/buildtool_depend&gt;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&lt;buildtool_depend&gt;rosidl_default_generators&lt;/buildtool_depend&gt;</a:t>
            </a:r>
            <a:r>
              <a:rPr/>
              <a:t>  </a:t>
            </a:r>
            <a:r>
              <a:rPr/>
              <a:t>  </a:t>
            </a:r>
            <a:r>
              <a:rPr/>
              <a:t>  &lt;depend&gt;std_msgs&lt;/depend&gt;</a:t>
            </a:r>
            <a:r>
              <a:rPr/>
              <a:t>  &lt;member_of_group&gt;rosidl_interface_packages&lt;/member_of_group&gt;</a:t>
            </a:r>
            <a:r>
              <a:rPr/>
              <a:t>  &lt;exec_depend&gt;rosidl_default_runtime&lt;/exec_depend&gt;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&lt;build_type&gt;ament_cmake&lt;/build_type&gt;</a:t>
            </a:r>
            <a:r>
              <a:rPr/>
              <a:t>  &lt;/export&gt;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~/ros2_curri/my_agv_ws/src/agv_interfaces/msg</a:t>
            </a:r>
            <a:r>
              <a:rPr/>
              <a:t>nano ~/ros2_curri/my_agv_ws/src/agv_interfaces/msg/Detection.msg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~/ros2_curri/my_agv_ws/src/agv_interfaces/msg/Detection.msg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string class_name</a:t>
            </a:r>
            <a:r>
              <a:rPr/>
              <a:t>float32 confidence</a:t>
            </a:r>
            <a:r>
              <a:rPr/>
              <a:t>int32 center_x</a:t>
            </a:r>
            <a:r>
              <a:rPr/>
              <a:t>int32 center_y</a:t>
            </a:r>
            <a:r>
              <a:rPr/>
              <a:t>int32 width</a:t>
            </a:r>
            <a:r>
              <a:rPr/>
              <a:t>int32 height</a:t>
            </a:r>
            <a:r>
              <a:rPr/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~/ros2_curri/my_agv_ws/src/agv_interfaces/msg</a:t>
            </a:r>
            <a:r>
              <a:rPr/>
              <a:t>nano ~/ros2_curri/my_agv_ws/src/agv_interfaces/msg/DetectionArray.msg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~/ros2_curri/my_agv_ws/src/agv_interfaces/msg/DetectionArray.msg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</a:t>
            </a:r>
            <a:r>
              <a:rPr/>
              <a:t>nano ~/ros2_curri/my_agv_ws/src/agv_interfaces/CMakeLists.txt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project(agv_interfaces)</a:t>
            </a:r>
            <a:r>
              <a:rPr/>
              <a:t>find_package(ament_cmake REQUIRED)</a:t>
            </a:r>
            <a:r>
              <a:rPr/>
              <a:t>find_package(rosidl_default_generators REQUIRED)</a:t>
            </a:r>
            <a:r>
              <a:rPr/>
              <a:t>find_package(std_msgs REQUIRED)</a:t>
            </a:r>
            <a:r>
              <a:rPr/>
              <a:t>rosidl_generate_interfaces(${PROJECT_NAME} "msg/Detection.msg" "msg/DetectionArray.msg" DEPENDENCIES std_msgs)</a:t>
            </a:r>
            <a:r>
              <a:rPr/>
              <a:t>ament_export_dependencies(rosidl_default_runtime)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&lt;name&gt;agv_bringup&lt;/name&gt;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&lt;description&gt;One-command launch and parameter files for the educational</a:t>
            </a:r>
            <a:r>
              <a:rPr/>
              <a:t>    AGV.&lt;/description&gt;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  <a:r>
              <a:rPr/>
              <a:t>  &lt;exec_depend&gt;launch&lt;/exec_depend&gt;</a:t>
            </a:r>
            <a:r>
              <a:rPr/>
              <a:t>  &lt;exec_depend&gt;launch_ros&lt;/exec_depend&gt;</a:t>
            </a:r>
            <a:r>
              <a:rPr/>
              <a:t>  &lt;exec_depend&gt;agv_description&lt;/exec_depend&gt;</a:t>
            </a:r>
            <a:r>
              <a:rPr/>
              <a:t>  &lt;exec_depend&gt;agv_gazebo&lt;/exec_depend&gt;</a:t>
            </a:r>
            <a:r>
              <a:rPr/>
              <a:t>  &lt;exec_depend&gt;agv_control&lt;/exec_depend&gt;</a:t>
            </a:r>
            <a:r>
              <a:rPr/>
              <a:t>  &lt;exec_depend&gt;agv_sensors&lt;/exec_depend&gt;</a:t>
            </a:r>
            <a:r>
              <a:rPr/>
              <a:t>  &lt;exec_depend&gt;agv_vision&lt;/exec_depend&gt;</a:t>
            </a:r>
            <a:r>
              <a:rPr/>
              <a:t>  &lt;exec_depend&gt;agv_mission&lt;/exec_depend&gt;</a:t>
            </a:r>
            <a:r>
              <a:rPr/>
              <a:t>  &lt;exec_depend&gt;robot_state_publisher&lt;/exec_depend&gt;</a:t>
            </a:r>
            <a:r>
              <a:rPr/>
              <a:t>  &lt;exec_depend&gt;rviz2&lt;/exec_depend&gt;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  <a:r>
              <a:rPr/>
              <a:t>from setuptools import find_packages, setup</a:t>
            </a:r>
            <a:r>
              <a:rPr/>
              <a:t>package_name = 'agv_bringup'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'/launch', glob('launch/*.launch.py')),</a:t>
            </a:r>
            <a:r>
              <a:rPr/>
              <a:t>    ('share/' + package_name + '/config', glob('config/*.yaml'))],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~/ros2_curri/my_agv_ws/src/agv_vision/agv_vision</a:t>
            </a:r>
            <a:r>
              <a:rPr/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~/ros2_curri/my_agv_ws/src/agv_bringup/config/vision.yaml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  <a:r>
              <a:rPr/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'agv_vision'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 --packages-select agv_interfaces agv_vision</a:t>
            </a:r>
            <a:r>
              <a:rPr/>
              <a:t>source install/setup.bash</a:t>
            </a:r>
            <a:r>
              <a:rPr/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agv_vision yolo_node --ros-args \</a:t>
            </a:r>
            <a:r>
              <a:rPr/>
              <a:t>  -p enable_yolo:=false</a:t>
            </a:r>
            <a:r>
              <a:rPr/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agv_interfaces/msg/Detection</a:t>
            </a:r>
            <a:r>
              <a:rPr/>
              <a:t>ros2 topic info /detections</a:t>
            </a:r>
            <a:r>
              <a:rPr/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model_path와 모델 파일 배포 정책을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agv_interfaces 빌드·source·package dependency를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blocks/E_autonomy_logic/M17_yolo_vision/complete/agv_ws/src || true</a:t>
            </a:r>
            <a:r>
              <a:rPr/>
              <a:t>cp -a my_agv_ws/src my_agv_ws/src_before_M17</a:t>
            </a:r>
            <a:r>
              <a:rPr/>
              <a:t>cp -a blocks/E_autonomy_logic/M17_yolo_vision/complete/agv_ws/src/.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3/5 · M18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M18</a:t>
            </a:r>
            <a:r>
              <a:rPr/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safety sector Marker와 Path를 추가해 확인하는 통합 display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  <a:r>
              <a:rPr/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agv_sensors/agv_sensors/lidar_processor.py</a:t>
            </a:r>
            <a:r>
              <a:rPr/>
              <a:t>└── agv_control/agv_control/safety_controller.py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safety_controller --ros-args \</a:t>
            </a:r>
            <a:r>
              <a:rPr/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/cmd_vel_raw</a:t>
            </a:r>
            <a:r>
              <a:rPr/>
              <a:t>ros2 topic echo /cmd_vel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/cmd_vel_raw</a:t>
            </a:r>
            <a:r>
              <a:rPr/>
              <a:t>ros2 topic info /cmd_vel</a:t>
            </a:r>
            <a:r>
              <a:rPr/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sector 각도·finite range·threshold m 단위를 확인한다.</a:t>
            </a:r>
            <a:r>
              <a:rPr/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inf/NaN 처리와 lidar frame 전방 방향을 확인한다.</a:t>
            </a:r>
            <a:r>
              <a:rPr/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blocks/E_autonomy_logic/M18_obstacle_perception/complete/agv_ws/src || true</a:t>
            </a:r>
            <a:r>
              <a:rPr/>
              <a:t>cp -a my_agv_ws/src my_agv_ws/src_before_M18</a:t>
            </a:r>
            <a:r>
              <a:rPr/>
              <a:t>cp -a blocks/E_autonomy_logic/M18_obstacle_perception/complete/agv_ws/src/.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4/5 · M19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M19</a:t>
            </a:r>
            <a:r>
              <a:rPr/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mission text Marker를 같은 scene에서 확인하는 display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agv_mission/package.xml</a:t>
            </a:r>
            <a:r>
              <a:rPr/>
              <a:t>└── agv_mission/setup.py</a:t>
            </a:r>
            <a:r>
              <a:rPr/>
              <a:t>└── agv_mission/agv_mission/mission_manager.py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처리와 주행 제어를 건드리지 않고, 미션 상태 전이만 agv_mission이 맡게 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--dependencies rclpy std_msgs geometry_msgs agv_mission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</a:t>
            </a:r>
            <a:r>
              <a:rPr/>
              <a:t>nano ~/ros2_curri/my_agv_ws/src/agv_mission/package.xml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&lt;name&gt;agv_mission&lt;/name&gt;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&lt;description&gt;Finite-state mission manager for the educational AGV.&lt;/description&gt;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  <a:r>
              <a:rPr/>
              <a:t>  &lt;exec_depend&gt;geometry_msgs&lt;/exec_depend&gt;</a:t>
            </a:r>
            <a:r>
              <a:rPr/>
              <a:t>  &lt;exec_depend&gt;std_msgs&lt;/exec_depend&gt;</a:t>
            </a:r>
            <a:r>
              <a:rPr/>
              <a:t>  &lt;exec_depend&gt;visualization_msgs&lt;/exec_depend&gt;</a:t>
            </a:r>
            <a:r>
              <a:rPr/>
              <a:t>  &lt;exec_depend&gt;agv_interfaces&lt;/exec_depend&gt;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</a:t>
            </a:r>
            <a:r>
              <a:rPr/>
              <a:t>nano ~/ros2_curri/my_agv_ws/src/agv_mission/setup.py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'agv_mission'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['mission_manager = agv_mission.mission_manager:main',</a:t>
            </a:r>
            <a:r>
              <a:rPr/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~/ros2_curri/my_agv_ws/src/agv_mission/agv_mission</a:t>
            </a:r>
            <a:r>
              <a:rPr/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 --packages-select agv_mission</a:t>
            </a:r>
            <a:r>
              <a:rPr/>
              <a:t>source install/setup.bash</a:t>
            </a:r>
            <a:r>
              <a:rPr/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/mission_state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/mission_state</a:t>
            </a:r>
            <a:r>
              <a:rPr/>
              <a:t>ros2 topic info /cmd_vel_raw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callback input·조건식·거리 단위를 확인한다.</a:t>
            </a:r>
            <a:r>
              <a:rPr/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detection timeout·hysteresis·우선순위를 추가 점검한다.</a:t>
            </a:r>
            <a:r>
              <a:rPr/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blocks/E_autonomy_logic/M19_mission_fsm/complete/agv_ws/src || true</a:t>
            </a:r>
            <a:r>
              <a:rPr/>
              <a:t>cp -a my_agv_ws/src my_agv_ws/src_before_M19</a:t>
            </a:r>
            <a:r>
              <a:rPr/>
              <a:t>cp -a blocks/E_autonomy_logic/M19_mission_fsm/complete/agv_ws/src/.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5/5 · M20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M20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M20</a:t>
            </a:r>
            <a:r>
              <a:rPr/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/path와 robot pose를 함께 보며 PID 전후 궤적을 비교하는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 / PID</a:t>
            </a:r>
            <a:r>
              <a:rPr/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agv_control/agv_control/pid_controller.py</a:t>
            </a:r>
            <a:r>
              <a:rPr/>
              <a:t>└── agv_control/setup.py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~/ros2_curri/my_agv_ws/src/agv_control/agv_control/pid_controller.py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PidController(Node):</a:t>
            </a:r>
            <a:r>
              <a:rPr/>
              <a:t>    """A small P-only starting point: replace with PI/PID after observing overshoot."""</a:t>
            </a:r>
            <a:r>
              <a:rPr/>
              <a:t>    def __init__(self):</a:t>
            </a:r>
            <a:r>
              <a:rPr/>
              <a:t>        super().__init__('pid_controller')</a:t>
            </a:r>
            <a:r>
              <a:rPr/>
              <a:t>        self.declare_parameter('kp_angular', 0.004)</a:t>
            </a:r>
            <a:r>
              <a:rPr/>
              <a:t>        self.declare_parameter('max_linear_speed', 0.25)</a:t>
            </a:r>
            <a:r>
              <a:rPr/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'/cmd_vel_raw', 10)</a:t>
            </a:r>
            <a:r>
              <a:rPr/>
              <a:t>        self.create_subscription(Twist, '/target_error', self.error_callback, 10)</a:t>
            </a:r>
            <a:r>
              <a:rPr/>
              <a:t>    def error_callback(self, error):</a:t>
            </a:r>
            <a:r>
              <a:rPr/>
              <a:t>        command = Twist()</a:t>
            </a:r>
            <a:r>
              <a:rPr/>
              <a:t>        command.linear.x = min(max(error.linear.x, 0.0),</a:t>
            </a:r>
            <a:r>
              <a:rPr/>
              <a:t>            self.get_parameter('max_linear_speed').value)</a:t>
            </a:r>
            <a:r>
              <a:rPr/>
              <a:t>        command.angular.z = max(min(error.angular.z * self.get_parameter('kp_angular').value,</a:t>
            </a:r>
            <a:r>
              <a:rPr/>
              <a:t>             self.get_parameter('max_angular_speed').value),</a:t>
            </a:r>
            <a:r>
              <a:rPr/>
              <a:t>            -self.get_parameter('max_angular_speed').value)</a:t>
            </a:r>
            <a:r>
              <a:rPr/>
              <a:t>        self.publisher.publish(command)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PidController()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pid_controller --ros-args \</a:t>
            </a:r>
            <a:r>
              <a:rPr/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/target_error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/target_error</a:t>
            </a:r>
            <a:r>
              <a:rPr/>
              <a:t>ros2 topic info /cmd_vel_raw</a:t>
            </a:r>
            <a:r>
              <a:rPr/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error 정의와 angular.z 부호를 확인한다.</a:t>
            </a:r>
            <a:r>
              <a:rPr/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kp/kd·update rate·latency·saturation을 확인한다.</a:t>
            </a:r>
            <a:r>
              <a:rPr/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blocks/E_autonomy_logic/M20_pid_driving_control/complete/agv_ws/src || true</a:t>
            </a:r>
            <a:r>
              <a:rPr/>
              <a:t>cp -a my_agv_ws/src my_agv_ws/src_before_M20</a:t>
            </a:r>
            <a:r>
              <a:rPr/>
              <a:t>cp -a blocks/E_autonomy_logic/M20_pid_driving_control/complete/agv_ws/src/.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