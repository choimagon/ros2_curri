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  <p:sldId id="480" r:id="rId232"/>
    <p:sldId id="481" r:id="rId233"/>
    <p:sldId id="482" r:id="rId234"/>
    <p:sldId id="483" r:id="rId235"/>
    <p:sldId id="484" r:id="rId236"/>
    <p:sldId id="485" r:id="rId237"/>
    <p:sldId id="486" r:id="rId238"/>
    <p:sldId id="487" r:id="rId239"/>
    <p:sldId id="488" r:id="rId240"/>
    <p:sldId id="489" r:id="rId241"/>
    <p:sldId id="490" r:id="rId242"/>
    <p:sldId id="491" r:id="rId243"/>
    <p:sldId id="492" r:id="rId244"/>
    <p:sldId id="493" r:id="rId245"/>
    <p:sldId id="494" r:id="rId246"/>
    <p:sldId id="495" r:id="rId247"/>
    <p:sldId id="496" r:id="rId248"/>
    <p:sldId id="497" r:id="rId249"/>
    <p:sldId id="498" r:id="rId250"/>
    <p:sldId id="499" r:id="rId251"/>
    <p:sldId id="500" r:id="rId252"/>
    <p:sldId id="501" r:id="rId253"/>
    <p:sldId id="502" r:id="rId254"/>
    <p:sldId id="503" r:id="rId255"/>
    <p:sldId id="504" r:id="rId256"/>
    <p:sldId id="505" r:id="rId257"/>
    <p:sldId id="506" r:id="rId258"/>
    <p:sldId id="507" r:id="rId259"/>
    <p:sldId id="508" r:id="rId260"/>
    <p:sldId id="509" r:id="rId261"/>
    <p:sldId id="510" r:id="rId262"/>
    <p:sldId id="511" r:id="rId263"/>
    <p:sldId id="512" r:id="rId264"/>
    <p:sldId id="513" r:id="rId265"/>
    <p:sldId id="514" r:id="rId266"/>
    <p:sldId id="515" r:id="rId267"/>
    <p:sldId id="516" r:id="rId268"/>
    <p:sldId id="517" r:id="rId269"/>
    <p:sldId id="518" r:id="rId270"/>
    <p:sldId id="519" r:id="rId271"/>
    <p:sldId id="520" r:id="rId272"/>
    <p:sldId id="521" r:id="rId273"/>
    <p:sldId id="522" r:id="rId274"/>
    <p:sldId id="523" r:id="rId275"/>
    <p:sldId id="524" r:id="rId276"/>
    <p:sldId id="525" r:id="rId277"/>
    <p:sldId id="526" r:id="rId278"/>
    <p:sldId id="527" r:id="rId279"/>
    <p:sldId id="528" r:id="rId28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Relationship Id="rId272" Type="http://schemas.openxmlformats.org/officeDocument/2006/relationships/slide" Target="slides/slide265.xml"/><Relationship Id="rId273" Type="http://schemas.openxmlformats.org/officeDocument/2006/relationships/slide" Target="slides/slide266.xml"/><Relationship Id="rId274" Type="http://schemas.openxmlformats.org/officeDocument/2006/relationships/slide" Target="slides/slide267.xml"/><Relationship Id="rId275" Type="http://schemas.openxmlformats.org/officeDocument/2006/relationships/slide" Target="slides/slide268.xml"/><Relationship Id="rId276" Type="http://schemas.openxmlformats.org/officeDocument/2006/relationships/slide" Target="slides/slide269.xml"/><Relationship Id="rId277" Type="http://schemas.openxmlformats.org/officeDocument/2006/relationships/slide" Target="slides/slide270.xml"/><Relationship Id="rId278" Type="http://schemas.openxmlformats.org/officeDocument/2006/relationships/slide" Target="slides/slide271.xml"/><Relationship Id="rId279" Type="http://schemas.openxmlformats.org/officeDocument/2006/relationships/slide" Target="slides/slide272.xml"/><Relationship Id="rId280" Type="http://schemas.openxmlformats.org/officeDocument/2006/relationships/slide" Target="slides/slide2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0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1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2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3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4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5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6.xml"/></Relationships>
</file>

<file path=ppt/notesSlides/_rels/notesSlide2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7.xml"/></Relationships>
</file>

<file path=ppt/notesSlides/_rels/notesSlide2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8.xml"/></Relationships>
</file>

<file path=ppt/notesSlides/_rels/notesSlide2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9.xml"/></Relationships>
</file>

<file path=ppt/notesSlides/_rels/notesSlide2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0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1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2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3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4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5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6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7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8.xml"/></Relationships>
</file>

<file path=ppt/notesSlides/_rels/notesSlide2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9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0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1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2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~/ros2_curri/my_agv_ws/src/agv_description/urdf</a:t>
            </a:r>
          </a:p>
          <a:p>
            <a:r>
              <a:t>nano ~/ros2_curri/my_agv_ws/src/agv_description/urdf/agv_ros2_control.urdf.xacro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1/5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2/5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3/5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4/5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5/5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~/ros2_curri/my_agv_ws/src/agv_gazebo/models/agv_ros2_control</a:t>
            </a:r>
          </a:p>
          <a:p>
            <a:r>
              <a:t>nano ~/ros2_curri/my_agv_ws/src/agv_gazebo/models/agv_ros2_control/model.sdf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6/15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7/15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8/15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9/15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10/15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~/ros2_curri/my_agv_ws/src/agv_gazebo/launch/ros2_control.launch.py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1/3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2/3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3/3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~/ros2_curri/my_agv_ws/src/agv_control/config/controllers.yaml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M16은 M09 native DiffDrive와 별도 launch를 사용한다. plugin이 controller_manager를 만들고 spawner가 두 controller를 active로 전환한다.</a:t>
            </a:r>
          </a:p>
          <a:p>
            <a:r>
              <a:t>[실행] ros2 launch agv_gazebo ros2_control.launch.py</a:t>
            </a:r>
          </a:p>
          <a:p>
            <a:r>
              <a:t># 새 터미널</a:t>
            </a:r>
          </a:p>
          <a:p>
            <a:r>
              <a:t>ros2 control list_controllers -c /controller_manager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ros2_control.launch.py</a:t>
            </a:r>
          </a:p>
          <a:p>
            <a:r>
              <a:t># 새 터미널: ros2 control list_controllers -c /controller_manager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control list_controllers -c /controller_manager</a:t>
            </a:r>
          </a:p>
          <a:p>
            <a:r>
              <a:t>ros2 topic echo /joint_states --once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blocks/E_autonomy_logic/M16_ros2_control/complete/agv_ws/src || true</a:t>
            </a:r>
          </a:p>
          <a:p>
            <a:r>
              <a:t>cp -a my_agv_ws/src my_agv_ws/src_before_M16</a:t>
            </a:r>
          </a:p>
          <a:p>
            <a:r>
              <a:t>cp -a blocks/E_autonomy_logic/M16_ros2_control/complete/agv_ws/src/.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다른 package가 함께 쓰는 message는 agv_interfaces에, 여러 node의 공통 설정은 agv_bringup에 따로 둡니다.</a:t>
            </a:r>
          </a:p>
          <a:p>
            <a:r>
              <a:t>[실행] cd ~/ros2_curri/my_agv_ws/src</a:t>
            </a:r>
          </a:p>
          <a:p>
            <a:r>
              <a:t>ros2 pkg create --build-type ament_cmake agv_interfaces</a:t>
            </a:r>
          </a:p>
          <a:p>
            <a:r>
              <a:t>ros2 pkg create --build-type ament_python agv_bringup</a:t>
            </a:r>
          </a:p>
          <a:p>
            <a:r>
              <a:t>mkdir -p agv_interfaces/msg agv_bringup/config agv_bringup/launch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1/3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2/3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3/3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~/ros2_curri/my_agv_ws/src/agv_interfaces/msg/Detection.msg의 1/1 구현 블록을 직접 입력한다.</a:t>
            </a:r>
          </a:p>
          <a:p>
            <a:r>
              <a:t>[실행] nano ~/ros2_curri/my_agv_ws/src/agv_interfaces/msg/Detection.msg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~/ros2_curri/my_agv_ws/src/agv_interfaces/msg/DetectionArray.msg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~/ros2_curri/my_agv_ws/src/agv_interfaces/msg/DetectionArray.msg의 1/1 구현 블록을 직접 입력한다.</a:t>
            </a:r>
          </a:p>
          <a:p>
            <a:r>
              <a:t>[실행] nano ~/ros2_curri/my_agv_ws/src/agv_interfaces/msg/DetectionArray.msg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~/ros2_curri/my_agv_ws/src/agv_interfaces/CMakeLists.txt의 1/1 구현 블록을 직접 입력한다.</a:t>
            </a:r>
          </a:p>
          <a:p>
            <a:r>
              <a:t>[실행] nano ~/ros2_curri/my_agv_ws/src/agv_interfaces/CMakeLists.txt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blocks/E_autonomy_logic/M17_yolo_vision/complete/agv_ws/src || true</a:t>
            </a:r>
          </a:p>
          <a:p>
            <a:r>
              <a:t>cp -a my_agv_ws/src my_agv_ws/src_before_M17</a:t>
            </a:r>
          </a:p>
          <a:p>
            <a:r>
              <a:t>cp -a blocks/E_autonomy_logic/M17_yolo_vision/complete/agv_ws/src/.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blocks/E_autonomy_logic/M18_obstacle_perception/complete/agv_ws/src || true</a:t>
            </a:r>
          </a:p>
          <a:p>
            <a:r>
              <a:t>cp -a my_agv_ws/src my_agv_ws/src_before_M18</a:t>
            </a:r>
          </a:p>
          <a:p>
            <a:r>
              <a:t>cp -a blocks/E_autonomy_logic/M18_obstacle_perception/complete/agv_ws/src/.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주행 제어를 건드리지 않고, 미션 상태 전이만 agv_mission이 맡게 합니다.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std_msgs geometry_msgs agv_mission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1/3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2/3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3/3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~/ros2_curri/my_agv_ws/src/agv_mission/setup.py의 1/1 구현 블록을 직접 입력한다.</a:t>
            </a:r>
          </a:p>
          <a:p>
            <a:r>
              <a:t>[실행] nano ~/ros2_curri/my_agv_ws/src/agv_mission/setup.py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blocks/E_autonomy_logic/M19_mission_fsm/complete/agv_ws/src || true</a:t>
            </a:r>
          </a:p>
          <a:p>
            <a:r>
              <a:t>cp -a my_agv_ws/src my_agv_ws/src_before_M19</a:t>
            </a:r>
          </a:p>
          <a:p>
            <a:r>
              <a:t>cp -a blocks/E_autonomy_logic/M19_mission_fsm/complete/agv_ws/src/.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~/ros2_curri/my_agv_ws/src/agv_control/agv_control/pid_controller.py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1/3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2/3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3/3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blocks/E_autonomy_logic/M20_pid_driving_control/complete/agv_ws/src || true</a:t>
            </a:r>
          </a:p>
          <a:p>
            <a:r>
              <a:t>cp -a my_agv_ws/src my_agv_ws/src_before_M20</a:t>
            </a:r>
          </a:p>
          <a:p>
            <a:r>
              <a:t>cp -a blocks/E_autonomy_logic/M20_pid_driving_control/complete/agv_ws/src/.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1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3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5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4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2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5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34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9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2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3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4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5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6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8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9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0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1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2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3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0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2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4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5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제어·인지·미션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M16 → M17 → M18 → M19 → M20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E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ros2_control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1284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9456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Camera·YOLO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7180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08152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06324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LiDAR 안전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79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950207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393191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Mission FSM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70916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81888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480060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PID 주행 제어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1/5 · M16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M16의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M16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M16</a:t>
            </a:r>
            <a:r>
              <a:rPr/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M09 wheel joint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52334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M16 격리 launch의 ros2 control 출력: 두 controller가 모두 active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agv_control/config/controllers.yaml</a:t>
            </a:r>
            <a:r>
              <a:rPr/>
              <a:t>└── agv_description/urdf/agv_ros2_control.urdf.xacro</a:t>
            </a:r>
            <a:r>
              <a:rPr/>
              <a:t>└── agv_gazebo/models/agv_ros2_control/model.sdf</a:t>
            </a:r>
            <a:r>
              <a:rPr/>
              <a:t>└── agv_gazebo/launch/ros2_control.launch.py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link/model → geometry → joint/sensor/plugin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문법 검사 뒤 Gazebo/RViz에서 열어 본다.</a:t>
            </a:r>
            <a:r>
              <a:rPr/>
              <a:t>화면/출력: terminal 검사 결과와 3D 화면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link/model → geometry → joint/sensor/plugin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문법 검사 뒤 Gazebo/RViz에서 열어 본다.</a:t>
            </a:r>
            <a:r>
              <a:rPr/>
              <a:t>화면/출력: terminal 검사 결과와 3D 화면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~/ros2_curri/my_agv_ws/src/agv_control/config</a:t>
            </a:r>
            <a:r>
              <a:rPr/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update_rate: 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  <a:r>
              <a:rPr/>
              <a:t>  ros__parameters:</a:t>
            </a:r>
            <a:r>
              <a:rPr/>
              <a:t>    update_rate: 50</a:t>
            </a:r>
            <a:r>
              <a:rPr/>
              <a:t>    joint_state_broadcaster:</a:t>
            </a:r>
            <a:r>
              <a:rPr/>
              <a:t>      type: joint_state_broadcaster/JointStateBroadcaster</a:t>
            </a:r>
            <a:r>
              <a:rPr/>
              <a:t>    diff_drive_controller:</a:t>
            </a:r>
            <a:r>
              <a:rPr/>
              <a:t>      type: diff_drive_controller/DiffDriveController</a:t>
            </a:r>
            <a:r>
              <a:rPr/>
              <a:t>diff_drive_controller:</a:t>
            </a:r>
            <a:r>
              <a:rPr/>
              <a:t>  ros__parameters:</a:t>
            </a:r>
            <a:r>
              <a:rPr/>
              <a:t>    left_wheel_names: [left_wheel_joint]</a:t>
            </a:r>
            <a:r>
              <a:rPr/>
              <a:t>    right_wheel_names: [right_wheel_joint]</a:t>
            </a:r>
            <a:r>
              <a:rPr/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wheel_radius: 0.08</a:t>
            </a:r>
            <a:r>
              <a:rPr/>
              <a:t>    base_frame_id: base_link</a:t>
            </a:r>
            <a:r>
              <a:rPr/>
              <a:t>    odom_frame_id: odom</a:t>
            </a:r>
            <a:r>
              <a:rPr/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~/ros2_curri/my_agv_ws/src/agv_description/urdf</a:t>
            </a:r>
            <a:r>
              <a:rPr/>
              <a:t>nano ~/ros2_curri/my_agv_ws/src/agv_description/urdf/agv_ros2_control.urdf.xacro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&lt;robot xmlns:xacro="http://www.ros.org/wiki/xacro"</a:t>
            </a:r>
            <a:r>
              <a:rPr/>
              <a:t>name="agv_ros2_control"&gt;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type="continuous"&gt;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&lt;plugin&gt;gz_ros2_control/GazeboSimSystem&lt;/plugin&gt;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M16 controller description. Gazebo uses model.sdf for physics; this URDF gives</a:t>
            </a:r>
            <a:r>
              <a:rPr/>
              <a:t>  controller_manager its interfaces and RViz the matching joint tree. --&gt;</a:t>
            </a:r>
            <a:r>
              <a:rPr/>
              <a:t>&lt;robot xmlns:xacro="http://www.ros.org/wiki/xacro" name="agv_ros2_control"&gt;</a:t>
            </a:r>
            <a:r>
              <a:rPr/>
              <a:t>  </a:t>
            </a:r>
            <a:r>
              <a:rPr/>
              <a:t>  </a:t>
            </a:r>
            <a:r>
              <a:rPr/>
              <a:t>  &lt;link name="base_link"/&gt;</a:t>
            </a:r>
            <a:r>
              <a:rPr/>
              <a:t>  &lt;link name="left_wheel_link"/&gt;</a:t>
            </a:r>
            <a:r>
              <a:rPr/>
              <a:t>  &lt;link name="right_wheel_link"/&gt;</a:t>
            </a:r>
            <a:r>
              <a:rPr/>
              <a:t>  </a:t>
            </a:r>
            <a:r>
              <a:rPr/>
              <a:t>  </a:t>
            </a:r>
            <a:r>
              <a:rPr/>
              <a:t>  &lt;joint name="left_wheel_joint"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&lt;parent link="base_link"/&gt;</a:t>
            </a:r>
            <a:r>
              <a:rPr/>
              <a:t>    &lt;child link="left_wheel_link"/&gt;</a:t>
            </a:r>
            <a:r>
              <a:rPr/>
              <a:t>    &lt;origin xyz="0 0.19 -0.08"/&gt;</a:t>
            </a:r>
            <a:r>
              <a:rPr/>
              <a:t>    &lt;axis xyz="0 1 0"/&gt;</a:t>
            </a:r>
            <a:r>
              <a:rPr/>
              <a:t>  &lt;/joint&gt;</a:t>
            </a:r>
            <a:r>
              <a:rPr/>
              <a:t>  </a:t>
            </a:r>
            <a:r>
              <a:rPr/>
              <a:t>  </a:t>
            </a:r>
            <a:r>
              <a:rPr/>
              <a:t>  &lt;joint name="right_wheel_joint" type="continuous"&gt;</a:t>
            </a:r>
            <a:r>
              <a:rPr/>
              <a:t>    &lt;parent link="base_link"/&gt;</a:t>
            </a:r>
            <a:r>
              <a:rPr/>
              <a:t>    &lt;child link="right_wheel_link"/&gt;</a:t>
            </a:r>
            <a:r>
              <a:rPr/>
              <a:t>    &lt;origin xyz="0 -0.19 -0.08"/&gt;</a:t>
            </a:r>
            <a:r>
              <a:rPr/>
              <a:t>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&lt;/joint&gt;</a:t>
            </a:r>
            <a:r>
              <a:rPr/>
              <a:t>  </a:t>
            </a:r>
            <a:r>
              <a:rPr/>
              <a:t>  </a:t>
            </a:r>
            <a:r>
              <a:rPr/>
              <a:t>  &lt;ros2_control name="GazeboSimSystem" type="system"&gt;</a:t>
            </a:r>
            <a:r>
              <a:rPr/>
              <a:t>    &lt;hardware&gt;</a:t>
            </a:r>
            <a:r>
              <a:rPr/>
              <a:t>      &lt;plugin&gt;gz_ros2_control/GazeboSimSystem&lt;/plugin&gt;</a:t>
            </a:r>
            <a:r>
              <a:rPr/>
              <a:t>    &lt;/hardware&gt;</a:t>
            </a:r>
            <a:r>
              <a:rPr/>
              <a:t>    &lt;joint name="left_wheel_joint"&gt;</a:t>
            </a:r>
            <a:r>
              <a:rPr/>
              <a:t>      &lt;command_interface name="velocity"&gt;</a:t>
            </a:r>
            <a:r>
              <a:rPr/>
              <a:t>        &lt;param name="min"&gt;-20&lt;/param&gt;</a:t>
            </a:r>
            <a:r>
              <a:rPr/>
              <a:t>        &lt;param name="max"&gt;20&lt;/param&gt;</a:t>
            </a:r>
            <a:r>
              <a:rPr/>
              <a:t>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&lt;state_interface name="position"/&gt;</a:t>
            </a:r>
            <a:r>
              <a:rPr/>
              <a:t>      &lt;state_interface name="velocity"/&gt;</a:t>
            </a:r>
            <a:r>
              <a:rPr/>
              <a:t>    &lt;/joint&gt;</a:t>
            </a:r>
            <a:r>
              <a:rPr/>
              <a:t>    &lt;joint name="right_wheel_joint"&gt;</a:t>
            </a:r>
            <a:r>
              <a:rPr/>
              <a:t>      &lt;command_interface name="velocity"&gt;</a:t>
            </a:r>
            <a:r>
              <a:rPr/>
              <a:t>        &lt;param name="min"&gt;-20&lt;/param&gt;</a:t>
            </a:r>
            <a:r>
              <a:rPr/>
              <a:t>        &lt;param name="max"&gt;20&lt;/param&gt;</a:t>
            </a:r>
            <a:r>
              <a:rPr/>
              <a:t>      &lt;/command_interface&gt;</a:t>
            </a:r>
            <a:r>
              <a:rPr/>
              <a:t>      &lt;state_interface name="position"/&gt;</a:t>
            </a:r>
            <a:r>
              <a:rPr/>
              <a:t>      &lt;state_interface name="velocity"/&gt;</a:t>
            </a:r>
            <a:r>
              <a:rPr/>
              <a:t>    &lt;/joint&gt;</a:t>
            </a:r>
            <a:r>
              <a:rPr/>
              <a:t>  &lt;/ros2_control&gt;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~/ros2_curri/my_agv_ws/src/agv_gazebo/models/agv_ros2_control</a:t>
            </a:r>
            <a:r>
              <a:rPr/>
              <a:t>nano ~/ros2_curri/my_agv_ws/src/agv_gazebo/models/agv_ros2_control/model.sdf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name="agv_ros2_control"&gt;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&lt;plugin&gt;gz_ros2_control/GazeboSimSystem&lt;/plugin&gt;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M16-only model: gz_ros2_control owns wheel velocity commands. No native DiffDrive</a:t>
            </a:r>
            <a:r>
              <a:rPr/>
              <a:t>  plugin is present. --&gt;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name="agv_ros2_control"&gt;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&lt;diffuse&gt;0.10 0.35 0.80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name="collision"&gt;</a:t>
            </a:r>
            <a:r>
              <a:rPr/>
              <a:t>        &lt;geometry&gt;</a:t>
            </a:r>
            <a:r>
              <a:rPr/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(6/15)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6/15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  <a:r>
              <a:rPr/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(7/15)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7/15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(8/15)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8/15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(9/15)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9/15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(10/15)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10/15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&lt;ros2_control name="GazeboSimSystem" type="system"&gt;</a:t>
            </a:r>
            <a:r>
              <a:rPr/>
              <a:t>      &lt;hardware&gt;</a:t>
            </a:r>
            <a:r>
              <a:rPr/>
              <a:t>        &lt;plugin&gt;gz_ros2_control/GazeboSimSystem&lt;/plugin&gt;</a:t>
            </a:r>
            <a:r>
              <a:rPr/>
              <a:t>      &lt;/hardware&gt;</a:t>
            </a:r>
            <a:r>
              <a:rPr/>
              <a:t>      &lt;joint name="left_wheel_joint"&gt;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&lt;command_interface name="velocity"&gt;</a:t>
            </a:r>
            <a:r>
              <a:rPr/>
              <a:t>          &lt;param name="min"&gt;-20&lt;/param&gt;</a:t>
            </a:r>
            <a:r>
              <a:rPr/>
              <a:t>          &lt;param name="max"&gt;20&lt;/param&gt;</a:t>
            </a:r>
            <a:r>
              <a:rPr/>
              <a:t>        &lt;/command_interface&gt;</a:t>
            </a:r>
            <a:r>
              <a:rPr/>
              <a:t>        &lt;state_interface name="position"/&gt;</a:t>
            </a:r>
            <a:r>
              <a:rPr/>
              <a:t>        &lt;state_interface name="velocity"/&gt;</a:t>
            </a:r>
            <a:r>
              <a:rPr/>
              <a:t>      &lt;/joint&gt;</a:t>
            </a:r>
            <a:r>
              <a:rPr/>
              <a:t>      &lt;joint name="right_wheel_joint"&gt;</a:t>
            </a:r>
            <a:r>
              <a:rPr/>
              <a:t>        &lt;command_interface name="velocity"&gt;</a:t>
            </a:r>
            <a:r>
              <a:rPr/>
              <a:t>          &lt;param name="min"&gt;-20&lt;/param&gt;</a:t>
            </a:r>
            <a:r>
              <a:rPr/>
              <a:t>          &lt;param name="max"&gt;20&lt;/param&gt;</a:t>
            </a:r>
            <a:r>
              <a:rPr/>
              <a:t>  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&lt;state_interface name="position"/&gt;</a:t>
            </a:r>
            <a:r>
              <a:rPr/>
              <a:t>        &lt;state_interface name="velocity"/&gt;</a:t>
            </a:r>
            <a:r>
              <a:rPr/>
              <a:t>      &lt;/joint&gt;</a:t>
            </a:r>
            <a:r>
              <a:rPr/>
              <a:t>    &lt;/ros2_control&gt;</a:t>
            </a:r>
            <a:r>
              <a:rPr/>
              <a:t>    </a:t>
            </a:r>
            <a:r>
              <a:rPr/>
              <a:t>    </a:t>
            </a:r>
            <a:r>
              <a:rPr/>
              <a:t>    &lt;!-- The course workspace is fixed at ~/ros2_curri/agv_ws; run colcon build before</a:t>
            </a:r>
            <a:r>
              <a:rPr/>
              <a:t>      this M16 launch. --&gt;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filename="libgz_ros2_control-system.so"</a:t>
            </a:r>
            <a:r>
              <a:rPr/>
              <a:t>      name="gz_ros2_control::GazeboSimROS2ControlPlugin"&gt;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&lt;parameters&gt;/home/lab4090/ros2_curri/agv_ws/install/agv_control/share/agv_control/config/controllers.yaml&lt;/parameters&gt;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~/ros2_curri/my_agv_ws/src/agv_gazebo/launch</a:t>
            </a:r>
            <a:r>
              <a:rPr/>
              <a:t>nano ~/ros2_curri/my_agv_ws/src/agv_gazebo/launch/ros2_control.launch.py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simulator =</a:t>
            </a:r>
            <a:r>
              <a:rPr/>
              <a:t>IncludeLaunchDescription(PythonLaunchDescriptionSource(gz_launch),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jsb = Node(package='controller_manager',</a:t>
            </a:r>
            <a:r>
              <a:rPr/>
              <a:t>executable='spawner',</a:t>
            </a:r>
            <a:r>
              <a:rPr/>
              <a:t>arguments=['joint_state_broadcaster',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parameters=[{'robot_description': robot_description,</a:t>
            </a:r>
            <a:r>
              <a:rPr/>
              <a:t>'use_sim_time': True}],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~/ros2_curri/my_agv_ws/src/agv_gazebo/launch/ros2_control.launch.py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"""M16 isolated launch: gz_ros2_control, two active controllers, and a physical AGV."""</a:t>
            </a: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RegisterEventHandler, SetEnvironmentVariable, TimerAction</a:t>
            </a:r>
            <a:r>
              <a:rPr/>
              <a:t>from launch.event_handlers import OnProcessExit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~/ros2_curri/my_agv_ws/src/agv_gazebo/launch/ros2_control.launch.py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gazebo = get_package_share_directory('agv_gazebo')</a:t>
            </a:r>
            <a:r>
              <a:rPr/>
              <a:t>    models = os.path.join(gazebo, 'models')</a:t>
            </a:r>
            <a:r>
              <a:rPr/>
              <a:t>    world = os.path.join(gazebo, 'worlds', 'warehouse_ros2_control.sdf')</a:t>
            </a:r>
            <a:r>
              <a:rPr/>
              <a:t>    description = get_package_share_directory('agv_description')</a:t>
            </a:r>
            <a:r>
              <a:rPr/>
              <a:t>    gz_launch = os.path.join(get_package_share_directory('ros_gz_sim'), 'launch', 'gz_sim.launch.py')</a:t>
            </a:r>
            <a:r>
              <a:rPr/>
              <a:t>    previous = os.environ.get('GZ_SIM_RESOURCE_PATH', '')</a:t>
            </a:r>
            <a:r>
              <a:rPr/>
              <a:t>    simulator = IncludeLaunchDescription(PythonLaunchDescriptionSource(gz_launch),</a:t>
            </a:r>
            <a:r>
              <a:rPr/>
              <a:t>        launch_arguments={'gz_args': '-r ' + world}.items())</a:t>
            </a:r>
            <a:r>
              <a:rPr/>
              <a:t>    robot_description = ParameterValue(Command(['xacro ', os.path.join(description, 'urdf',</a:t>
            </a:r>
            <a:r>
              <a:rPr/>
              <a:t>         'agv_ros2_control.urdf.xacro')]), value_type=str)</a:t>
            </a:r>
            <a:r>
              <a:rPr/>
              <a:t>    jsb = Node(package='controller_manager', executable='spawner', arguments=['joint_state_broadcaster',</a:t>
            </a:r>
            <a:r>
              <a:rPr/>
              <a:t>         '-c', '/controller_manager'], output='screen')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~/ros2_curri/my_agv_ws/src/agv_gazebo/launch/ros2_control.launch.py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drive = Node(package='controller_manager', executable='spawner', arguments=['diff_drive_controller',</a:t>
            </a:r>
            <a:r>
              <a:rPr/>
              <a:t>         '-c', '/controller_manager'], output='screen')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 simulator, Node(package='robot_state_publisher',</a:t>
            </a:r>
            <a:r>
              <a:rPr/>
              <a:t>         executable='robot_state_publisher',</a:t>
            </a:r>
            <a:r>
              <a:rPr/>
              <a:t>        parameters=[{'robot_description': robot_description, 'use_sim_time': True}],</a:t>
            </a:r>
            <a:r>
              <a:rPr/>
              <a:t>        output='screen'), Node(package='ros_gz_bridge', executable='parameter_bridge',</a:t>
            </a:r>
            <a:r>
              <a:rPr/>
              <a:t>        arguments=['/clock@rosgraph_msgs/msg/Clock[gz.msgs.Clock'], output='screen'),</a:t>
            </a:r>
            <a:r>
              <a:rPr/>
              <a:t>        TimerAction(period=6.0, actions=[jsb]),</a:t>
            </a:r>
            <a:r>
              <a:rPr/>
              <a:t>        RegisterEventHandler(OnProcessExit(target_action=jsb, on_exit=[drive]))])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 type과 wheel parameter는 URDF/SDF joint 이름과 같아야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~/ros2_curri/my_agv_ws/src/agv_control/config/controllers.yaml</a:t>
            </a:r>
            <a:r>
              <a:rPr/>
              <a:t>ros2 pkg prefix gz_ros2_control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실제 controller를 활성화한다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M16은 M09 native DiffDrive와 별도 launch를 사용한다. plugin이 controller_manager를 만들고 spawner가 두 controller를 active로 전환한다.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ros2_control.launch.py</a:t>
            </a:r>
            <a:r>
              <a:rPr/>
              <a:t># 새 터미널</a:t>
            </a:r>
            <a:r>
              <a:rPr/>
              <a:t>ros2 control list_controllers -c /controller_manager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launch agv_gazebo ros2_control.launch.py</a:t>
            </a:r>
            <a:r>
              <a:rPr/>
              <a:t># 새 터미널: ros2 control list_controllers -c /controller_manager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control list_controllers -c /controller_manager</a:t>
            </a:r>
            <a:r>
              <a:rPr/>
              <a:t>ros2 topic echo /joint_states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load/activate 순서와 YAML controller 이름을 확인한다.</a:t>
            </a:r>
            <a:r>
              <a:rPr/>
              <a:t>수정 후: ros2 control list_controllers -c /controller_manager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URDF/SDF joint 이름과 controller 목록을 한 글자씩 비교한다.</a:t>
            </a:r>
            <a:r>
              <a:rPr/>
              <a:t>수정 후: ros2 control list_controllers -c /controller_manager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blocks/E_autonomy_logic/M16_ros2_control/complete/agv_ws/src || true</a:t>
            </a:r>
            <a:r>
              <a:rPr/>
              <a:t>cp -a my_agv_ws/src my_agv_ws/src_before_M16</a:t>
            </a:r>
            <a:r>
              <a:rPr/>
              <a:t>cp -a blocks/E_autonomy_logic/M16_ros2_control/complete/agv_ws/src/.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`ros2 control list_controllers`에서 joint_state_broadcaster와 diff_drive_controller가 모두 active이고 wheel joint state가 publish된다.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2/5 · M17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Camera·YOLO / fallback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M17의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M17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M17</a:t>
            </a:r>
            <a:r>
              <a:rPr/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M12 camera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Image→cv_bridge→YOLO→DetectionArray 흐름과 모델·threshold 재현 정보를 관리한다.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/vision/debug_image: fallback이 ‘target not visible’을 표시해 camera pose·FOV·world 배치를 점검하는 오류 사례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agv_interfaces/package.xml</a:t>
            </a:r>
            <a:r>
              <a:rPr/>
              <a:t>└── agv_interfaces/msg/Detection.msg</a:t>
            </a:r>
            <a:r>
              <a:rPr/>
              <a:t>└── agv_interfaces/msg/DetectionArray.msg</a:t>
            </a:r>
            <a:r>
              <a:rPr/>
              <a:t>└── agv_interfaces/CMakeLists.txt</a:t>
            </a:r>
            <a:r>
              <a:rPr/>
              <a:t>└── agv_bringup/package.xml</a:t>
            </a:r>
            <a:r>
              <a:rPr/>
              <a:t>└── agv_bringup/setup.py</a:t>
            </a:r>
            <a:r>
              <a:rPr/>
              <a:t>└── agv_vision/agv_vision/yolo_node.py</a:t>
            </a:r>
            <a:r>
              <a:rPr/>
              <a:t>└── agv_bringup/config/vision.yaml</a:t>
            </a:r>
            <a:r>
              <a:rPr/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find_package → add_executable/rosidl → ament_target_dependencies → install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컴파일·install을 수행할 때 사용한다.</a:t>
            </a:r>
            <a:r>
              <a:rPr/>
              <a:t>화면/출력: colcon build와 ros2 run/interface show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enable_yolo=false로 fallback부터 실행하고 모델 준비 뒤 true로 바꾼다.</a:t>
            </a:r>
            <a:r>
              <a:rPr/>
              <a:t>화면/출력: /vision/debug_image의 노란 box와 target 거리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interface와 bringup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다른 package가 함께 쓰는 message는 agv_interfaces에, 여러 node의 공통 설정은 agv_bringup에 따로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ament_cmake agv_interfaces</a:t>
            </a:r>
            <a:r>
              <a:rPr/>
              <a:t>ros2 pkg create --build-type ament_python agv_bringup</a:t>
            </a:r>
            <a:r>
              <a:rPr/>
              <a:t>mkdir -p agv_interfaces/msg agv_bringup/config agv_bringup/launch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</a:t>
            </a:r>
            <a:r>
              <a:rPr/>
              <a:t>nano ~/ros2_curri/my_agv_ws/src/agv_interfaces/package.xml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&lt;name&gt;agv_interfaces&lt;/name&gt;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&lt;buildtool_depend&gt;ament_cmake&lt;/buildtool_depend&gt;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&lt;depend&gt;std_msgs&lt;/depend&gt;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&lt;name&gt;agv_interfaces&lt;/name&gt;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&lt;description&gt;Custom messages for AGV perception.&lt;/description&gt;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&lt;buildtool_depend&gt;ament_cmake&lt;/buildtool_depend&gt;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&lt;buildtool_depend&gt;rosidl_default_generators&lt;/buildtool_depend&gt;</a:t>
            </a:r>
            <a:r>
              <a:rPr/>
              <a:t>  </a:t>
            </a:r>
            <a:r>
              <a:rPr/>
              <a:t>  </a:t>
            </a:r>
            <a:r>
              <a:rPr/>
              <a:t>  &lt;depend&gt;std_msgs&lt;/depend&gt;</a:t>
            </a:r>
            <a:r>
              <a:rPr/>
              <a:t>  &lt;member_of_group&gt;rosidl_interface_packages&lt;/member_of_group&gt;</a:t>
            </a:r>
            <a:r>
              <a:rPr/>
              <a:t>  &lt;exec_depend&gt;rosidl_default_runtime&lt;/exec_depend&gt;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&lt;build_type&gt;ament_cmake&lt;/build_type&gt;</a:t>
            </a:r>
            <a:r>
              <a:rPr/>
              <a:t>  &lt;/export&gt;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~/ros2_curri/my_agv_ws/src/agv_interfaces/msg</a:t>
            </a:r>
            <a:r>
              <a:rPr/>
              <a:t>nano ~/ros2_curri/my_agv_ws/src/agv_interfaces/msg/Detection.msg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string class_name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custom message 안에 전달할 데이터 한 칸의 type과 이름을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interface show`에서 이 필드가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이번 모듈의 재현 가능한 파일의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float32 confidence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이번 모듈의 재현 가능한 파일의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~/ros2_curri/my_agv_ws/src/agv_interfaces/msg/Detection.msg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  <a:r>
              <a:rPr/>
              <a:t>string class_name</a:t>
            </a:r>
            <a:r>
              <a:rPr/>
              <a:t>float32 confidence</a:t>
            </a:r>
            <a:r>
              <a:rPr/>
              <a:t>int32 center_x</a:t>
            </a:r>
            <a:r>
              <a:rPr/>
              <a:t>int32 center_y</a:t>
            </a:r>
            <a:r>
              <a:rPr/>
              <a:t>int32 width</a:t>
            </a:r>
            <a:r>
              <a:rPr/>
              <a:t>int32 height</a:t>
            </a:r>
            <a:r>
              <a:rPr/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~/ros2_curri/my_agv_ws/src/agv_interfaces/msg</a:t>
            </a:r>
            <a:r>
              <a:rPr/>
              <a:t>nano ~/ros2_curri/my_agv_ws/src/agv_interfaces/msg/DetectionArray.msg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이번 모듈의 재현 가능한 파일의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Detection[] detections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이번 모듈의 재현 가능한 파일의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~/ros2_curri/my_agv_ws/src/agv_interfaces/msg/DetectionArray.msg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  <a:r>
              <a:rPr/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</a:t>
            </a:r>
            <a:r>
              <a:rPr/>
              <a:t>nano ~/ros2_curri/my_agv_ws/src/agv_interfaces/CMakeLists.txt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find_package(ament_cmake REQUIRED)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CMake에게 사용할 ROS/C++ 라이브러리를 먼저 찾으라고 요청합니다.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이후 target 연결 단계가 해당 라이브러리를 사용할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C++ 또는 interface package를 빌드·install하는 CMake 규칙의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colcon build가 컴파일·install을 수행할 때 사용한다.; colcon build와 ros2 run/interface show로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project(agv_interfaces)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C++ 또는 interface package를 빌드·install하는 CMake 규칙의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colcon build가 컴파일·install을 수행할 때 사용한다.; colcon build와 ros2 run/interface show로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~/ros2_curri/my_agv_ws/src/agv_interfaces/CMakeLists.txt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  <a:r>
              <a:rPr/>
              <a:t>project(agv_interfaces)</a:t>
            </a:r>
            <a:r>
              <a:rPr/>
              <a:t>find_package(ament_cmake REQUIRED)</a:t>
            </a:r>
            <a:r>
              <a:rPr/>
              <a:t>find_package(rosidl_default_generators REQUIRED)</a:t>
            </a:r>
            <a:r>
              <a:rPr/>
              <a:t>find_package(std_msgs REQUIRED)</a:t>
            </a:r>
            <a:r>
              <a:rPr/>
              <a:t>rosidl_generate_interfaces(${PROJECT_NAME} "msg/Detection.msg" "msg/DetectionArray.msg" DEPENDENCIES std_msgs)</a:t>
            </a:r>
            <a:r>
              <a:rPr/>
              <a:t>ament_export_dependencies(rosidl_default_runtime)</a:t>
            </a:r>
            <a:r>
              <a:rPr/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  <a:r>
              <a:rPr/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&lt;name&gt;agv_bringup&lt;/name&gt;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&lt;name&gt;agv_bringup&lt;/name&gt;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&lt;description&gt;One-command launch and parameter files for the educational</a:t>
            </a:r>
            <a:r>
              <a:rPr/>
              <a:t>    AGV.&lt;/description&gt;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&lt;buildtool_depend&gt;ament_python&lt;/buildtool_depend&gt;</a:t>
            </a:r>
            <a:r>
              <a:rPr/>
              <a:t>  &lt;exec_depend&gt;launch&lt;/exec_depend&gt;</a:t>
            </a:r>
            <a:r>
              <a:rPr/>
              <a:t>  &lt;exec_depend&gt;launch_ros&lt;/exec_depend&gt;</a:t>
            </a:r>
            <a:r>
              <a:rPr/>
              <a:t>  &lt;exec_depend&gt;agv_description&lt;/exec_depend&gt;</a:t>
            </a:r>
            <a:r>
              <a:rPr/>
              <a:t>  &lt;exec_depend&gt;agv_gazebo&lt;/exec_depend&gt;</a:t>
            </a:r>
            <a:r>
              <a:rPr/>
              <a:t>  &lt;exec_depend&gt;agv_control&lt;/exec_depend&gt;</a:t>
            </a:r>
            <a:r>
              <a:rPr/>
              <a:t>  &lt;exec_depend&gt;agv_sensors&lt;/exec_depend&gt;</a:t>
            </a:r>
            <a:r>
              <a:rPr/>
              <a:t>  &lt;exec_depend&gt;agv_vision&lt;/exec_depend&gt;</a:t>
            </a:r>
            <a:r>
              <a:rPr/>
              <a:t>  &lt;exec_depend&gt;agv_mission&lt;/exec_depend&gt;</a:t>
            </a:r>
            <a:r>
              <a:rPr/>
              <a:t>  &lt;exec_depend&gt;robot_state_publisher&lt;/exec_depend&gt;</a:t>
            </a:r>
            <a:r>
              <a:rPr/>
              <a:t>  &lt;exec_depend&gt;rviz2&lt;/exec_depend&gt;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  <a:r>
              <a:rPr/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  <a:r>
              <a:rPr/>
              <a:t>from setuptools import find_packages, setup</a:t>
            </a:r>
            <a:r>
              <a:rPr/>
              <a:t>package_name = 'agv_bringup'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'/launch', glob('launch/*.launch.py')),</a:t>
            </a:r>
            <a:r>
              <a:rPr/>
              <a:t>    ('share/' + package_name + '/config', glob('config/*.yaml'))],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~/ros2_curri/my_agv_ws/src/agv_vision/agv_vision</a:t>
            </a:r>
            <a:r>
              <a:rPr/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YoloNode(Node):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super().__init__('yolo_node')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self.declare_parameter('model_path', 'yolo11n.pt')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self.create_publisher(DetectionArray,</a:t>
            </a:r>
            <a:r>
              <a:rPr/>
              <a:t>'/detections',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self.create_subscription(Image, '/camera/image_raw',</a:t>
            </a:r>
            <a:r>
              <a:rPr/>
              <a:t>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if self.get_parameter('enable_yolo').value: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self.get_logger().info('YOLO model loaded')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make_detection(self, header, class_name, confidence,</a:t>
            </a:r>
            <a:r>
              <a:rPr/>
              <a:t>x1, y1, x2, y2, image_width):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Image</a:t>
            </a:r>
            <a:r>
              <a:rPr/>
              <a:t>from cv_bridge import CvBridge</a:t>
            </a:r>
            <a:r>
              <a:rPr/>
              <a:t>from agv_interfaces.msg import Detection, DetectionArray</a:t>
            </a:r>
            <a:r>
              <a:rPr/>
              <a:t>import cv2</a:t>
            </a:r>
            <a:r>
              <a:rPr/>
              <a:t>class YoloNode(Node):</a:t>
            </a:r>
            <a:r>
              <a:rPr/>
              <a:t>    def __init__(self):</a:t>
            </a:r>
            <a:r>
              <a:rPr/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self.declare_parameter('model_path', 'yolo11n.pt')</a:t>
            </a:r>
            <a:r>
              <a:rPr/>
              <a:t>        self.declare_parameter('confidence_threshold', 0.5)</a:t>
            </a:r>
            <a:r>
              <a:rPr/>
              <a:t>        self.declare_parameter('enable_yolo', False)</a:t>
            </a:r>
            <a:r>
              <a:rPr/>
              <a:t>        self.declare_parameter('enable_red_target_fallback', True)</a:t>
            </a:r>
            <a:r>
              <a:rPr/>
              <a:t>        self.declare_parameter('target_width_m', 0.25)</a:t>
            </a:r>
            <a:r>
              <a:rPr/>
              <a:t>        self.bridge = CvBridge()</a:t>
            </a:r>
            <a:r>
              <a:rPr/>
              <a:t>        self.publisher = self.create_publisher(DetectionArray, '/detections', 10)</a:t>
            </a:r>
            <a:r>
              <a:rPr/>
              <a:t>        self.debug_publisher = self.create_publisher(Image, '/vision/debug_image',</a:t>
            </a:r>
            <a:r>
              <a:rPr/>
              <a:t>            qos_profile_sensor_data)</a:t>
            </a:r>
            <a:r>
              <a:rPr/>
              <a:t>        self.create_subscription(Image, '/camera/image_raw', self.callback,</a:t>
            </a:r>
            <a:r>
              <a:rPr/>
              <a:t>            qos_profile_sensor_data)</a:t>
            </a:r>
            <a:r>
              <a:rPr/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self.get_parameter('enable_yolo').value:</a:t>
            </a:r>
            <a:r>
              <a:rPr/>
              <a:t>            try:</a:t>
            </a:r>
            <a:r>
              <a:rPr/>
              <a:t>                from ultralytics import YOLO</a:t>
            </a:r>
            <a:r>
              <a:rPr/>
              <a:t>                self.model = YOLO(self.get_parameter('model_path').value)</a:t>
            </a:r>
            <a:r>
              <a:rPr/>
              <a:t>                self.get_logger().info('YOLO model loaded')</a:t>
            </a:r>
            <a:r>
              <a:rPr/>
              <a:t>            except ImportError:</a:t>
            </a:r>
            <a:r>
              <a:rPr/>
              <a:t>                self.get_logger().error('ultralytics is not installed: follow M17 before enable_yolo:=true')</a:t>
            </a:r>
            <a:r>
              <a:rPr/>
              <a:t>    def make_detection(self, header, class_name, confidence, x1, y1, x2, y2, image_width):</a:t>
            </a:r>
            <a:r>
              <a:rPr/>
              <a:t>        """Estimate distance with a pinhole model for the fixed 60-degree course camera."""</a:t>
            </a:r>
            <a:r>
              <a:rPr/>
              <a:t>        width = max(1, x2 - x1)</a:t>
            </a:r>
            <a:r>
              <a:rPr/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distance = float(self.get_parameter('target_width_m').value) * focal_px / width</a:t>
            </a:r>
            <a:r>
              <a:rPr/>
              <a:t>        return Detection(header=header, class_name=class_name,</a:t>
            </a:r>
            <a:r>
              <a:rPr/>
              <a:t>            confidence=float(confidence), center_x=(x1 + x2) // 2,</a:t>
            </a:r>
            <a:r>
              <a:rPr/>
              <a:t>            center_y=(y1 + y2) // 2, width=width, height=max(1, y2 - y1),</a:t>
            </a:r>
            <a:r>
              <a:rPr/>
              <a:t>            estimated_distance=distance)</a:t>
            </a:r>
            <a:r>
              <a:rPr/>
              <a:t>    def red_target_detection(self, image, header):</a:t>
            </a:r>
            <a:r>
              <a:rPr/>
              <a:t>        """Dependency-free fallback for the red target placed in warehouse.sdf.</a:t>
            </a:r>
            <a:r>
              <a:rPr/>
              <a:t>        This is deliberately labelled as a fallback in the debug image.  It keeps</a:t>
            </a:r>
            <a:r>
              <a:rPr/>
              <a:t>        M17--M22 runnable before a learner downloads a YOLO model, while the same</a:t>
            </a:r>
            <a:r>
              <a:rPr/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</a:t>
            </a:r>
            <a:r>
              <a:rPr/>
              <a:t>        hsv = cv2.cvtColor(image, cv2.COLOR_BGR2HSV)</a:t>
            </a:r>
            <a:r>
              <a:rPr/>
              <a:t>        lower_red = cv2.inRange(hsv, (0, 90, 70), (12, 255, 255))</a:t>
            </a:r>
            <a:r>
              <a:rPr/>
              <a:t>        upper_red = cv2.inRange(hsv, (165, 90, 70), (179, 255, 255))</a:t>
            </a:r>
            <a:r>
              <a:rPr/>
              <a:t>        mask = cv2.bitwise_or(lower_red, upper_red)</a:t>
            </a:r>
            <a:r>
              <a:rPr/>
              <a:t>        contours, _ = cv2.findContours(mask, cv2.RETR_EXTERNAL, cv2.CHAIN_APPROX_SIMPLE)</a:t>
            </a:r>
            <a:r>
              <a:rPr/>
              <a:t>        if not contours:</a:t>
            </a:r>
            <a:r>
              <a:rPr/>
              <a:t>            return None</a:t>
            </a:r>
            <a:r>
              <a:rPr/>
              <a:t>        contour = max(contours, key=cv2.contourArea)</a:t>
            </a:r>
            <a:r>
              <a:rPr/>
              <a:t>        if cv2.contourArea(contour) &lt; 80:</a:t>
            </a:r>
            <a:r>
              <a:rPr/>
              <a:t>            return None</a:t>
            </a:r>
            <a:r>
              <a:rPr/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return self.make_detection(header, 'red_target_fallback', 0.9, x, y, x + width,</a:t>
            </a:r>
            <a:r>
              <a:rPr/>
              <a:t>            y + height, image.shape[1])</a:t>
            </a:r>
            <a:r>
              <a:rPr/>
              <a:t>    def callback(self, image_message):</a:t>
            </a:r>
            <a:r>
              <a:rPr/>
              <a:t>        image = self.bridge.imgmsg_to_cv2(image_message, desired_encoding='bgr8')</a:t>
            </a:r>
            <a:r>
              <a:rPr/>
              <a:t>        debug = image.copy()</a:t>
            </a:r>
            <a:r>
              <a:rPr/>
              <a:t>        output = DetectionArray(header=image_message.header)</a:t>
            </a:r>
            <a:r>
              <a:rPr/>
              <a:t>        label = 'no detection'</a:t>
            </a:r>
            <a:r>
              <a:rPr/>
              <a:t>        if self.model is not None:</a:t>
            </a:r>
            <a:r>
              <a:rPr/>
              <a:t>            result = self.model(image, verbose=False)[0]</a:t>
            </a:r>
            <a:r>
              <a:rPr/>
              <a:t>            threshold = self.get_parameter('confidence_threshold').value</a:t>
            </a:r>
            <a:r>
              <a:rPr/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confidence = float(box.conf[0])</a:t>
            </a:r>
            <a:r>
              <a:rPr/>
              <a:t>                if confidence &lt; threshold:</a:t>
            </a:r>
            <a:r>
              <a:rPr/>
              <a:t>                    continue</a:t>
            </a:r>
            <a:r>
              <a:rPr/>
              <a:t>                x1, y1, x2, y2 = [int(value) for value in box.xyxy[0].tolist()]</a:t>
            </a:r>
            <a:r>
              <a:rPr/>
              <a:t>                detection = self.make_detection(image_message.header,</a:t>
            </a:r>
            <a:r>
              <a:rPr/>
              <a:t>                    result.names[int(box.cls[0])], confidence, x1, y1, x2, y2,</a:t>
            </a:r>
            <a:r>
              <a:rPr/>
              <a:t>                    image.shape[1])</a:t>
            </a:r>
            <a:r>
              <a:rPr/>
              <a:t>                output.detections.append(detection)</a:t>
            </a:r>
            <a:r>
              <a:rPr/>
              <a:t>                cv2.rectangle(debug, (x1, y1), (x2, y2), (30, 220, 30), 2)</a:t>
            </a:r>
            <a:r>
              <a:rPr/>
              <a:t>                label = f'YOLO {detection.class_name} {confidence:.2f}'</a:t>
            </a:r>
            <a:r>
              <a:rPr/>
              <a:t>        elif self.get_parameter('enable_red_target_fallback').value:</a:t>
            </a:r>
            <a:r>
              <a:rPr/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detection is not None:</a:t>
            </a:r>
            <a:r>
              <a:rPr/>
              <a:t>                output.detections.append(detection)</a:t>
            </a:r>
            <a:r>
              <a:rPr/>
              <a:t>                x1 = detection.center_x - detection.width // 2</a:t>
            </a:r>
            <a:r>
              <a:rPr/>
              <a:t>                y1 = detection.center_y - detection.height // 2</a:t>
            </a:r>
            <a:r>
              <a:rPr/>
              <a:t>                x2, y2 = (x1 + detection.width, y1 + detection.height)</a:t>
            </a:r>
            <a:r>
              <a:rPr/>
              <a:t>                cv2.rectangle(debug, (x1, y1), (x2, y2), (0, 215, 255), 2)</a:t>
            </a:r>
            <a:r>
              <a:rPr/>
              <a:t>                label = f'course fallback target {detection.estimated_distance:.2f} m'</a:t>
            </a:r>
            <a:r>
              <a:rPr/>
              <a:t>            else:</a:t>
            </a:r>
            <a:r>
              <a:rPr/>
              <a:t>                label = 'course fallback: red target not visible'</a:t>
            </a:r>
            <a:r>
              <a:rPr/>
              <a:t>        cv2.putText(debug, label, (12, 28), cv2.FONT_HERSHEY_SIMPLEX, 0.65, (255, 255,</a:t>
            </a:r>
            <a:r>
              <a:rPr/>
              <a:t>            255), 2)</a:t>
            </a:r>
            <a:r>
              <a:rPr/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self.debug_publisher.publish(self.bridge.cv2_to_imgmsg(debug, encoding='bgr8'))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YoloNode()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~/ros2_curri/my_agv_ws/src/agv_bringup/config/vision.yaml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enable_yolo: false</a:t>
            </a:r>
            <a:r>
              <a:rPr/>
              <a:t>    enable_red_target_fallback: true</a:t>
            </a:r>
            <a:r>
              <a:rPr/>
              <a:t>    model_path: yolo11n.pt</a:t>
            </a:r>
            <a:r>
              <a:rPr/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</a:t>
            </a:r>
            <a:r>
              <a:rPr/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['yolo_node =</a:t>
            </a:r>
            <a:r>
              <a:rPr/>
              <a:t>agv_vision.yolo_node:main']})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9/9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'agv_vision'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vision node보다 custom message package가 먼저 install/source되어야 import된다.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colcon build --symlink-install --packages-select agv_interfaces agv_vision</a:t>
            </a:r>
            <a:r>
              <a:rPr/>
              <a:t>source install/setup.bash</a:t>
            </a:r>
            <a:r>
              <a:rPr/>
              <a:t>ros2 interface show agv_interfaces/msg/Detection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 파일과 Python dependency는 교육 환경에서 고정해야 재현된다.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agv_vision yolo_node --ros-args \</a:t>
            </a:r>
            <a:r>
              <a:rPr/>
              <a:t>  -p enable_yolo:=false</a:t>
            </a:r>
            <a:r>
              <a:rPr/>
              <a:t># ultralytics와 모델 파일 준비 뒤에만 true로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agv_vision yolo_node --ros-args -p enable_yolo:=false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852" y="1353312"/>
            <a:ext cx="8955247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agv_interfaces/msg/Detection</a:t>
            </a:r>
            <a:r>
              <a:rPr/>
              <a:t>ros2 topic info /detections</a:t>
            </a:r>
            <a:r>
              <a:rPr/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model_path와 모델 파일 배포 정책을 확인한다.</a:t>
            </a:r>
            <a:r>
              <a:rPr/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agv_interfaces 빌드·source·package dependency를 확인한다.</a:t>
            </a:r>
            <a:r>
              <a:rPr/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blocks/E_autonomy_logic/M17_yolo_vision/complete/agv_ws/src || true</a:t>
            </a:r>
            <a:r>
              <a:rPr/>
              <a:t>cp -a my_agv_ws/src my_agv_ws/src_before_M17</a:t>
            </a:r>
            <a:r>
              <a:rPr/>
              <a:t>cp -a blocks/E_autonomy_logic/M17_yolo_vision/complete/agv_ws/src/.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3/5 · M18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안전 판단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M18의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M18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M18</a:t>
            </a:r>
            <a:r>
              <a:rPr/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M13 + M17 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전방 LiDAR 거리와 mission command 사이에 Safety Controller를 두어 STOP을 최우선으로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safety sector Marker와 Path를 추가해 확인하는 통합 display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safety</a:t>
            </a:r>
            <a:r>
              <a:rPr/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agv_sensors/agv_sensors/lidar_processor.py</a:t>
            </a:r>
            <a:r>
              <a:rPr/>
              <a:t>└── agv_control/agv_control/safety_controller.py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self.subscription = self.create_subscription(LaserScan,</a:t>
            </a:r>
            <a:r>
              <a:rPr/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self.create_publisher(Float32,</a:t>
            </a:r>
            <a:r>
              <a:rPr/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half_angle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SafetyController(Node):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super().__init__('safety_controller')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self.create_subscription(LaserScan, '/scan',</a:t>
            </a:r>
            <a:r>
              <a:rPr/>
              <a:t>self.scan_callback,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 '/cmd_vel',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scan_callback(self,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limit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self.get_logger().warn('obstacle at %.2f m: stopping</a:t>
            </a:r>
            <a:r>
              <a:rPr/>
              <a:t>forward command' % self.obstacle_distance)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sensor_msgs.msg import LaserScan</a:t>
            </a:r>
            <a:r>
              <a:rPr/>
              <a:t>class SafetyController(Node):</a:t>
            </a:r>
            <a:r>
              <a:rPr/>
              <a:t>    """Pass a desired command through unless an obstacle is within stop_distance."""</a:t>
            </a:r>
            <a:r>
              <a:rPr/>
              <a:t>    def __init__(self):</a:t>
            </a:r>
            <a:r>
              <a:rPr/>
              <a:t>        super().__init__('safety_controller')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  <a:r>
              <a:rPr/>
              <a:t>        self.obstacle_distance = math.inf</a:t>
            </a:r>
            <a:r>
              <a:rPr/>
              <a:t>        self.create_subscription(LaserScan, '/scan', self.scan_callback, 10)</a:t>
            </a:r>
            <a:r>
              <a:rPr/>
              <a:t>        self.create_subscription(Twist, '/cmd_vel_raw', self.command_callback, 10)</a:t>
            </a:r>
            <a:r>
              <a:rPr/>
              <a:t>        self.publisher = self.create_publisher(Twist, '/cmd_vel', 10)</a:t>
            </a:r>
            <a:r>
              <a:rPr/>
              <a:t>    def scan_callback(self, scan):</a:t>
            </a:r>
            <a:r>
              <a:rPr/>
              <a:t>        limit = math.radians(self.get_parameter('front_half_angle_deg').value)</a:t>
            </a:r>
            <a:r>
              <a:rPr/>
              <a:t>        readings = [value for index,</a:t>
            </a:r>
            <a:r>
              <a:rPr/>
              <a:t>            value in enumerate(scan.ranges) if abs(scan.angle_min + index * scan.angle_increment) &lt;= limit and math.isfinite(value)]</a:t>
            </a:r>
            <a:r>
              <a:rPr/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command_callback(self, command):</a:t>
            </a:r>
            <a:r>
              <a:rPr/>
              <a:t>        safe = Twist()</a:t>
            </a:r>
            <a:r>
              <a:rPr/>
              <a:t>        if self.obstacle_distance &gt;= self.get_parameter('stop_distance').value or command.linear.x &lt;= 0.0:</a:t>
            </a:r>
            <a:r>
              <a:rPr/>
              <a:t>            safe = command</a:t>
            </a:r>
            <a:r>
              <a:rPr/>
              <a:t>        else:</a:t>
            </a:r>
            <a:r>
              <a:rPr/>
              <a:t>            self.get_logger().warn('obstacle at %.2f m: stopping forward command' % self.obstacle_distance)</a:t>
            </a:r>
            <a:r>
              <a:rPr/>
              <a:t>        self.publisher.publish(safe)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SafetyController()</a:t>
            </a:r>
            <a:r>
              <a:rPr/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distance는 m 단위이며 safety가 vision보다 먼저 final /cmd_vel을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safety_controller --ros-args \</a:t>
            </a:r>
            <a:r>
              <a:rPr/>
              <a:t>  -p stop_distance:=0.5 -p front_half_angle_deg:=15.0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mission은 /cmd_vel_raw, 안전 필터만 /cmd_vel을 발행한다.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/cmd_vel_raw</a:t>
            </a:r>
            <a:r>
              <a:rPr/>
              <a:t>ros2 topic echo /cmd_vel</a:t>
            </a:r>
            <a:r>
              <a:rPr/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agv_control safety_controller --ros-args -p stop_distance:=0.5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/cmd_vel_raw</a:t>
            </a:r>
            <a:r>
              <a:rPr/>
              <a:t>ros2 topic info /cmd_vel</a:t>
            </a:r>
            <a:r>
              <a:rPr/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sector 각도·finite range·threshold m 단위를 확인한다.</a:t>
            </a:r>
            <a:r>
              <a:rPr/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inf/NaN 처리와 lidar frame 전방 방향을 확인한다.</a:t>
            </a:r>
            <a:r>
              <a:rPr/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blocks/E_autonomy_logic/M18_obstacle_perception/complete/agv_ws/src || true</a:t>
            </a:r>
            <a:r>
              <a:rPr/>
              <a:t>cp -a my_agv_ws/src my_agv_ws/src_before_M18</a:t>
            </a:r>
            <a:r>
              <a:rPr/>
              <a:t>cp -a blocks/E_autonomy_logic/M18_obstacle_perception/complete/agv_ws/src/.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4/5 · M19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FSM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M19의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M19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M19</a:t>
            </a:r>
            <a:r>
              <a:rPr/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M18 priority decision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SEARCH·APPROACH·AVOID·GOAL 상태를 입력 조건과 속도 명령으로 명시한다.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mission text Marker를 같은 scene에서 확인하는 display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agv_mission/package.xml</a:t>
            </a:r>
            <a:r>
              <a:rPr/>
              <a:t>└── agv_mission/setup.py</a:t>
            </a:r>
            <a:r>
              <a:rPr/>
              <a:t>└── agv_mission/agv_mission/mission_manager.py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처리와 주행 제어를 건드리지 않고, 미션 상태 전이만 agv_mission이 맡게 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ament_python --dependencies rclpy std_msgs geometry_msgs agv_mission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</a:t>
            </a:r>
            <a:r>
              <a:rPr/>
              <a:t>nano ~/ros2_curri/my_agv_ws/src/agv_mission/package.xml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&lt;name&gt;agv_mission&lt;/name&gt;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&lt;name&gt;agv_mission&lt;/name&gt;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&lt;description&gt;Finite-state mission manager for the educational AGV.&lt;/description&gt;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&lt;exec_depend&gt;rclpy&lt;/exec_depend&gt;</a:t>
            </a:r>
            <a:r>
              <a:rPr/>
              <a:t>  &lt;exec_depend&gt;geometry_msgs&lt;/exec_depend&gt;</a:t>
            </a:r>
            <a:r>
              <a:rPr/>
              <a:t>  &lt;exec_depend&gt;std_msgs&lt;/exec_depend&gt;</a:t>
            </a:r>
            <a:r>
              <a:rPr/>
              <a:t>  &lt;exec_depend&gt;visualization_msgs&lt;/exec_depend&gt;</a:t>
            </a:r>
            <a:r>
              <a:rPr/>
              <a:t>  &lt;exec_depend&gt;agv_interfaces&lt;/exec_depend&gt;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</a:t>
            </a:r>
            <a:r>
              <a:rPr/>
              <a:t>nano ~/ros2_curri/my_agv_ws/src/agv_mission/setup.py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['mission_manager =</a:t>
            </a:r>
            <a:r>
              <a:rPr/>
              <a:t>agv_mission.mission_manager:main',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'agv_mission'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['mission_manager = agv_mission.mission_manager:main',</a:t>
            </a:r>
            <a:r>
              <a:rPr/>
              <a:t>     'mission_markers = agv_mission.mission_markers:main']})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~/ros2_curri/my_agv_ws/src/agv_mission/agv_mission</a:t>
            </a:r>
            <a:r>
              <a:rPr/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MissionManager(Node):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super().__init__('mission_manager')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self.create_subscription(Float32, '/obstacle_distance',</a:t>
            </a:r>
            <a:r>
              <a:rPr/>
              <a:t>self.obstacle_callback,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self.command_publisher = self.create_publisher(Twist,</a:t>
            </a:r>
            <a:r>
              <a:rPr/>
              <a:t>'/cmd_vel_raw',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self.create_timer(0.1, self.tick)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obstacle_callback(self, message):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self.get_logger().info('mission state -&gt; ' + state)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std_msgs.msg import Float32, String</a:t>
            </a:r>
            <a:r>
              <a:rPr/>
              <a:t>from agv_interfaces.msg import DetectionArray</a:t>
            </a:r>
            <a:r>
              <a:rPr/>
              <a:t>class MissionManager(Node):</a:t>
            </a:r>
            <a:r>
              <a:rPr/>
              <a:t>    def __init__(self):</a:t>
            </a:r>
            <a:r>
              <a:rPr/>
              <a:t>        super().__init__('mission_manager')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self.declare_parameter('search_speed', 0.25)</a:t>
            </a:r>
            <a:r>
              <a:rPr/>
              <a:t>        self.declare_parameter('approach_speed', 0.15)</a:t>
            </a:r>
            <a:r>
              <a:rPr/>
              <a:t>        self.declare_parameter('image_center_x', 320)</a:t>
            </a:r>
            <a:r>
              <a:rPr/>
              <a:t>        self.declare_parameter('target_timeout_sec', 0.7)</a:t>
            </a:r>
            <a:r>
              <a:rPr/>
              <a:t>        self.state = 'IDLE'</a:t>
            </a:r>
            <a:r>
              <a:rPr/>
              <a:t>        self.obstacle_distance = math.inf</a:t>
            </a:r>
            <a:r>
              <a:rPr/>
              <a:t>        self.target = None</a:t>
            </a:r>
            <a:r>
              <a:rPr/>
              <a:t>        self.last_target_time = None</a:t>
            </a:r>
            <a:r>
              <a:rPr/>
              <a:t>        self.create_subscription(Float32, '/obstacle_distance', self.obstacle_callback,</a:t>
            </a:r>
            <a:r>
              <a:rPr/>
              <a:t>            10)</a:t>
            </a:r>
            <a:r>
              <a:rPr/>
              <a:t>        self.create_subscription(DetectionArray, '/detections', self.detections_callback,</a:t>
            </a:r>
            <a:r>
              <a:rPr/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 = self.create_publisher(Twist, '/cmd_vel_raw', 10)</a:t>
            </a:r>
            <a:r>
              <a:rPr/>
              <a:t>        self.state_publisher = self.create_publisher(String, '/mission_state', 10)</a:t>
            </a:r>
            <a:r>
              <a:rPr/>
              <a:t>        self.create_timer(0.1, self.tick)</a:t>
            </a:r>
            <a:r>
              <a:rPr/>
              <a:t>    def obstacle_callback(self, message):</a:t>
            </a:r>
            <a:r>
              <a:rPr/>
              <a:t>        self.obstacle_distance = message.data</a:t>
            </a:r>
            <a:r>
              <a:rPr/>
              <a:t>    def detections_callback(self, message):</a:t>
            </a:r>
            <a:r>
              <a:rPr/>
              <a:t>        if message.detections:</a:t>
            </a:r>
            <a:r>
              <a:rPr/>
              <a:t>            self.target = message.detections[0]</a:t>
            </a:r>
            <a:r>
              <a:rPr/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set_state(self, state):</a:t>
            </a:r>
            <a:r>
              <a:rPr/>
              <a:t>        if state != self.state:</a:t>
            </a:r>
            <a:r>
              <a:rPr/>
              <a:t>            self.state = state</a:t>
            </a:r>
            <a:r>
              <a:rPr/>
              <a:t>            self.get_logger().info('mission state -&gt; ' + state)</a:t>
            </a:r>
            <a:r>
              <a:rPr/>
              <a:t>        self.state_publisher.publish(String(data=self.state))</a:t>
            </a:r>
            <a:r>
              <a:rPr/>
              <a:t>    def tick(self):</a:t>
            </a:r>
            <a:r>
              <a:rPr/>
              <a:t>        command = Twist()</a:t>
            </a:r>
            <a:r>
              <a:rPr/>
              <a:t>        if self.last_target_time is not None:</a:t>
            </a:r>
            <a:r>
              <a:rPr/>
              <a:t>            age = (self.get_clock().now() - self.last_target_time).nanoseconds / 1000000000.0</a:t>
            </a:r>
            <a:r>
              <a:rPr/>
              <a:t>            if age &gt; self.get_parameter('target_timeout_sec').value:</a:t>
            </a:r>
            <a:r>
              <a:rPr/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&lt; self.get_parameter('stop_distance').value:</a:t>
            </a:r>
            <a:r>
              <a:rPr/>
              <a:t>            self.set_state('AVOID')</a:t>
            </a:r>
            <a:r>
              <a:rPr/>
              <a:t>            command.angular.z = self.get_parameter('search_speed').value</a:t>
            </a:r>
            <a:r>
              <a:rPr/>
              <a:t>        elif self.target is None:</a:t>
            </a:r>
            <a:r>
              <a:rPr/>
              <a:t>            self.set_state('SEARCH')</a:t>
            </a:r>
            <a:r>
              <a:rPr/>
              <a:t>            command.angular.z = self.get_parameter('search_speed').value</a:t>
            </a:r>
            <a:r>
              <a:rPr/>
              <a:t>        elif self.target.estimated_distance &gt; 0.0 and self.target.estimated_distance &lt; self.get_parameter('stop_distance').value:</a:t>
            </a:r>
            <a:r>
              <a:rPr/>
              <a:t>            self.set_state('GOAL')</a:t>
            </a:r>
            <a:r>
              <a:rPr/>
              <a:t>        else:</a:t>
            </a:r>
            <a:r>
              <a:rPr/>
              <a:t>            self.set_state('APPROACH')</a:t>
            </a:r>
            <a:r>
              <a:rPr/>
              <a:t>            command.linear.x = self.get_parameter('approach_speed').value</a:t>
            </a:r>
            <a:r>
              <a:rPr/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max(min(-0.004 * error, 0.6), -0.6)</a:t>
            </a:r>
            <a:r>
              <a:rPr/>
              <a:t>        self.command_publisher.publish(command)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MissionManager()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상태는 흩어진 if문이 아니라 한 곳에서 /cmd_vel_raw를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colcon build --symlink-install --packages-select agv_mission</a:t>
            </a:r>
            <a:r>
              <a:rPr/>
              <a:t>source install/setup.bash</a:t>
            </a:r>
            <a:r>
              <a:rPr/>
              <a:t>ros2 run agv_mission mission_manager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상태의 이름과 속도 command를 서로 다른 topic에서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/mission_state</a:t>
            </a:r>
            <a:r>
              <a:rPr/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agv_mission mission_manager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/mission_state</a:t>
            </a:r>
            <a:r>
              <a:rPr/>
              <a:t>ros2 topic info /cmd_vel_raw</a:t>
            </a:r>
            <a:r>
              <a:rPr/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callback input·조건식·거리 단위를 확인한다.</a:t>
            </a:r>
            <a:r>
              <a:rPr/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detection timeout·hysteresis·우선순위를 추가 점검한다.</a:t>
            </a:r>
            <a:r>
              <a:rPr/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blocks/E_autonomy_logic/M19_mission_fsm/complete/agv_ws/src || true</a:t>
            </a:r>
            <a:r>
              <a:rPr/>
              <a:t>cp -a my_agv_ws/src my_agv_ws/src_before_M19</a:t>
            </a:r>
            <a:r>
              <a:rPr/>
              <a:t>cp -a blocks/E_autonomy_logic/M19_mission_fsm/complete/agv_ws/src/.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5/5 · M20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 주행 제어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M20의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M20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M20</a:t>
            </a:r>
            <a:r>
              <a:rPr/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M19 state command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error를 안전한 linear/angular Twist로 제한하는 제어 시작점을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/path와 robot pose를 함께 보며 PID 전후 궤적을 비교하는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 / PID</a:t>
            </a:r>
            <a:r>
              <a:rPr/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agv_control/agv_control/pid_controller.py</a:t>
            </a:r>
            <a:r>
              <a:rPr/>
              <a:t>└── agv_control/setup.py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~/ros2_curri/my_agv_ws/src/agv_control/agv_control/pid_controller.py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PidController(Node):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super().__init__('pid_controller')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self.declare_parameter('kp_angular', 0.004)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</a:t>
            </a:r>
            <a:r>
              <a:rPr/>
              <a:t>'/cmd_vel_raw',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self.create_subscription(Twist, '/target_error',</a:t>
            </a:r>
            <a:r>
              <a:rPr/>
              <a:t>self.error_callback,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error_callback(self, error):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self.get_parameter('max_linear_speed').value)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~/ros2_curri/my_agv_ws/src/agv_control/agv_control/pid_controller.py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PidController(Node):</a:t>
            </a:r>
            <a:r>
              <a:rPr/>
              <a:t>    """A small P-only starting point: replace with PI/PID after observing overshoot."""</a:t>
            </a:r>
            <a:r>
              <a:rPr/>
              <a:t>    def __init__(self):</a:t>
            </a:r>
            <a:r>
              <a:rPr/>
              <a:t>        super().__init__('pid_controller')</a:t>
            </a:r>
            <a:r>
              <a:rPr/>
              <a:t>        self.declare_parameter('kp_angular', 0.004)</a:t>
            </a:r>
            <a:r>
              <a:rPr/>
              <a:t>        self.declare_parameter('max_linear_speed', 0.25)</a:t>
            </a:r>
            <a:r>
              <a:rPr/>
              <a:t>        self.declare_parameter('max_angular_speed', 0.8)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~/ros2_curri/my_agv_ws/src/agv_control/agv_control/pid_controller.py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self.create_publisher(Twist, '/cmd_vel_raw', 10)</a:t>
            </a:r>
            <a:r>
              <a:rPr/>
              <a:t>        self.create_subscription(Twist, '/target_error', self.error_callback, 10)</a:t>
            </a:r>
            <a:r>
              <a:rPr/>
              <a:t>    def error_callback(self, error):</a:t>
            </a:r>
            <a:r>
              <a:rPr/>
              <a:t>        command = Twist()</a:t>
            </a:r>
            <a:r>
              <a:rPr/>
              <a:t>        command.linear.x = min(max(error.linear.x, 0.0),</a:t>
            </a:r>
            <a:r>
              <a:rPr/>
              <a:t>            self.get_parameter('max_linear_speed').value)</a:t>
            </a:r>
            <a:r>
              <a:rPr/>
              <a:t>        command.angular.z = max(min(error.angular.z * self.get_parameter('kp_angular').value,</a:t>
            </a:r>
            <a:r>
              <a:rPr/>
              <a:t>             self.get_parameter('max_angular_speed').value),</a:t>
            </a:r>
            <a:r>
              <a:rPr/>
              <a:t>            -self.get_parameter('max_angular_speed').value)</a:t>
            </a:r>
            <a:r>
              <a:rPr/>
              <a:t>        self.publisher.publish(command)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~/ros2_curri/my_agv_ws/src/agv_control/agv_control/pid_controller.py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PidController()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  <a:r>
              <a:rPr/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['counter_publisher =</a:t>
            </a:r>
            <a:r>
              <a:rPr/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 gain과 최대 속도는 overshoot 전에 먼저 보수적으로 제한한다.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pid_controller --ros-args \</a:t>
            </a:r>
            <a:r>
              <a:rPr/>
              <a:t>  -p kp_angular:=0.004 -p max_linear_speed:=0.25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입력 부호가 바뀌면 angular.z 부호도 기대 방향으로 바뀌어야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/target_error</a:t>
            </a:r>
            <a:r>
              <a:rPr/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agv_control pid_controller --ros-args -p kp_angular:=0.004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/target_error</a:t>
            </a:r>
            <a:r>
              <a:rPr/>
              <a:t>ros2 topic info /cmd_vel_raw</a:t>
            </a:r>
            <a:r>
              <a:rPr/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error 정의와 angular.z 부호를 확인한다.</a:t>
            </a:r>
            <a:r>
              <a:rPr/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kp/kd·update rate·latency·saturation을 확인한다.</a:t>
            </a:r>
            <a:r>
              <a:rPr/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blocks/E_autonomy_logic/M20_pid_driving_control/complete/agv_ws/src || true</a:t>
            </a:r>
            <a:r>
              <a:rPr/>
              <a:t>cp -a my_agv_ws/src my_agv_ws/src_before_M20</a:t>
            </a:r>
            <a:r>
              <a:rPr/>
              <a:t>cp -a blocks/E_autonomy_logic/M20_pid_driving_control/complete/agv_ws/src/.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