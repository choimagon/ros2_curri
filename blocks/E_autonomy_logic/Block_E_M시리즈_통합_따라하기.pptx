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8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0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2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5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34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3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4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5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6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8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9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0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1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2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3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0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2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~/ros2_curri/my_agv_ws/src/agv_description/urdf</a:t>
            </a:r>
            <a:r>
              <a:rPr/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 controller description. Gazebo uses model.sdf for physics; this URDF gives</a:t>
            </a:r>
            <a:r>
              <a:rPr/>
              <a:t>  controller_manager its interfaces and RViz the matching joint tree. --&gt;</a:t>
            </a:r>
            <a:r>
              <a:rPr/>
              <a:t>&lt;robot xmlns:xacro="http://www.ros.org/wiki/xacro" name="agv_ros2_control"&gt;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name="base_link"/&gt;</a:t>
            </a:r>
            <a:r>
              <a:rPr/>
              <a:t>  &lt;link name="left_wheel_link"/&gt;</a:t>
            </a:r>
            <a:r>
              <a:rPr/>
              <a:t>  &lt;link name="right_wheel_link"/&gt;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  <a:r>
              <a:rPr/>
              <a:t>    &lt;child link="left_wheel_link"/&gt;</a:t>
            </a:r>
            <a:r>
              <a:rPr/>
              <a:t>    &lt;origin xyz="0 0.19 -0.08"/&gt;</a:t>
            </a:r>
            <a:r>
              <a:rPr/>
              <a:t>    &lt;axis xyz="0 1 0"/&gt;</a:t>
            </a: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name="right_wheel_joint" type="continuous"&gt;</a:t>
            </a:r>
            <a:r>
              <a:rPr/>
              <a:t>    &lt;parent link="base_link"/&gt;</a:t>
            </a:r>
            <a:r>
              <a:rPr/>
              <a:t>    &lt;child link="right_wheel_link"/&gt;</a:t>
            </a:r>
            <a:r>
              <a:rPr/>
              <a:t>    &lt;origin xyz="0 -0.19 -0.08"/&gt;</a:t>
            </a: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&lt;ros2_control name="GazeboSimSystem" type="system"&gt;</a:t>
            </a:r>
            <a:r>
              <a:rPr/>
              <a:t>    &lt;hardware&gt;</a:t>
            </a:r>
            <a:r>
              <a:rPr/>
              <a:t>      &lt;plugin&gt;gz_ros2_control/GazeboSimSystem&lt;/plugin&gt;</a:t>
            </a:r>
            <a:r>
              <a:rPr/>
              <a:t>    &lt;/hardware&gt;</a:t>
            </a:r>
            <a:r>
              <a:rPr/>
              <a:t>    &lt;joint name="left_wheel_joint"&gt;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  &lt;joint name="right_wheel_joint"&gt;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~/ros2_curri/my_agv_ws/src/agv_gazebo/models/agv_ros2_control</a:t>
            </a:r>
            <a:r>
              <a:rPr/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M16-only model: gz_ros2_control owns wheel velocity commands. No native DiffDrive</a:t>
            </a:r>
            <a:r>
              <a:rPr/>
              <a:t>  plugin is present. --&gt;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name="agv_ros2_control"&gt;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&lt;diffuse&gt;0.10 0.35 0.80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&lt;ros2_control name="GazeboSimSystem" type="system"&gt;</a:t>
            </a:r>
            <a:r>
              <a:rPr/>
              <a:t>      &lt;hardware&gt;</a:t>
            </a:r>
            <a:r>
              <a:rPr/>
              <a:t>        &lt;plugin&gt;gz_ros2_control/GazeboSimSystem&lt;/plugin&gt;</a:t>
            </a:r>
            <a:r>
              <a:rPr/>
              <a:t>      &lt;/hardware&gt;</a:t>
            </a: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  &lt;joint name="right_wheel_joint"&gt;</a:t>
            </a: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&lt;/ros2_control&gt;</a:t>
            </a:r>
            <a:r>
              <a:rPr/>
              <a:t>    </a:t>
            </a:r>
            <a:r>
              <a:rPr/>
              <a:t>    </a:t>
            </a:r>
            <a:r>
              <a:rPr/>
              <a:t>    &lt;!-- The course workspace is fixed at ~/ros2_curri/agv_ws; run colcon build before</a:t>
            </a:r>
            <a:r>
              <a:rPr/>
              <a:t>      this M16 launch. --&gt;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filename="libgz_ros2_control-system.so"</a:t>
            </a: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simulator =</a:t>
            </a:r>
            <a:r>
              <a:rPr/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jsb = Node(package='controller_manager',</a:t>
            </a:r>
            <a:r>
              <a:rPr/>
              <a:t>executable='spawner',</a:t>
            </a:r>
            <a:r>
              <a:rPr/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parameters=[{'robot_description': robot_description,</a:t>
            </a:r>
            <a:r>
              <a:rPr/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RegisterEventHandler, SetEnvironmentVariable, TimerAction</a:t>
            </a:r>
            <a:r>
              <a:rPr/>
              <a:t>from launch.event_handlers import OnProcessExit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  <a:r>
              <a:rPr/>
              <a:t>    models = os.path.join(gazebo, 'models')</a:t>
            </a:r>
            <a:r>
              <a:rPr/>
              <a:t>    world = os.path.join(gazebo, 'worlds', 'warehouse_ros2_control.sdf')</a:t>
            </a:r>
            <a:r>
              <a:rPr/>
              <a:t>    description = get_package_share_directory('agv_description')</a:t>
            </a:r>
            <a:r>
              <a:rPr/>
              <a:t>    gz_launch = os.path.join(get_package_share_directory('ros_gz_sim'), 'launch', 'gz_sim.launch.py')</a:t>
            </a:r>
            <a:r>
              <a:rPr/>
              <a:t>    previous = os.environ.get('GZ_SIM_RESOURCE_PATH', '')</a:t>
            </a:r>
            <a:r>
              <a:rPr/>
              <a:t>    simulator = IncludeLaunchDescription(PythonLaunchDescriptionSource(gz_launch),</a:t>
            </a:r>
            <a:r>
              <a:rPr/>
              <a:t>        launch_arguments={'gz_args': '-r ' + world}.items())</a:t>
            </a:r>
            <a:r>
              <a:rPr/>
              <a:t>    robot_description = ParameterValue(Command(['xacro ', os.path.join(description, 'urdf',</a:t>
            </a:r>
            <a:r>
              <a:rPr/>
              <a:t>         'agv_ros2_control.urdf.xacro')]), value_type=str)</a:t>
            </a:r>
            <a:r>
              <a:rPr/>
              <a:t>    jsb = Node(package='controller_manager', executable='spawner', arguments=['joint_state_broadcaster',</a:t>
            </a: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  <a:r>
              <a:rPr/>
              <a:t>         '-c', '/controller_manager'], output='screen')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 simulator, Node(package='robot_state_publisher',</a:t>
            </a:r>
            <a:r>
              <a:rPr/>
              <a:t>         executable='robot_state_publisher',</a:t>
            </a:r>
            <a:r>
              <a:rPr/>
              <a:t>        parameters=[{'robot_description': robot_description, 'use_sim_time': True}],</a:t>
            </a:r>
            <a:r>
              <a:rPr/>
              <a:t>        output='screen'), Node(package='ros_gz_bridge', executable='parameter_bridge',</a:t>
            </a:r>
            <a:r>
              <a:rPr/>
              <a:t>        arguments=['/clock@rosgraph_msgs/msg/Clock[gz.msgs.Clock'], output='screen'),</a:t>
            </a:r>
            <a:r>
              <a:rPr/>
              <a:t>        TimerAction(period=6.0, actions=[jsb]),</a:t>
            </a: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  <a:r>
              <a:rPr/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  <a:r>
              <a:rPr/>
              <a:t># 새 터미널</a:t>
            </a:r>
            <a:r>
              <a:rPr/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ros2_control.launch.py</a:t>
            </a:r>
            <a:r>
              <a:rPr/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blocks/E_autonomy_logic/M16_ros2_control/complete/agv_ws/src || true</a:t>
            </a:r>
            <a:r>
              <a:rPr/>
              <a:t>cp -a my_agv_ws/src my_agv_ws/src_before_M16</a:t>
            </a:r>
            <a:r>
              <a:rPr/>
              <a:t>cp -a blocks/E_autonomy_logic/M16_ros2_control/complete/agv_ws/src/.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agv_interfaces/package.xml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ament_cmake agv_interfaces</a:t>
            </a:r>
            <a:r>
              <a:rPr/>
              <a:t>ros2 pkg create --build-type ament_python agv_bringup</a:t>
            </a:r>
            <a:r>
              <a:rPr/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&lt;name&gt;agv_interfaces&lt;/name&gt;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&lt;description&gt;Custom messages for AGV perception.&lt;/description&gt;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&lt;buildtool_depend&gt;rosidl_default_generators&lt;/buildtool_depend&gt;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&lt;depend&gt;std_msgs&lt;/depend&gt;</a:t>
            </a:r>
            <a:r>
              <a:rPr/>
              <a:t>  &lt;member_of_group&gt;rosidl_interface_packages&lt;/member_of_group&gt;</a:t>
            </a:r>
            <a:r>
              <a:rPr/>
              <a:t>  &lt;exec_depend&gt;rosidl_default_runtime&lt;/exec_depend&gt;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&lt;build_type&gt;ament_cmake&lt;/build_type&gt;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string class_name</a:t>
            </a:r>
            <a:r>
              <a:rPr/>
              <a:t>float32 confidence</a:t>
            </a:r>
            <a:r>
              <a:rPr/>
              <a:t>int32 center_x</a:t>
            </a:r>
            <a:r>
              <a:rPr/>
              <a:t>int32 center_y</a:t>
            </a:r>
            <a:r>
              <a:rPr/>
              <a:t>int32 width</a:t>
            </a:r>
            <a:r>
              <a:rPr/>
              <a:t>int32 height</a:t>
            </a: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~/ros2_curri/my_agv_ws/src/agv_interfaces/msg/DetectionArray.msg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project(agv_interfaces)</a:t>
            </a:r>
            <a:r>
              <a:rPr/>
              <a:t>find_package(ament_cmake REQUIRED)</a:t>
            </a:r>
            <a:r>
              <a:rPr/>
              <a:t>find_package(rosidl_default_generators REQUIRED)</a:t>
            </a:r>
            <a:r>
              <a:rPr/>
              <a:t>find_package(std_msgs REQUIRED)</a:t>
            </a:r>
            <a:r>
              <a:rPr/>
              <a:t>rosidl_generate_interfaces(${PROJECT_NAME} "msg/Detection.msg" "msg/DetectionArray.msg" DEPENDENCIES std_msgs)</a:t>
            </a:r>
            <a:r>
              <a:rPr/>
              <a:t>ament_export_dependencies(rosidl_default_runtime)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self.create_publisher(DetectionArray,</a:t>
            </a:r>
            <a:r>
              <a:rPr/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self.create_subscription(Image, '/camera/image_raw',</a:t>
            </a:r>
            <a:r>
              <a:rPr/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make_detection(self, header, class_name, confidence,</a:t>
            </a:r>
            <a:r>
              <a:rPr/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['yolo_node =</a:t>
            </a:r>
            <a:r>
              <a:rPr/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agv_interfaces agv_vision</a:t>
            </a:r>
            <a:r>
              <a:rPr/>
              <a:t>source install/setup.bash</a:t>
            </a:r>
            <a:r>
              <a:rPr/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  <a:r>
              <a:rPr/>
              <a:t>  -p enable_yolo:=false</a:t>
            </a:r>
            <a:r>
              <a:rPr/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  <a:r>
              <a:rPr/>
              <a:t>ros2 topic info /detections</a:t>
            </a: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blocks/E_autonomy_logic/M17_yolo_vision/complete/agv_ws/src || true</a:t>
            </a:r>
            <a:r>
              <a:rPr/>
              <a:t>cp -a my_agv_ws/src my_agv_ws/src_before_M17</a:t>
            </a:r>
            <a:r>
              <a:rPr/>
              <a:t>cp -a blocks/E_autonomy_logic/M17_yolo_vision/complete/agv_ws/src/.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  <a:r>
              <a:rPr/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  <a:r>
              <a:rPr/>
              <a:t>ros2 topic echo /cmd_vel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  <a:r>
              <a:rPr/>
              <a:t>ros2 topic info /cmd_vel</a:t>
            </a: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blocks/E_autonomy_logic/M18_obstacle_perception/complete/agv_ws/src || true</a:t>
            </a:r>
            <a:r>
              <a:rPr/>
              <a:t>cp -a my_agv_ws/src my_agv_ws/src_before_M18</a:t>
            </a:r>
            <a:r>
              <a:rPr/>
              <a:t>cp -a blocks/E_autonomy_logic/M18_obstacle_perception/complete/agv_ws/src/.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agv_mission/package.xml</a:t>
            </a:r>
            <a:r>
              <a:rPr/>
              <a:t>└── agv_mission/setup.py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&lt;name&gt;agv_mission&lt;/name&gt;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&lt;description&gt;Finite-state mission manager for the educational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&lt;exec_depend&gt;geometry_msgs&lt;/exec_depend&gt;</a:t>
            </a:r>
            <a:r>
              <a:rPr/>
              <a:t>  &lt;exec_depend&gt;std_msgs&lt;/exec_depend&gt;</a:t>
            </a:r>
            <a:r>
              <a:rPr/>
              <a:t>  &lt;exec_depend&gt;visualization_msgs&lt;/exec_depend&gt;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['mission_manager =</a:t>
            </a:r>
            <a:r>
              <a:rPr/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'agv_mission'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['mission_manager = agv_mission.mission_manager:main',</a:t>
            </a: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agv_mission</a:t>
            </a:r>
            <a:r>
              <a:rPr/>
              <a:t>source install/setup.bash</a:t>
            </a:r>
            <a:r>
              <a:rPr/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  <a:r>
              <a:rPr/>
              <a:t>ros2 topic info /cmd_vel_raw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blocks/E_autonomy_logic/M19_mission_fsm/complete/agv_ws/src || true</a:t>
            </a:r>
            <a:r>
              <a:rPr/>
              <a:t>cp -a my_agv_ws/src my_agv_ws/src_before_M19</a:t>
            </a:r>
            <a:r>
              <a:rPr/>
              <a:t>cp -a blocks/E_autonomy_logic/M19_mission_fsm/complete/agv_ws/src/.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</a:t>
            </a:r>
            <a:r>
              <a:rPr/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'/target_error',</a:t>
            </a:r>
            <a:r>
              <a:rPr/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PidController(Node):</a:t>
            </a:r>
            <a:r>
              <a:rPr/>
              <a:t>    """A small P-only starting point: replace with PI/PID after observing overshoot."""</a:t>
            </a:r>
            <a:r>
              <a:rPr/>
              <a:t>    def __init__(self):</a:t>
            </a:r>
            <a:r>
              <a:rPr/>
              <a:t>        super().__init__('pid_controller')</a:t>
            </a:r>
            <a:r>
              <a:rPr/>
              <a:t>        self.declare_parameter('kp_angular', 0.004)</a:t>
            </a:r>
            <a:r>
              <a:rPr/>
              <a:t>        self.declare_parameter('max_linear_speed', 0.25)</a:t>
            </a: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  <a:r>
              <a:rPr/>
              <a:t>        self.create_subscription(Twist, '/target_error', self.error_callback, 10)</a:t>
            </a:r>
            <a:r>
              <a:rPr/>
              <a:t>    def error_callback(self, error):</a:t>
            </a:r>
            <a:r>
              <a:rPr/>
              <a:t>        command = Twist()</a:t>
            </a:r>
            <a:r>
              <a:rPr/>
              <a:t>        command.linear.x = min(max(error.linear.x, 0.0),</a:t>
            </a:r>
            <a:r>
              <a:rPr/>
              <a:t>            self.get_parameter('max_linear_speed').value)</a:t>
            </a:r>
            <a:r>
              <a:rPr/>
              <a:t>        command.angular.z = max(min(error.angular.z * self.get_parameter('kp_angular').value,</a:t>
            </a:r>
            <a:r>
              <a:rPr/>
              <a:t>             self.get_parameter('max_angular_speed').value),</a:t>
            </a:r>
            <a:r>
              <a:rPr/>
              <a:t>            -self.get_parameter('max_angular_speed').value)</a:t>
            </a: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PidController()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  <a:r>
              <a:rPr/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  <a:r>
              <a:rPr/>
              <a:t>ros2 topic info /cmd_vel_raw</a:t>
            </a: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blocks/E_autonomy_logic/M20_pid_driving_control/complete/agv_ws/src || true</a:t>
            </a:r>
            <a:r>
              <a:rPr/>
              <a:t>cp -a my_agv_ws/src my_agv_ws/src_before_M20</a:t>
            </a:r>
            <a:r>
              <a:rPr/>
              <a:t>cp -a blocks/E_autonomy_logic/M20_pid_driving_control/complete/agv_ws/src/.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