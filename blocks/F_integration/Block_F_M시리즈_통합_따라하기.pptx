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~/ros2_curri/agv_ws/src/agv_bringup/config/robot.yaml의 전체 파일을 1/1 구간으로 작성한다.</a:t>
            </a:r>
          </a:p>
          <a:p>
            <a:r>
              <a:t>[실행] nano ~/ros2_curri/agv_ws/src/agv_bringup/config/robot.yaml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1/4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2/4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3/4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~/ros2_curri/agv_ws/src/agv_bringup/launch/agv_sim.launch.py의 전체 파일을 4/4 구간으로 작성한다.</a:t>
            </a:r>
          </a:p>
          <a:p>
            <a:r>
              <a:t>[실행] nano ~/ros2_curri/agv_ws/src/agv_bringup/launch/agv_sim.launch.py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M21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~/ros2_curri/agv_ws/src -path '*/config/*.yaml' -type f | sort</a:t>
            </a:r>
            <a:r>
              <a:rPr/>
              <a:t>ros2 param get /mission_manager stop_distance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  <a:r>
              <a:rPr/>
              <a:t>  /scan /imu/data /odom /camera/image_raw</a:t>
            </a:r>
            <a:r>
              <a:rPr/>
              <a:t># Ctrl-C 뒤: ros2 bag info ~/agv_bag_01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~/ros2_curri/agv_ws/src/agv_bringup/config/robot.yaml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launch agv_bringup agv_sim.launch.py</a:t>
            </a:r>
            <a:r>
              <a:rPr/>
              <a:t># 별도 터미널: 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M22 · Block F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cd ~/ros2_curri/agv_ws</a:t>
            </a:r>
            <a:r>
              <a:rPr/>
              <a:t>colcon build --symlink-install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bag record -o ~/agv_final_bag /scan /imu/data /odom /camera/image_raw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DeclareLaunchArgument, IncludeLaunchDescription</a:t>
            </a:r>
            <a:r>
              <a:rPr/>
              <a:t>from launch.conditions import IfCondition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Command, LaunchConfiguration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  <a:r>
              <a:rPr/>
              <a:t>    gazebo = get_package_share_directory('agv_gazebo')</a:t>
            </a:r>
            <a:r>
              <a:rPr/>
              <a:t>    xacro_file = os.path.join(description, 'urdf', 'agv.urdf.xacro')</a:t>
            </a:r>
            <a:r>
              <a:rPr/>
              <a:t>    robot_description = ParameterValue(Command(['xacro ', xacro_file]), value_type=str)</a:t>
            </a:r>
            <a:r>
              <a:rPr/>
              <a:t>    return LaunchDescription([DeclareLaunchArgument('rviz', default_value='true',</a:t>
            </a:r>
            <a:r>
              <a:rPr/>
              <a:t>        description='Start RViz2'), DeclareLaunchArgument('autonomy', default_value='true',</a:t>
            </a:r>
            <a:r>
              <a:rPr/>
              <a:t>         description='Start mission and safety nodes'),</a:t>
            </a:r>
            <a:r>
              <a:rPr/>
              <a:t>        IncludeLaunchDescription(PythonLaunchDescriptionSource(os.path.join(gazebo, 'launch',</a:t>
            </a:r>
            <a:r>
              <a:rPr/>
              <a:t>         'gazebo.launch.py'))), Node(package='robot_state_publisher', executable='robot_state_publisher',</a:t>
            </a:r>
            <a:r>
              <a:rPr/>
              <a:t>         parameters=[os.path.join(bringup, 'config', 'robot.yaml'),</a:t>
            </a:r>
            <a:r>
              <a:rPr/>
              <a:t>        {'robot_description': robot_description}]), Node(package='agv_sensors',</a:t>
            </a: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  <a:r>
              <a:rPr/>
              <a:t>        parameters=[os.path.join(bringup, 'config', 'sensors.yaml')]), Node(package='agv_sensors',</a:t>
            </a:r>
            <a:r>
              <a:rPr/>
              <a:t>         executable='odom_path', parameters=[{'use_sim_time': True}]), Node(package='agv_vision',</a:t>
            </a:r>
            <a:r>
              <a:rPr/>
              <a:t>         executable='yolo_node', parameters=[os.path.join(bringup, 'config',</a:t>
            </a:r>
            <a:r>
              <a:rPr/>
              <a:t>        'vision.yaml')]), Node(package='agv_mission', executable='mission_manager',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Node(package='agv_mission',</a:t>
            </a:r>
            <a:r>
              <a:rPr/>
              <a:t>         executable='mission_markers', parameters=[os.path.join(bringup, 'config',</a:t>
            </a:r>
            <a:r>
              <a:rPr/>
              <a:t>        'mission.yaml')], condition=IfCondition(LaunchConfiguration('autonomy'))),</a:t>
            </a:r>
            <a:r>
              <a:rPr/>
              <a:t>        Node(package='agv_control', executable='safety_controller',</a:t>
            </a:r>
            <a:r>
              <a:rPr/>
              <a:t>        parameters=[os.path.join(bringup, 'config', 'mission.yaml')],</a:t>
            </a: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~/ros2_curri/agv_ws/src/agv_bringup/launch</a:t>
            </a:r>
            <a:r>
              <a:rPr/>
              <a:t>파일 열기: nano ~/ros2_curri/agv_ws/src/agv_bringup/launch/agv_sim.launch.py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  <a:r>
              <a:rPr/>
              <a:t>ros2 node list</a:t>
            </a: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