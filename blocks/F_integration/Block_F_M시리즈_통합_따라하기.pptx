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이전=M20 controller, 다음=M22 final mission을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흩어진 숫자와 수동 실행을 YAML·Launch·rosbag2로 재현 가능한 실행으로 묶는다.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~/ros2_curri/my_agv_ws/src/agv_bringup/config/robot.yaml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~/ros2_curri/my_agv_ws/src/agv_bringup/config/robot.yaml의 1/1 구현 블록을 직접 입력한다.</a:t>
            </a:r>
          </a:p>
          <a:p>
            <a:r>
              <a:t>[실행] nano ~/ros2_curri/my_agv_ws/src/agv_bringup/config/robot.yaml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robot·sensor·vision·mission·controller 값은 실행 코드와 분리한다.</a:t>
            </a:r>
          </a:p>
          <a:p>
            <a:r>
              <a:t>[실행] find ~/ros2_curri/my_agv_ws/src -path '*/config/*.yaml' -type f | sort</a:t>
            </a:r>
          </a:p>
          <a:p>
            <a:r>
              <a:t>ros2 param get /mission_manager stop_distance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launch는 Gazebo, TF, processing, mission, safety의 시작 순서를 한 곳에서 관리한다.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bag은 simulator 재실행 없이 processing 결과를 비교할 입력 데이터다.</a:t>
            </a:r>
          </a:p>
          <a:p>
            <a:r>
              <a:t>[실행] ros2 bag record -o ~/agv_bag_01 \</a:t>
            </a:r>
          </a:p>
          <a:p>
            <a:r>
              <a:t>  /scan /imu/data /odom /camera/image_raw</a:t>
            </a:r>
          </a:p>
          <a:p>
            <a:r>
              <a:t># Ctrl-C 뒤: ros2 bag info ~/agv_bag_01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# 별도 터미널: ros2 bag record -o ~/agv_bag_01 /scan /imu/data /odom /camera/image_raw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param get /mission_manager stop_distance</a:t>
            </a:r>
          </a:p>
          <a:p>
            <a:r>
              <a:t>[확인] 한 launch 명령·YAML parameter·rosbag record/replay 명령을 설명하고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blocks/F_integration/M21_launch_yaml_rosbag/complete/agv_ws/src || true</a:t>
            </a:r>
          </a:p>
          <a:p>
            <a:r>
              <a:t>cp -a my_agv_ws/src my_agv_ws/src_before_M21</a:t>
            </a:r>
          </a:p>
          <a:p>
            <a:r>
              <a:t>cp -a blocks/F_integration/M21_launch_yaml_rosbag/complete/agv_ws/src/.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rosbag2 재생 절차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증상별 디버깅 도구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M22 final mission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0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1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F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통합·재현·최종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M21 → M22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F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406140"/>
            <a:ext cx="106527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1/2 · M21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YAML·Launch·rosbag2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Parameter, YAML, Launch, rosbag2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M21</a:t>
            </a:r>
            <a:r>
              <a:rPr/>
              <a:t>Parameter, YAML, Launch, rosbag2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M22 final 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M20까지 각 노드를 수동 터미널에서 실행할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M20 controller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M20 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흩어진 숫자와 수동 실행을 YAML·Launch·rosbag2로 재현 가능한 실행으로 묶는다.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명령·YAML parameter·rosbag record/replay 명령을 설명하고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launch로 World와 AGV를 함께 실행한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YAML config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agv_sim.launch.py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nodes + Gazebo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agv_bringup/config/robot.yaml</a:t>
            </a:r>
            <a:r>
              <a:rPr/>
              <a:t>└── agv_bringup/config/sensors.yaml</a:t>
            </a:r>
            <a:r>
              <a:rPr/>
              <a:t>└── agv_bringup/config/vision.yaml</a:t>
            </a:r>
            <a:r>
              <a:rPr/>
              <a:t>└── agv_bringup/config/mission.yaml</a:t>
            </a:r>
            <a:r>
              <a:rPr/>
              <a:t>└── agv_control/config/controllers.yaml</a:t>
            </a:r>
            <a:r>
              <a:rPr/>
              <a:t>└── agv_bringup/launch/agv_sim.launch.py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&lt;name&gt;agv_bringup&lt;/name&gt;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&lt;description&gt;One-command launch and parameter files for the educational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&lt;exec_depend&gt;launch&lt;/exec_depend&gt;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&lt;exec_depend&gt;launch_ros&lt;/exec_depend&gt;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&lt;exec_depend&gt;agv_description&lt;/exec_depend&gt;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&lt;exec_depend&gt;agv_gazebo&lt;/exec_depend&gt;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&lt;exec_depend&gt;agv_sensors&lt;/exec_depend&gt;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&lt;exec_depend&gt;agv_vision&lt;/exec_depend&gt;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&lt;exec_depend&gt;agv_mission&lt;/exec_depend&gt;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&lt;exec_depend&gt;robot_state_publisher&lt;/exec_depend&gt;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&lt;exec_depend&gt;rviz2&lt;/exec_depend&gt;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'agv_bringup'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'/launch', glob('launch/*.launch.py')),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'/config', glob('config/*.yaml'))],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~/ros2_curri/my_agv_ws/src/agv_bringup/config/robot.yaml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~/ros2_curri/my_agv_ws/src/agv_bringup/config/robot.yaml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~/ros2_curri/my_agv_ws/src/agv_bringup/config/robot.yaml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robot_state_publisher: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imu_monitor: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enable_yolo: false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enable_red_target_fallback: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model_path: yolo11n.pt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update_rate: 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joint_state_broadcaster: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type: joint_state_broadcaster/JointStateBroadcaster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type: diff_drive_controller/DiffDriveController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left_wheel_names: [left_wheel_joint]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right_wheel_names: [right_wheel_joint]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base_frame_id: base_link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odom_frame_id: odom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 LaunchDescription([DeclareLaunchArgument('rviz',</a:t>
            </a:r>
            <a:r>
              <a:rPr/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description='Start RViz2'),</a:t>
            </a:r>
            <a:r>
              <a:rPr/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'gazebo.launch.py'))),</a:t>
            </a:r>
            <a:r>
              <a:rPr/>
              <a:t>Node(package='robot_state_publisher',</a:t>
            </a:r>
            <a:r>
              <a:rPr/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launch.actions import DeclareLaunchArgument, IncludeLaunchDescription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launch.conditions import IfCondition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launch.substitutions import Command, LaunchConfiguration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launch_ros.parameter_descriptions import ParameterValue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xacro_file = os.path.join(description, 'urdf', 'agv.urdf.xacro')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robot_description = ParameterValue(Command(['xacro ', xacro_file]), value_type=str)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return LaunchDescription([DeclareLaunchArgument('rviz',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description='Start RViz2'), DeclareLaunchArgument('autonomy',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description='Start mission and safety nodes'),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IncludeLaunchDescription(PythonLaunchDescriptionSource(os.path.join(gazebo, 'launch',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'gazebo.launch.py'))), Node(package='robot_state_publisher', executable='robot_state_publisher',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parameters=[os.path.join(bringup, 'config', 'robot.yaml'),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{'robot_description': robot_description}]),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parameters=[os.path.join(bringup, 'config', 'sensors.yaml')]),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executable='odom_path', parameters=[{'use_sim_time': True}]), Node(package='agv_vision',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executable='yolo_node',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'vision.yaml')]), Node(package='agv_mission', executable='mission_manager',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condition=IfCondition(LaunchConfiguration('autonomy'))), Node(package='agv_mission',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executable='mission_markers',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'mission.yaml')], condition=IfCondition(LaunchConfiguration('autonomy'))),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Node(package='agv_control', executable='safety_controller',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</a:t>
            </a:r>
            <a:r>
              <a:rPr/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launch_arguments={'gz_args': '-r ' + world}.items()),</a:t>
            </a:r>
            <a:r>
              <a:rPr/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executable='parameter_bridge', parameters=[{'config_file':</a:t>
            </a:r>
            <a:r>
              <a:rPr/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launch.actions import IncludeLaunchDescription, SetEnvironmentVariable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share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world = os.path.join(share, 'worlds', 'warehouse.sdf')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models = os.path.join(share, 'models')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return LaunchDescription([SetEnvironmentVariable('GZ_SIM_RESOURCE_PATH',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models + (':' + previous if previous else '')),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IncludeLaunchDescription(PythonLaunchDescriptionSource(gz_launch),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launch_arguments={'gz_args': '-r ' + world}.items()), Node(package='ros_gz_bridge',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executable='parameter_bridge', parameters=[{'config_file': os.path.join(share,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YAML 책임을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robot·sensor·vision·mission·controller 값은 실행 코드와 분리한다.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 ~/ros2_curri/my_agv_ws/src -path '*/config/*.yaml' -type f | sort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/mission_manager stop_distance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한 launch로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launch는 Gazebo, TF, processing, mission, safety의 시작 순서를 한 곳에서 관리한다.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주행 데이터를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bag은 simulator 재실행 없이 processing 결과를 비교할 입력 데이터다.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~/agv_bag_01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/scan /imu/data /odom /camera/image_raw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launch로 World와 AGV를 함께 실행한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명령·YAML parameter·rosbag record/replay 명령을 설명하고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 시작 실패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순서·spawn 준비·package path를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YAML 값이 적용 안 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node name/namespace와 parameter key를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blocks/F_integration/M21_launch_yaml_rosbag/complete/agv_ws/src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my_agv_ws/src_before_M21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blocks/F_integration/M21_launch_yaml_rosbag/complete/agv_ws/src/.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mission.yaml stop_distance를 0.50→0.70으로 바꾼 뒤 재실행하고 ros2 param get으로 적용값을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rosbag2 재생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기록 종료 뒤 `ros2 bag info ~/agv_bag_01`로 topic과 duration을 먼저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Gazebo가 없는 terminal에서 processing node를 source·실행한다.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`ros2 bag play ~/agv_bag_01 --clock`으로 sensor 입력을 다시 공급한다.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use_sim_time=true 노드는 /clock을 받아 같은 시간축을 사용한다.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증상별 디버깅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node 미실행: ros2 node 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topic/타입/QoS: ros2 topic info --verbose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parameter: ros2 param get/list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frame: tf2_tools view_frames와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시뮬레이터: Gazebo GUI와 bridge log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명령·YAML parameter·rosbag record/replay 명령을 설명하고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blocks/F_integration/M21_launch_yaml_rosbag/complete/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M22 final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M21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F · 2/2 · M22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자율 AGV 최종 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M22</a:t>
            </a:r>
            <a:r>
              <a:rPr/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agv_bringup/launch/agv_sim.launch.py</a:t>
            </a:r>
            <a:r>
              <a:rPr/>
              <a:t>└── agv_bringup/config/mission.yaml</a:t>
            </a:r>
            <a:r>
              <a:rPr/>
              <a:t>└── agv_gazebo/worlds/warehouse.sdf</a:t>
            </a:r>
            <a:r>
              <a:rPr/>
              <a:t>└── agv_mission/agv_mission/mission_manager.py</a:t>
            </a:r>
            <a:r>
              <a:rPr/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 LaunchDescription([DeclareLaunchArgument('rviz',</a:t>
            </a:r>
            <a:r>
              <a:rPr/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description='Start RViz2'),</a:t>
            </a:r>
            <a:r>
              <a:rPr/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'gazebo.launch.py'))),</a:t>
            </a:r>
            <a:r>
              <a:rPr/>
              <a:t>Node(package='robot_state_publisher',</a:t>
            </a:r>
            <a:r>
              <a:rPr/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launch.actions import DeclareLaunchArgument, IncludeLaunchDescription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launch.conditions import IfCondition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launch.substitutions import Command, LaunchConfiguration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launch_ros.parameter_descriptions import ParameterValue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xacro_file = os.path.join(description, 'urdf', 'agv.urdf.xacro')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robot_description = ParameterValue(Command(['xacro ', xacro_file]), value_type=str)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return LaunchDescription([DeclareLaunchArgument('rviz',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description='Start RViz2'), DeclareLaunchArgument('autonomy',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description='Start mission and safety nodes'),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IncludeLaunchDescription(PythonLaunchDescriptionSource(os.path.join(gazebo, 'launch',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'gazebo.launch.py'))), Node(package='robot_state_publisher', executable='robot_state_publisher',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parameters=[os.path.join(bringup, 'config', 'robot.yaml'),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{'robot_description': robot_description}]),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'sensors.yaml')]), Node(package='agv_sensors', executable='imu_monitor',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parameters=[os.path.join(bringup, 'config', 'sensors.yaml')]),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executable='odom_path', parameters=[{'use_sim_time': True}]), Node(package='agv_vision',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executable='yolo_node',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'vision.yaml')]), Node(package='agv_mission', executable='mission_manager',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condition=IfCondition(LaunchConfiguration('autonomy'))), Node(package='agv_mission',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executable='mission_markers',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'mission.yaml')], condition=IfCondition(LaunchConfiguration('autonomy'))),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Node(package='agv_control', executable='safety_controller',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~/ros2_curri/my_agv_ws/src/agv_bringup/launch/agv_sim.launch.py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executable='rviz2', arguments=['-d', os.path.join(description, 'rviz',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&lt;world name="warehouse"&gt;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&lt;gravity&gt;0 0 -9.8&lt;/gravity&gt;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filename="gz-sim-physics-system" name="gz::sim::systems::Physics"/&gt;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filename="gz-sim-user-commands-system"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name="gz::sim::systems::UserCommands"/&gt;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filename="gz-sim-imu-system" name="gz::sim::systems::Imu"/&gt;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filename="gz-sim-sensors-system" name="gz::sim::systems::Sensors"/&gt;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&lt;light type="directional" name="sun"&gt;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&lt;cast_shadows&gt;true&lt;/cast_shadows&gt;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&lt;direction&gt;-0.5 0.1 -0.9&lt;/direction&gt;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&lt;diffuse&gt;0.65 0.65 0.65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name="wall_north"&gt;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4 1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&lt;size&gt;8 0.15 2&lt;/size&gt;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&lt;size&gt;8 0.15 2&lt;/size&gt;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&lt;pose&gt;1.5 -1.0 0.4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&lt;size&gt;0.5 0.5 0.8&lt;/size&gt;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&lt;size&gt;0.5 0.5 0.8&lt;/size&gt;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&lt;diffuse&gt;0.9 0.7 0.1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name="target"&gt;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&lt;pose&gt;1.5 0 0.5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&lt;size&gt;0.25 0.25 1&lt;/size&gt;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&lt;size&gt;0.25 0.25 1&lt;/size&gt;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&lt;diffuse&gt;0.9 0.05 0.05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&lt;uri&gt;model://agv&lt;/uri&gt;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&lt;name&gt;agv&lt;/name&gt;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&lt;/world&gt;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self.create_subscription(Float32, '/obstacle_distance',</a:t>
            </a:r>
            <a:r>
              <a:rPr/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self.command_publisher = self.create_publisher(Twist,</a:t>
            </a:r>
            <a:r>
              <a:rPr/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std_msgs.msg import Float32, String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agv_interfaces.msg import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super().__init__('mission_manager')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self.declare_parameter('approach_speed',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self.declare_parameter('image_center_x', 320)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self.declare_parameter('target_timeout_sec', 0.7)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self.state = 'IDLE'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self.target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self.last_target_time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self.create_subscription(Float32, '/obstacle_distance', self.obstacle_callback,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self.create_subscription(DetectionArray, '/detections', self.detections_callback,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self.state_publisher = self.create_publisher(String, '/mission_state',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self.tick)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obstacle_callback(self,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message.data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detections_callback(self,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message.detections: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self.target = message.detections[0]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state != self.state: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self.state = state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self.get_logger().info('mission state -&gt; ' + state)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self.state_publisher.publish(String(data=self.state))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tick(self):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self.last_target_time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age = (self.get_clock().now() - self.last_target_time).nanoseconds / 1000000000.0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age &gt; self.get_parameter('target_timeout_sec').value: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self.set_state('AVOID')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elif self.target is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self.set_state('SEARCH')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elif self.target.estimated_distance &gt; 0.0 and self.target.estimated_distance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self.set_state('GOAL')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self.set_state('APPROACH')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command.linear.x = self.get_parameter('approach_speed').value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MissionManager()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self.create_subscription(LaserScan, '/scan',</a:t>
            </a:r>
            <a:r>
              <a:rPr/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limit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self.get_logger().warn('obstacle at %.2f m: stopping</a:t>
            </a:r>
            <a:r>
              <a:rPr/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"""Pass a desired command through unless an obstacle is within stop_distance."""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super().__init__('safety_controller')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self.create_subscription(LaserScan, '/scan', self.scan_callback,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self.create_subscription(Twist, '/cmd_vel_raw', self.command_callback,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scan_callback(self,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limit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readings = [value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value in enumerate(scan.ranges) if abs(scan.angle_min + index * scan.angle_increment) &lt;= limit and math.isfinite(value)]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safe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&gt;= self.get_parameter('stop_distance').value or command.linear.x &lt;= 0.0: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safe = command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self.get_logger().warn('obstacle at %.2f m: stopping forward command' % self.obstacle_distance)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self.publisher.publish(safe)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SafetyController()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ROS/Gazebo 조합과 workspace overlay가 결과 재현의 시작점이다.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install/setup.bash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최종 launch가 Gazebo·bridge·TF·sensor·mission·safety를 조립한다.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화면만이 아니라 topic·log·bag을 함께 남겨야 다른 사람이 검증할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bag record -o ~/agv_final_bag /scan /imu/data /odom /camera/image_raw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 통합 display: 최종 미션에서 RobotModel·TF·sensor·Path·Marker를 함께 확인하는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--show-args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 순서·namespace·config 경로를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header.frame_id와 TF tree를 확인한다.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physics collision·friction·inertia를 M07 순서로 점검한다.</a:t>
            </a:r>
            <a:r>
              <a:rPr/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</a:t>
            </a:r>
            <a:r>
              <a:rPr/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blocks/F_integration/M22_final_project/complete/agv_ws/src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my_agv_ws/src_before_M22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blocks/F_integration/M22_final_project/complete/agv_ws/src/.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