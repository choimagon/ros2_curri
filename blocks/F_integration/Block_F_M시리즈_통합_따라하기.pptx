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~/ros2_curri/agv_ws/src/agv_bringup/config/robot.yaml의 전체 파일을 1/1 구간으로 작성한다.</a:t>
            </a:r>
          </a:p>
          <a:p>
            <a:r>
              <a:t>[실행] nano ~/ros2_curri/agv_ws/src/agv_bringup/config/robot.yaml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2/11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3/11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4/11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5/11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6/11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7/11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8/11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9/11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10/11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통합·재현·최종 프로젝트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M21 → M22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F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061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1/2 · M21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M21</a:t>
            </a:r>
            <a:r>
              <a:rPr/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agv_bringup/config/robot.yaml</a:t>
            </a:r>
            <a:r>
              <a:rPr/>
              <a:t>└── agv_bringup/config/sensors.yaml</a:t>
            </a:r>
            <a:r>
              <a:rPr/>
              <a:t>└── agv_bringup/config/vision.yaml</a:t>
            </a:r>
            <a:r>
              <a:rPr/>
              <a:t>└── agv_bringup/config/mission.yaml</a:t>
            </a:r>
            <a:r>
              <a:rPr/>
              <a:t>└── agv_control/config/controllers.yaml</a:t>
            </a:r>
            <a:r>
              <a:rPr/>
              <a:t>└── agv_bringup/launch/agv_sim.launch.py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 ~/ros2_curri/agv_ws/src -path '*/config/*.yaml' -type f | sort</a:t>
            </a:r>
            <a:r>
              <a:rPr/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bag record -o ~/agv_bag_01 \</a:t>
            </a:r>
            <a:r>
              <a:rPr/>
              <a:t>  /scan /imu/data /odom /camera/image_raw</a:t>
            </a:r>
            <a:r>
              <a:rPr/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~/ros2_curri/agv_ws/src/agv_bringup/config/robot.yaml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 &amp;&amp; source install/setup.bash</a:t>
            </a:r>
            <a:r>
              <a:rPr/>
              <a:t>ros2 launch agv_bringup agv_sim.launch.py</a:t>
            </a:r>
            <a:r>
              <a:rPr/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launch로 World와 AGV를 함께 실행한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순서·spawn 준비·package path를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node name/namespace와 parameter key를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시뮬레이터: Gazebo GUI와 bridge log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2/2 · M22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M22</a:t>
            </a:r>
            <a:r>
              <a:rPr/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agv_bringup/launch/agv_sim.launch.py</a:t>
            </a:r>
            <a:r>
              <a:rPr/>
              <a:t>└── agv_bringup/config/mission.yaml</a:t>
            </a:r>
            <a:r>
              <a:rPr/>
              <a:t>└── agv_gazebo/worlds/warehouse.sdf</a:t>
            </a:r>
            <a:r>
              <a:rPr/>
              <a:t>└── agv_mission/agv_mission/mission_manager.py</a:t>
            </a:r>
            <a:r>
              <a:rPr/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cd ~/ros2_curri/agv_ws</a:t>
            </a:r>
            <a:r>
              <a:rPr/>
              <a:t>colcon build --symlink-install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  <a:r>
              <a:rPr/>
              <a:t>    &lt;model name="ground"&gt;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  <a:r>
              <a:rPr/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  <a:r>
              <a:rPr/>
              <a:t>    &lt;model name="obstacle"&gt;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 &amp;&amp; source 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 통합 display: 최종 미션에서 RobotModel·TF·sensor·Path·Marker를 함께 확인하는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순서·namespace·config 경로를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header.frame_id와 TF tree를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physics collision·friction·inertia를 M07 순서로 점검한다.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</a:t>
            </a:r>
            <a:r>
              <a:rPr/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