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~/ros2_curri/my_agv_ws/src/agv_bringup/config/robot.yaml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~/ros2_curri/my_agv_ws/src/agv_bringup/config/robot.yaml의 1/1 구현 블록을 직접 입력한다.</a:t>
            </a:r>
          </a:p>
          <a:p>
            <a:r>
              <a:t>[실행] nano ~/ros2_curri/my_agv_ws/src/agv_bringup/config/robot.yaml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~/ros2_curri/my_agv_ws/src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blocks/F_integration/M21_launch_yaml_rosbag/complete/agv_ws/src || true</a:t>
            </a:r>
          </a:p>
          <a:p>
            <a:r>
              <a:t>cp -a my_agv_ws/src my_agv_ws/src_before_M21</a:t>
            </a:r>
          </a:p>
          <a:p>
            <a:r>
              <a:t>cp -a blocks/F_integration/M21_launch_yaml_rosbag/complete/agv_ws/src/.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~/ros2_curri/my_agv_ws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blocks/F_integration/M22_final_project/complete/agv_ws/src || true</a:t>
            </a:r>
          </a:p>
          <a:p>
            <a:r>
              <a:t>cp -a my_agv_ws/src my_agv_ws/src_before_M22</a:t>
            </a:r>
          </a:p>
          <a:p>
            <a:r>
              <a:t>cp -a blocks/F_integration/M22_final_project/complete/agv_ws/src/.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통합·재현·최종 프로젝트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M21 → M22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F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YAML·Launch·rosbag2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406140"/>
            <a:ext cx="106527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자율 AGV 최종 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1/2 · M21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YAML·Launch·rosbag2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M21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M21</a:t>
            </a:r>
            <a:r>
              <a:rPr/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M20 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흩어진 숫자와 수동 실행을 YAML·Launch·rosbag2로 재현 가능한 실행으로 묶는다.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Gazebo Sim: launch로 World와 AGV를 함께 실행한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agv_bringup/package.xml</a:t>
            </a:r>
            <a:r>
              <a:rPr/>
              <a:t>└── agv_bringup/setup.py</a:t>
            </a:r>
            <a:r>
              <a:rPr/>
              <a:t>└── agv_bringup/config/robot.yaml</a:t>
            </a:r>
            <a:r>
              <a:rPr/>
              <a:t>└── agv_bringup/config/sensors.yaml</a:t>
            </a:r>
            <a:r>
              <a:rPr/>
              <a:t>└── agv_bringup/config/vision.yaml</a:t>
            </a:r>
            <a:r>
              <a:rPr/>
              <a:t>└── agv_bringup/config/mission.yaml</a:t>
            </a:r>
            <a:r>
              <a:rPr/>
              <a:t>└── agv_control/config/controllers.yaml</a:t>
            </a:r>
            <a:r>
              <a:rPr/>
              <a:t>└── agv_bringup/launch/agv_sim.launch.py</a:t>
            </a:r>
            <a:r>
              <a:rPr/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노드 이름 아래 parameter와 값의 단위를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launch가 YAML을 넘긴 뒤 ros2 param get으로 확인한다.</a:t>
            </a:r>
            <a:r>
              <a:rPr/>
              <a:t>화면/출력: /clock과 use_sim_time=true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  <a:r>
              <a:rPr/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&lt;name&gt;agv_bringup&lt;/name&gt;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&lt;description&gt;One-command launch and parameter files for the educational</a:t>
            </a:r>
            <a:r>
              <a:rPr/>
              <a:t>    AGV.&lt;/description&gt;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&lt;buildtool_depend&gt;ament_python&lt;/buildtool_depend&gt;</a:t>
            </a:r>
            <a:r>
              <a:rPr/>
              <a:t>  &lt;exec_depend&gt;launch&lt;/exec_depend&gt;</a:t>
            </a:r>
            <a:r>
              <a:rPr/>
              <a:t>  &lt;exec_depend&gt;launch_ros&lt;/exec_depend&gt;</a:t>
            </a:r>
            <a:r>
              <a:rPr/>
              <a:t>  &lt;exec_depend&gt;agv_description&lt;/exec_depend&gt;</a:t>
            </a:r>
            <a:r>
              <a:rPr/>
              <a:t>  &lt;exec_depend&gt;agv_gazebo&lt;/exec_depend&gt;</a:t>
            </a:r>
            <a:r>
              <a:rPr/>
              <a:t>  &lt;exec_depend&gt;agv_control&lt;/exec_depend&gt;</a:t>
            </a:r>
            <a:r>
              <a:rPr/>
              <a:t>  &lt;exec_depend&gt;agv_sensors&lt;/exec_depend&gt;</a:t>
            </a:r>
            <a:r>
              <a:rPr/>
              <a:t>  &lt;exec_depend&gt;agv_vision&lt;/exec_depend&gt;</a:t>
            </a:r>
            <a:r>
              <a:rPr/>
              <a:t>  &lt;exec_depend&gt;agv_mission&lt;/exec_depend&gt;</a:t>
            </a:r>
            <a:r>
              <a:rPr/>
              <a:t>  &lt;exec_depend&gt;robot_state_publisher&lt;/exec_depend&gt;</a:t>
            </a:r>
            <a:r>
              <a:rPr/>
              <a:t>  &lt;exec_depend&gt;rviz2&lt;/exec_depend&gt;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  <a:r>
              <a:rPr/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  <a:r>
              <a:rPr/>
              <a:t>from setuptools import find_packages, setup</a:t>
            </a:r>
            <a:r>
              <a:rPr/>
              <a:t>package_name = 'agv_bringup'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'/launch', glob('launch/*.launch.py')),</a:t>
            </a:r>
            <a:r>
              <a:rPr/>
              <a:t>    ('share/' + package_name + '/config', glob('config/*.yaml'))],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~/ros2_curri/my_agv_ws/src/agv_bringup/config/robot.yaml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~/ros2_curri/my_agv_ws/src/agv_bringup/config/robot.yaml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robot_state_publisher: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~/ros2_curri/my_agv_ws/src/agv_bringup/config/sensors.yaml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front_half_angle_deg: 15.0</a:t>
            </a:r>
            <a:r>
              <a:rPr/>
              <a:t>imu_monitor: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~/ros2_curri/my_agv_ws/src/agv_bringup/config/vision.yaml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enable_yolo: false</a:t>
            </a:r>
            <a:r>
              <a:rPr/>
              <a:t>    enable_red_target_fallback: true</a:t>
            </a:r>
            <a:r>
              <a:rPr/>
              <a:t>    model_path: yolo11n.pt</a:t>
            </a:r>
            <a:r>
              <a:rPr/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~/ros2_curri/my_agv_ws/src/agv_control/config</a:t>
            </a:r>
            <a:r>
              <a:rPr/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  <a:r>
              <a:rPr/>
              <a:t>  ros__parameters:</a:t>
            </a:r>
            <a:r>
              <a:rPr/>
              <a:t>    update_rate: 50</a:t>
            </a:r>
            <a:r>
              <a:rPr/>
              <a:t>    joint_state_broadcaster:</a:t>
            </a:r>
            <a:r>
              <a:rPr/>
              <a:t>      type: joint_state_broadcaster/JointStateBroadcaster</a:t>
            </a:r>
            <a:r>
              <a:rPr/>
              <a:t>    diff_drive_controller:</a:t>
            </a:r>
            <a:r>
              <a:rPr/>
              <a:t>      type: diff_drive_controller/DiffDriveController</a:t>
            </a:r>
            <a:r>
              <a:rPr/>
              <a:t>diff_drive_controller:</a:t>
            </a:r>
            <a:r>
              <a:rPr/>
              <a:t>  ros__parameters:</a:t>
            </a:r>
            <a:r>
              <a:rPr/>
              <a:t>    left_wheel_names: [left_wheel_joint]</a:t>
            </a:r>
            <a:r>
              <a:rPr/>
              <a:t>    right_wheel_names: [right_wheel_joint]</a:t>
            </a:r>
            <a:r>
              <a:rPr/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wheel_radius: 0.08</a:t>
            </a:r>
            <a:r>
              <a:rPr/>
              <a:t>    base_frame_id: base_link</a:t>
            </a:r>
            <a:r>
              <a:rPr/>
              <a:t>    odom_frame_id: odom</a:t>
            </a:r>
            <a:r>
              <a:rPr/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~/ros2_curri/my_agv_ws/src/agv_bringup/launch</a:t>
            </a:r>
            <a:r>
              <a:rPr/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DeclareLaunchArgument, IncludeLaunchDescription</a:t>
            </a:r>
            <a:r>
              <a:rPr/>
              <a:t>from launch.conditions import IfCondition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Command, LaunchConfiguration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  <a:r>
              <a:rPr/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description = get_package_share_directory('agv_description')</a:t>
            </a:r>
            <a:r>
              <a:rPr/>
              <a:t>    gazebo = get_package_share_directory('agv_gazebo')</a:t>
            </a:r>
            <a:r>
              <a:rPr/>
              <a:t>    xacro_file = os.path.join(description, 'urdf', 'agv.urdf.xacro')</a:t>
            </a:r>
            <a:r>
              <a:rPr/>
              <a:t>    robot_description = ParameterValue(Command(['xacro ', xacro_file]), value_type=str)</a:t>
            </a:r>
            <a:r>
              <a:rPr/>
              <a:t>    return LaunchDescription([DeclareLaunchArgument('rviz', default_value='true',</a:t>
            </a:r>
            <a:r>
              <a:rPr/>
              <a:t>        description='Start RViz2'), DeclareLaunchArgument('autonomy', default_value='true',</a:t>
            </a:r>
            <a:r>
              <a:rPr/>
              <a:t>         description='Start mission and safety nodes'),</a:t>
            </a:r>
            <a:r>
              <a:rPr/>
              <a:t>        IncludeLaunchDescription(PythonLaunchDescriptionSource(os.path.join(gazebo, 'launch',</a:t>
            </a:r>
            <a:r>
              <a:rPr/>
              <a:t>         'gazebo.launch.py'))), Node(package='robot_state_publisher', executable='robot_state_publisher',</a:t>
            </a:r>
            <a:r>
              <a:rPr/>
              <a:t>         parameters=[os.path.join(bringup, 'config', 'robot.yaml'),</a:t>
            </a:r>
            <a:r>
              <a:rPr/>
              <a:t>        {'robot_description': robot_description}]), Node(package='agv_sensors',</a:t>
            </a:r>
            <a:r>
              <a:rPr/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'sensors.yaml')]), Node(package='agv_sensors', executable='imu_monitor',</a:t>
            </a:r>
            <a:r>
              <a:rPr/>
              <a:t>        parameters=[os.path.join(bringup, 'config', 'sensors.yaml')]), Node(package='agv_sensors',</a:t>
            </a:r>
            <a:r>
              <a:rPr/>
              <a:t>         executable='odom_path', parameters=[{'use_sim_time': True}]), Node(package='agv_vision',</a:t>
            </a:r>
            <a:r>
              <a:rPr/>
              <a:t>         executable='yolo_node', parameters=[os.path.join(bringup, 'config',</a:t>
            </a:r>
            <a:r>
              <a:rPr/>
              <a:t>        'vision.yaml')]), Node(package='agv_mission', executable='mission_manager',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Node(package='agv_mission',</a:t>
            </a:r>
            <a:r>
              <a:rPr/>
              <a:t>         executable='mission_markers', parameters=[os.path.join(bringup, 'config',</a:t>
            </a:r>
            <a:r>
              <a:rPr/>
              <a:t>        'mission.yaml')], condition=IfCondition(LaunchConfiguration('autonomy'))),</a:t>
            </a:r>
            <a:r>
              <a:rPr/>
              <a:t>        Node(package='agv_control', executable='safety_controller',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executable='rviz2', arguments=['-d', os.path.join(description, 'rviz',</a:t>
            </a:r>
            <a:r>
              <a:rPr/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~/ros2_curri/my_agv_ws/src/agv_gazebo/launch</a:t>
            </a:r>
            <a:r>
              <a:rPr/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9/9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SetEnvironmentVariable</a:t>
            </a:r>
            <a:r>
              <a:rPr/>
              <a:t>from launch.launch_description_sources import PythonLaunchDescriptionSource</a:t>
            </a:r>
            <a:r>
              <a:rPr/>
              <a:t>from launch_ros.actions import Node</a:t>
            </a:r>
            <a:r>
              <a:rPr/>
              <a:t>def generate_launch_description():</a:t>
            </a:r>
            <a:r>
              <a:rPr/>
              <a:t>    share = get_package_share_directory('agv_gazebo')</a:t>
            </a:r>
            <a:r>
              <a:rPr/>
              <a:t>    world = os.path.join(share, 'worlds', 'warehouse.sdf')</a:t>
            </a:r>
            <a:r>
              <a:rPr/>
              <a:t>    models = os.path.join(share, 'models')</a:t>
            </a:r>
            <a:r>
              <a:rPr/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9/9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gz_launch = os.path.join(get_package_share_directory('ros_gz_sim'), 'launch', 'gz_sim.launch.py')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</a:t>
            </a:r>
            <a:r>
              <a:rPr/>
              <a:t>        IncludeLaunchDescription(PythonLaunchDescriptionSource(gz_launch),</a:t>
            </a:r>
            <a:r>
              <a:rPr/>
              <a:t>        launch_arguments={'gz_args': '-r ' + world}.items()), Node(package='ros_gz_bridge',</a:t>
            </a:r>
            <a:r>
              <a:rPr/>
              <a:t>         executable='parameter_bridge', parameters=[{'config_file': os.path.join(share,</a:t>
            </a:r>
            <a:r>
              <a:rPr/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robot·sensor·vision·mission·controller 값은 실행 코드와 분리한다.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 ~/ros2_curri/my_agv_ws/src -path '*/config/*.yaml' -type f | sort</a:t>
            </a:r>
            <a:r>
              <a:rPr/>
              <a:t>ros2 param get /mission_manager stop_distance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launch는 Gazebo, TF, processing, mission, safety의 시작 순서를 한 곳에서 관리한다.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bag은 simulator 재실행 없이 processing 결과를 비교할 입력 데이터다.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bag record -o ~/agv_bag_01 \</a:t>
            </a:r>
            <a:r>
              <a:rPr/>
              <a:t>  /scan /imu/data /odom /camera/image_raw</a:t>
            </a:r>
            <a:r>
              <a:rPr/>
              <a:t># Ctrl-C 뒤: ros2 bag info ~/agv_bag_01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 &amp;&amp; source install/setup.bash</a:t>
            </a:r>
            <a:r>
              <a:rPr/>
              <a:t>ros2 launch agv_bringup agv_sim.launch.py</a:t>
            </a:r>
            <a:r>
              <a:rPr/>
              <a:t># 별도 터미널: 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--show-args</a:t>
            </a:r>
            <a:r>
              <a:rPr/>
              <a:t>ros2 node list</a:t>
            </a:r>
            <a:r>
              <a:rPr/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 순서·spawn 준비·package path를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node name/namespace와 parameter key를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blocks/F_integration/M21_launch_yaml_rosbag/complete/agv_ws/src || true</a:t>
            </a:r>
            <a:r>
              <a:rPr/>
              <a:t>cp -a my_agv_ws/src my_agv_ws/src_before_M21</a:t>
            </a:r>
            <a:r>
              <a:rPr/>
              <a:t>cp -a blocks/F_integration/M21_launch_yaml_rosbag/complete/agv_ws/src/.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시뮬레이터: Gazebo GUI와 bridge log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2/2 · M22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자율 AGV 최종 미션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M22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M22</a:t>
            </a:r>
            <a:r>
              <a:rPr/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M21 one-command bringup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모델·주행·bridge·센서·인지·안전·미션·시각화를 하나의 AGV 프로젝트로 연결한다.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 통합 display: 최종 미션에서 RobotModel·TF·sensor·Path·Marker를 함께 확인하는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agv_bringup/launch/agv_sim.launch.py</a:t>
            </a:r>
            <a:r>
              <a:rPr/>
              <a:t>└── agv_bringup/config/mission.yaml</a:t>
            </a:r>
            <a:r>
              <a:rPr/>
              <a:t>└── agv_gazebo/worlds/warehouse.sdf</a:t>
            </a:r>
            <a:r>
              <a:rPr/>
              <a:t>└── agv_mission/agv_mission/mission_manager.py</a:t>
            </a:r>
            <a:r>
              <a:rPr/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Physics/Sensors/Imu plugin → 환경 → include AGV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World를 다시 열면 Imu system이 /imu/data의 원천을 생성한다.</a:t>
            </a:r>
            <a:r>
              <a:rPr/>
              <a:t>화면/출력: Gazebo World와 IMU terminal의 frame_id·publish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~/ros2_curri/my_agv_ws/src/agv_bringup/launch</a:t>
            </a:r>
            <a:r>
              <a:rPr/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DeclareLaunchArgument, IncludeLaunchDescription</a:t>
            </a:r>
            <a:r>
              <a:rPr/>
              <a:t>from launch.conditions import IfCondition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Command, LaunchConfiguration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  <a:r>
              <a:rPr/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description = get_package_share_directory('agv_description')</a:t>
            </a:r>
            <a:r>
              <a:rPr/>
              <a:t>    gazebo = get_package_share_directory('agv_gazebo')</a:t>
            </a:r>
            <a:r>
              <a:rPr/>
              <a:t>    xacro_file = os.path.join(description, 'urdf', 'agv.urdf.xacro')</a:t>
            </a:r>
            <a:r>
              <a:rPr/>
              <a:t>    robot_description = ParameterValue(Command(['xacro ', xacro_file]), value_type=str)</a:t>
            </a:r>
            <a:r>
              <a:rPr/>
              <a:t>    return LaunchDescription([DeclareLaunchArgument('rviz', default_value='true',</a:t>
            </a:r>
            <a:r>
              <a:rPr/>
              <a:t>        description='Start RViz2'), DeclareLaunchArgument('autonomy', default_value='true',</a:t>
            </a:r>
            <a:r>
              <a:rPr/>
              <a:t>         description='Start mission and safety nodes'),</a:t>
            </a:r>
            <a:r>
              <a:rPr/>
              <a:t>        IncludeLaunchDescription(PythonLaunchDescriptionSource(os.path.join(gazebo, 'launch',</a:t>
            </a:r>
            <a:r>
              <a:rPr/>
              <a:t>         'gazebo.launch.py'))), Node(package='robot_state_publisher', executable='robot_state_publisher',</a:t>
            </a:r>
            <a:r>
              <a:rPr/>
              <a:t>         parameters=[os.path.join(bringup, 'config', 'robot.yaml'),</a:t>
            </a:r>
            <a:r>
              <a:rPr/>
              <a:t>        {'robot_description': robot_description}]), Node(package='agv_sensors',</a:t>
            </a:r>
            <a:r>
              <a:rPr/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'sensors.yaml')]), Node(package='agv_sensors', executable='imu_monitor',</a:t>
            </a:r>
            <a:r>
              <a:rPr/>
              <a:t>        parameters=[os.path.join(bringup, 'config', 'sensors.yaml')]), Node(package='agv_sensors',</a:t>
            </a:r>
            <a:r>
              <a:rPr/>
              <a:t>         executable='odom_path', parameters=[{'use_sim_time': True}]), Node(package='agv_vision',</a:t>
            </a:r>
            <a:r>
              <a:rPr/>
              <a:t>         executable='yolo_node', parameters=[os.path.join(bringup, 'config',</a:t>
            </a:r>
            <a:r>
              <a:rPr/>
              <a:t>        'vision.yaml')]), Node(package='agv_mission', executable='mission_manager',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Node(package='agv_mission',</a:t>
            </a:r>
            <a:r>
              <a:rPr/>
              <a:t>         executable='mission_markers', parameters=[os.path.join(bringup, 'config',</a:t>
            </a:r>
            <a:r>
              <a:rPr/>
              <a:t>        'mission.yaml')], condition=IfCondition(LaunchConfiguration('autonomy'))),</a:t>
            </a:r>
            <a:r>
              <a:rPr/>
              <a:t>        Node(package='agv_control', executable='safety_controller',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executable='rviz2', arguments=['-d', os.path.join(description, 'rviz',</a:t>
            </a:r>
            <a:r>
              <a:rPr/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~/ros2_curri/my_agv_ws/src/agv_gazebo/worlds</a:t>
            </a:r>
            <a:r>
              <a:rPr/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name="warehouse"&gt;</a:t>
            </a:r>
            <a:r>
              <a:rPr/>
              <a:t>    </a:t>
            </a:r>
            <a:r>
              <a:rPr/>
              <a:t>  </a:t>
            </a:r>
            <a:r>
              <a:rPr/>
              <a:t>    &lt;gravity&gt;0 0 -9.8&lt;/gravity&gt;</a:t>
            </a:r>
            <a:r>
              <a:rPr/>
              <a:t>    </a:t>
            </a:r>
            <a:r>
              <a:rPr/>
              <a:t>  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name="gz::sim::systems::SceneBroadcaster"/&gt;</a:t>
            </a:r>
            <a:r>
              <a:rPr/>
              <a:t>    &lt;plugin filename="gz-sim-imu-system" name="gz::sim::systems::Imu"/&gt;</a:t>
            </a:r>
            <a:r>
              <a:rPr/>
              <a:t>    &lt;plugin filename="gz-sim-sensors-system" name="gz::sim::systems::Sensors"/&gt;</a:t>
            </a:r>
            <a:r>
              <a:rPr/>
              <a:t>    </a:t>
            </a:r>
            <a:r>
              <a:rPr/>
              <a:t>  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  &lt;cast_shadows&gt;true&lt;/cast_shadows&gt;</a:t>
            </a:r>
            <a:r>
              <a:rPr/>
              <a:t>      &lt;direction&gt;-0.5 0.1 -0.9&lt;/direction&gt;</a:t>
            </a:r>
            <a:r>
              <a:rPr/>
              <a:t>    &lt;/light&gt;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&lt;diffuse&gt;0.65 0.65 0.65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&lt;model name="wall_north"&gt;</a:t>
            </a:r>
            <a:r>
              <a:rPr/>
              <a:t>      &lt;static&gt;true&lt;/static&gt;</a:t>
            </a:r>
            <a:r>
              <a:rPr/>
              <a:t>      &lt;pose&gt;0 4 1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&lt;/collision&gt;</a:t>
            </a: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name="obstacle"&gt;</a:t>
            </a:r>
            <a:r>
              <a:rPr/>
              <a:t>      &lt;static&gt;true&lt;/static&gt;</a:t>
            </a:r>
            <a:r>
              <a:rPr/>
              <a:t>      &lt;pose&gt;1.5 -1.0 0.4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0.7 0.1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  &lt;model name="target"&gt;</a:t>
            </a:r>
            <a:r>
              <a:rPr/>
              <a:t>      &lt;static&gt;true&lt;/static&gt;</a:t>
            </a:r>
            <a:r>
              <a:rPr/>
              <a:t>      &lt;pose&gt;1.5 0 0.5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0.05 0.05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  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~/ros2_curri/my_agv_ws/src/agv_mission/agv_mission</a:t>
            </a:r>
            <a:r>
              <a:rPr/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std_msgs.msg import Float32, String</a:t>
            </a:r>
            <a:r>
              <a:rPr/>
              <a:t>from agv_interfaces.msg import DetectionArray</a:t>
            </a:r>
            <a:r>
              <a:rPr/>
              <a:t>class MissionManager(Node):</a:t>
            </a:r>
            <a:r>
              <a:rPr/>
              <a:t>    def __init__(self):</a:t>
            </a:r>
            <a:r>
              <a:rPr/>
              <a:t>        super().__init__('mission_manager')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self.declare_parameter('search_speed', 0.25)</a:t>
            </a:r>
            <a:r>
              <a:rPr/>
              <a:t>        self.declare_parameter('approach_speed', 0.15)</a:t>
            </a:r>
            <a:r>
              <a:rPr/>
              <a:t>        self.declare_parameter('image_center_x', 320)</a:t>
            </a:r>
            <a:r>
              <a:rPr/>
              <a:t>        self.declare_parameter('target_timeout_sec', 0.7)</a:t>
            </a:r>
            <a:r>
              <a:rPr/>
              <a:t>        self.state = 'IDLE'</a:t>
            </a:r>
            <a:r>
              <a:rPr/>
              <a:t>        self.obstacle_distance = math.inf</a:t>
            </a:r>
            <a:r>
              <a:rPr/>
              <a:t>        self.target = None</a:t>
            </a:r>
            <a:r>
              <a:rPr/>
              <a:t>        self.last_target_time = None</a:t>
            </a:r>
            <a:r>
              <a:rPr/>
              <a:t>        self.create_subscription(Float32, '/obstacle_distance', self.obstacle_callback,</a:t>
            </a:r>
            <a:r>
              <a:rPr/>
              <a:t>            10)</a:t>
            </a:r>
            <a:r>
              <a:rPr/>
              <a:t>        self.create_subscription(DetectionArray, '/detections', self.detections_callback,</a:t>
            </a:r>
            <a:r>
              <a:rPr/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 = self.create_publisher(Twist, '/cmd_vel_raw', 10)</a:t>
            </a:r>
            <a:r>
              <a:rPr/>
              <a:t>        self.state_publisher = self.create_publisher(String, '/mission_state', 10)</a:t>
            </a:r>
            <a:r>
              <a:rPr/>
              <a:t>        self.create_timer(0.1, self.tick)</a:t>
            </a:r>
            <a:r>
              <a:rPr/>
              <a:t>    def obstacle_callback(self, message):</a:t>
            </a:r>
            <a:r>
              <a:rPr/>
              <a:t>        self.obstacle_distance = message.data</a:t>
            </a:r>
            <a:r>
              <a:rPr/>
              <a:t>    def detections_callback(self, message):</a:t>
            </a:r>
            <a:r>
              <a:rPr/>
              <a:t>        if message.detections:</a:t>
            </a:r>
            <a:r>
              <a:rPr/>
              <a:t>            self.target = message.detections[0]</a:t>
            </a:r>
            <a:r>
              <a:rPr/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set_state(self, state):</a:t>
            </a:r>
            <a:r>
              <a:rPr/>
              <a:t>        if state != self.state:</a:t>
            </a:r>
            <a:r>
              <a:rPr/>
              <a:t>            self.state = state</a:t>
            </a:r>
            <a:r>
              <a:rPr/>
              <a:t>            self.get_logger().info('mission state -&gt; ' + state)</a:t>
            </a:r>
            <a:r>
              <a:rPr/>
              <a:t>        self.state_publisher.publish(String(data=self.state))</a:t>
            </a:r>
            <a:r>
              <a:rPr/>
              <a:t>    def tick(self):</a:t>
            </a:r>
            <a:r>
              <a:rPr/>
              <a:t>        command = Twist()</a:t>
            </a:r>
            <a:r>
              <a:rPr/>
              <a:t>        if self.last_target_time is not None:</a:t>
            </a:r>
            <a:r>
              <a:rPr/>
              <a:t>            age = (self.get_clock().now() - self.last_target_time).nanoseconds / 1000000000.0</a:t>
            </a:r>
            <a:r>
              <a:rPr/>
              <a:t>            if age &gt; self.get_parameter('target_timeout_sec').value:</a:t>
            </a:r>
            <a:r>
              <a:rPr/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&lt; self.get_parameter('stop_distance').value:</a:t>
            </a:r>
            <a:r>
              <a:rPr/>
              <a:t>            self.set_state('AVOID')</a:t>
            </a:r>
            <a:r>
              <a:rPr/>
              <a:t>            command.angular.z = self.get_parameter('search_speed').value</a:t>
            </a:r>
            <a:r>
              <a:rPr/>
              <a:t>        elif self.target is None:</a:t>
            </a:r>
            <a:r>
              <a:rPr/>
              <a:t>            self.set_state('SEARCH')</a:t>
            </a:r>
            <a:r>
              <a:rPr/>
              <a:t>            command.angular.z = self.get_parameter('search_speed').value</a:t>
            </a:r>
            <a:r>
              <a:rPr/>
              <a:t>        elif self.target.estimated_distance &gt; 0.0 and self.target.estimated_distance &lt; self.get_parameter('stop_distance').value:</a:t>
            </a:r>
            <a:r>
              <a:rPr/>
              <a:t>            self.set_state('GOAL')</a:t>
            </a:r>
            <a:r>
              <a:rPr/>
              <a:t>        else:</a:t>
            </a:r>
            <a:r>
              <a:rPr/>
              <a:t>            self.set_state('APPROACH')</a:t>
            </a:r>
            <a:r>
              <a:rPr/>
              <a:t>            command.linear.x = self.get_parameter('approach_speed').value</a:t>
            </a:r>
            <a:r>
              <a:rPr/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max(min(-0.004 * error, 0.6), -0.6)</a:t>
            </a:r>
            <a:r>
              <a:rPr/>
              <a:t>        self.command_publisher.publish(command)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MissionManager()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sensor_msgs.msg import LaserScan</a:t>
            </a:r>
            <a:r>
              <a:rPr/>
              <a:t>class SafetyController(Node):</a:t>
            </a:r>
            <a:r>
              <a:rPr/>
              <a:t>    """Pass a desired command through unless an obstacle is within stop_distance."""</a:t>
            </a:r>
            <a:r>
              <a:rPr/>
              <a:t>    def __init__(self):</a:t>
            </a:r>
            <a:r>
              <a:rPr/>
              <a:t>        super().__init__('safety_controller')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self.declare_parameter('front_half_angle_deg', 15.0)</a:t>
            </a:r>
            <a:r>
              <a:rPr/>
              <a:t>        self.obstacle_distance = math.inf</a:t>
            </a:r>
            <a:r>
              <a:rPr/>
              <a:t>        self.create_subscription(LaserScan, '/scan', self.scan_callback, 10)</a:t>
            </a:r>
            <a:r>
              <a:rPr/>
              <a:t>        self.create_subscription(Twist, '/cmd_vel_raw', self.command_callback, 10)</a:t>
            </a:r>
            <a:r>
              <a:rPr/>
              <a:t>        self.publisher = self.create_publisher(Twist, '/cmd_vel', 10)</a:t>
            </a:r>
            <a:r>
              <a:rPr/>
              <a:t>    def scan_callback(self, scan):</a:t>
            </a:r>
            <a:r>
              <a:rPr/>
              <a:t>        limit = math.radians(self.get_parameter('front_half_angle_deg').value)</a:t>
            </a:r>
            <a:r>
              <a:rPr/>
              <a:t>        readings = [value for index,</a:t>
            </a:r>
            <a:r>
              <a:rPr/>
              <a:t>            value in enumerate(scan.ranges) if abs(scan.angle_min + index * scan.angle_increment) &lt;= limit and math.isfinite(value)]</a:t>
            </a:r>
            <a:r>
              <a:rPr/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command_callback(self, command):</a:t>
            </a:r>
            <a:r>
              <a:rPr/>
              <a:t>        safe = Twist()</a:t>
            </a:r>
            <a:r>
              <a:rPr/>
              <a:t>        if self.obstacle_distance &gt;= self.get_parameter('stop_distance').value or command.linear.x &lt;= 0.0:</a:t>
            </a:r>
            <a:r>
              <a:rPr/>
              <a:t>            safe = command</a:t>
            </a:r>
            <a:r>
              <a:rPr/>
              <a:t>        else:</a:t>
            </a:r>
            <a:r>
              <a:rPr/>
              <a:t>            self.get_logger().warn('obstacle at %.2f m: stopping forward command' % self.obstacle_distance)</a:t>
            </a:r>
            <a:r>
              <a:rPr/>
              <a:t>        self.publisher.publish(safe)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SafetyController()</a:t>
            </a:r>
            <a:r>
              <a:rPr/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같은 ROS/Gazebo 조합과 workspace overlay가 결과 재현의 시작점이다.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cd ~/ros2_curri/my_agv_ws</a:t>
            </a:r>
            <a:r>
              <a:rPr/>
              <a:t>colcon build --symlink-install</a:t>
            </a:r>
            <a:r>
              <a:rPr/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최종 launch가 Gazebo·bridge·TF·sensor·mission·safety를 조립한다.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화면만이 아니라 topic·log·bag을 함께 남겨야 다른 사람이 검증할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list</a:t>
            </a:r>
            <a:r>
              <a:rPr/>
              <a:t>ros2 bag record -o ~/agv_final_bag /scan /imu/data /odom /camera/image_raw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 &amp;&amp; source install/setup.bash</a:t>
            </a:r>
            <a:r>
              <a:rPr/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--show-args</a:t>
            </a:r>
            <a:r>
              <a:rPr/>
              <a:t>ros2 node list</a:t>
            </a:r>
            <a:r>
              <a:rPr/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 순서·namespace·config 경로를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header.frame_id와 TF tree를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physics collision·friction·inertia를 M07 순서로 점검한다.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79008"/>
            <a:ext cx="10607040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</a:t>
            </a:r>
            <a:r>
              <a:rPr/>
              <a:t>④ 이름/타입/단위 ⑤ build·source 후 재실행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blocks/F_integration/M22_final_project/complete/agv_ws/src || true</a:t>
            </a:r>
            <a:r>
              <a:rPr/>
              <a:t>cp -a my_agv_ws/src my_agv_ws/src_before_M22</a:t>
            </a:r>
            <a:r>
              <a:rPr/>
              <a:t>cp -a blocks/F_integration/M22_final_project/complete/agv_ws/src/.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