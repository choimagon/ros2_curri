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9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통합·재현·최종 프로젝트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M21 → M22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F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061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1/2 · M21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M21</a:t>
            </a:r>
            <a:r>
              <a:rPr/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agv_bringup/config/robot.yaml</a:t>
            </a:r>
            <a:r>
              <a:rPr/>
              <a:t>└── agv_bringup/config/sensors.yaml</a:t>
            </a:r>
            <a:r>
              <a:rPr/>
              <a:t>└── agv_bringup/config/vision.yaml</a:t>
            </a:r>
            <a:r>
              <a:rPr/>
              <a:t>└── agv_bringup/config/mission.yaml</a:t>
            </a:r>
            <a:r>
              <a:rPr/>
              <a:t>└── agv_control/config/controllers.yaml</a:t>
            </a:r>
            <a:r>
              <a:rPr/>
              <a:t>└── agv_bringup/launch/agv_sim.launch.py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&lt;name&gt;agv_bringup&lt;/name&gt;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&lt;description&gt;One-command launch and parameter files for the educational</a:t>
            </a:r>
            <a:r>
              <a:rPr/>
              <a:t>    AGV.&lt;/description&gt;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&lt;exec_depend&gt;agv_description&lt;/exec_depend&gt;</a:t>
            </a:r>
            <a:r>
              <a:rPr/>
              <a:t>  &lt;exec_depend&gt;agv_gazebo&lt;/exec_depend&gt;</a:t>
            </a:r>
            <a:r>
              <a:rPr/>
              <a:t>  &lt;exec_depend&gt;agv_control&lt;/exec_depend&gt;</a:t>
            </a:r>
            <a:r>
              <a:rPr/>
              <a:t>  &lt;exec_depend&gt;agv_sensors&lt;/exec_depend&gt;</a:t>
            </a:r>
            <a:r>
              <a:rPr/>
              <a:t>  &lt;exec_depend&gt;agv_vision&lt;/exec_depend&gt;</a:t>
            </a:r>
            <a:r>
              <a:rPr/>
              <a:t>  &lt;exec_depend&gt;agv_mission&lt;/exec_depend&gt;</a:t>
            </a:r>
            <a:r>
              <a:rPr/>
              <a:t>  &lt;exec_depend&gt;robot_state_publisher&lt;/exec_depend&gt;</a:t>
            </a:r>
            <a:r>
              <a:rPr/>
              <a:t>  &lt;exec_depend&gt;rviz2&lt;/exec_depend&gt;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'agv_bringup'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'/config', glob('config/*.yaml'))],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~/ros2_curri/my_agv_ws/src/agv_bringup/config/robot.yaml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 LaunchDescription([DeclareLaunchArgument('rviz',</a:t>
            </a:r>
            <a:r>
              <a:rPr/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description='Start RViz2'),</a:t>
            </a:r>
            <a:r>
              <a:rPr/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'gazebo.launch.py'))),</a:t>
            </a:r>
            <a:r>
              <a:rPr/>
              <a:t>Node(package='robot_state_publisher',</a:t>
            </a:r>
            <a:r>
              <a:rPr/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</a:t>
            </a:r>
            <a:r>
              <a:rPr/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launch_arguments={'gz_args': '-r ' + world}.items()),</a:t>
            </a:r>
            <a:r>
              <a:rPr/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executable='parameter_bridge', parameters=[{'config_file':</a:t>
            </a:r>
            <a:r>
              <a:rPr/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~/ros2_curri/my_agv_ws/src -path '*/config/*.yaml' -type f | sort</a:t>
            </a:r>
            <a:r>
              <a:rPr/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~/agv_bag_01 \</a:t>
            </a:r>
            <a:r>
              <a:rPr/>
              <a:t>  /scan /imu/data /odom /camera/image_raw</a:t>
            </a:r>
            <a:r>
              <a:rPr/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launch agv_bringup agv_sim.launch.py</a:t>
            </a:r>
            <a:r>
              <a:rPr/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순서·spawn 준비·package path를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node name/namespace와 parameter key를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blocks/F_integration/M21_launch_yaml_rosbag/complete/agv_ws/src || true</a:t>
            </a:r>
            <a:r>
              <a:rPr/>
              <a:t>cp -a my_agv_ws/src my_agv_ws/src_before_M21</a:t>
            </a:r>
            <a:r>
              <a:rPr/>
              <a:t>cp -a blocks/F_integration/M21_launch_yaml_rosbag/complete/agv_ws/src/.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시뮬레이터: Gazebo GUI와 bridge log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2/2 · M22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M22</a:t>
            </a:r>
            <a:r>
              <a:rPr/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agv_bringup/launch/agv_sim.launch.py</a:t>
            </a:r>
            <a:r>
              <a:rPr/>
              <a:t>└── agv_bringup/config/mission.yaml</a:t>
            </a:r>
            <a:r>
              <a:rPr/>
              <a:t>└── agv_gazebo/worlds/warehouse.sdf</a:t>
            </a:r>
            <a:r>
              <a:rPr/>
              <a:t>└── agv_mission/agv_mission/mission_manager.py</a:t>
            </a:r>
            <a:r>
              <a:rPr/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 LaunchDescription([DeclareLaunchArgument('rviz',</a:t>
            </a:r>
            <a:r>
              <a:rPr/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description='Start RViz2'),</a:t>
            </a:r>
            <a:r>
              <a:rPr/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'gazebo.launch.py'))),</a:t>
            </a:r>
            <a:r>
              <a:rPr/>
              <a:t>Node(package='robot_state_publisher',</a:t>
            </a:r>
            <a:r>
              <a:rPr/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self.create_subscription(Float32, '/obstacle_distance',</a:t>
            </a:r>
            <a:r>
              <a:rPr/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self.command_publisher = self.create_publisher(Twist,</a:t>
            </a:r>
            <a:r>
              <a:rPr/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self.create_subscription(LaserScan, '/scan',</a:t>
            </a:r>
            <a:r>
              <a:rPr/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limit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self.get_logger().warn('obstacle at %.2f m: stopping</a:t>
            </a:r>
            <a:r>
              <a:rPr/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cd ~/ros2_curri/my_agv_ws</a:t>
            </a:r>
            <a:r>
              <a:rPr/>
              <a:t>colcon build --symlink-install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순서·namespace·config 경로를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header.frame_id와 TF tree를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physics collision·friction·inertia를 M07 순서로 점검한다.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</a:t>
            </a:r>
            <a:r>
              <a:rPr/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blocks/F_integration/M22_final_project/complete/agv_ws/src || true</a:t>
            </a:r>
            <a:r>
              <a:rPr/>
              <a:t>cp -a my_agv_ws/src my_agv_ws/src_before_M22</a:t>
            </a:r>
            <a:r>
              <a:rPr/>
              <a:t>cp -a blocks/F_integration/M22_final_project/complete/agv_ws/src/.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