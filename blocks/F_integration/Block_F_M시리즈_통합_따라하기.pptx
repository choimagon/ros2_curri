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흩어진 숫자와 수동 실행을 YAML·Launch·rosbag2로 재현 가능한 실행으로 묶는다.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한 launch 명령·YAML parameter·rosbag record/replay 명령을 설명하고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이전=M20 controller, 다음=M22 final mission을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~/ros2_curri/my_agv_ws/install/setup.bash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흩어진 숫자와 수동 실행을 YAML·Launch·rosbag2로 재현 가능한 실행으로 묶는다.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한 launch 명령·YAML parameter·rosbag record/replay 명령을 설명하고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한 launch 명령·YAML parameter·rosbag record/replay 명령을 설명하고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명령·설정과 화면의 topic·frame·결과 이름을 대조합니다.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package의 이름·의존성·빌드 도구를 선언하는 manifest</a:t>
            </a:r>
          </a:p>
          <a:p>
            <a:r>
              <a:t>[실행] mkdir -p ~/ros2_curri/my_agv_ws/src/agv_bringup</a:t>
            </a:r>
          </a:p>
          <a:p>
            <a:r>
              <a:t>nano ~/ros2_curri/my_agv_ws/src/agv_bringup/package.xml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~/ros2_curri/my_agv_ws/src/agv_bringup/package.xml의 1/3 구현 블록을 직접 입력한다.</a:t>
            </a:r>
          </a:p>
          <a:p>
            <a:r>
              <a:t>[실행] nano ~/ros2_curri/my_agv_ws/src/agv_bringup/package.xml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~/ros2_curri/my_agv_ws/src/agv_bringup/package.xml의 2/3 구현 블록을 직접 입력한다.</a:t>
            </a:r>
          </a:p>
          <a:p>
            <a:r>
              <a:t>[실행] nano ~/ros2_curri/my_agv_ws/src/agv_bringup/package.xml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~/ros2_curri/my_agv_ws/src/agv_bringup/package.xml의 3/3 구현 블록을 직접 입력한다.</a:t>
            </a:r>
          </a:p>
          <a:p>
            <a:r>
              <a:t>[실행] nano ~/ros2_curri/my_agv_ws/src/agv_bringup/package.xml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Python package 파일과 ros2 run 실행 이름을 install하는 설정</a:t>
            </a:r>
          </a:p>
          <a:p>
            <a:r>
              <a:t>[실행] mkdir -p ~/ros2_curri/my_agv_ws/src/agv_bringup</a:t>
            </a:r>
          </a:p>
          <a:p>
            <a:r>
              <a:t>nano ~/ros2_curri/my_agv_ws/src/agv_bringup/setup.py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~/ros2_curri/my_agv_ws/src/agv_bringup/setup.py의 1/1 구현 블록을 직접 입력한다.</a:t>
            </a:r>
          </a:p>
          <a:p>
            <a:r>
              <a:t>[실행] nano ~/ros2_curri/my_agv_ws/src/agv_bringup/setup.py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실행 시 읽히는 ROS 2 설정값</a:t>
            </a:r>
          </a:p>
          <a:p>
            <a:r>
              <a:t>[실행] mkdir -p ~/ros2_curri/my_agv_ws/src/agv_bringup/config</a:t>
            </a:r>
          </a:p>
          <a:p>
            <a:r>
              <a:t>nano ~/ros2_curri/my_agv_ws/src/agv_bringup/config/robot.yaml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~/ros2_curri/my_agv_ws/src/agv_bringup/config/robot.yaml의 1/1 구현 블록을 직접 입력한다.</a:t>
            </a:r>
          </a:p>
          <a:p>
            <a:r>
              <a:t>[실행] nano ~/ros2_curri/my_agv_ws/src/agv_bringup/config/robot.yaml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센서 처리 노드가 공통으로 사용할 use_sim_time 등 실행 파라미터</a:t>
            </a:r>
          </a:p>
          <a:p>
            <a:r>
              <a:t>[실행] mkdir -p ~/ros2_curri/my_agv_ws/src/agv_bringup/config</a:t>
            </a:r>
          </a:p>
          <a:p>
            <a:r>
              <a:t>nano ~/ros2_curri/my_agv_ws/src/agv_bringup/config/sensors.yaml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~/ros2_curri/my_agv_ws/src/agv_bringup/config/sensors.yaml의 1/1 구현 블록을 직접 입력한다.</a:t>
            </a:r>
          </a:p>
          <a:p>
            <a:r>
              <a:t>[실행] nano ~/ros2_curri/my_agv_ws/src/agv_bringup/config/sensors.yaml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실행 시 읽히는 ROS 2 설정값</a:t>
            </a:r>
          </a:p>
          <a:p>
            <a:r>
              <a:t>[실행] mkdir -p ~/ros2_curri/my_agv_ws/src/agv_bringup/config</a:t>
            </a:r>
          </a:p>
          <a:p>
            <a:r>
              <a:t>nano ~/ros2_curri/my_agv_ws/src/agv_bringup/config/vision.yaml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~/ros2_curri/my_agv_ws/src/agv_bringup/config/vision.yaml의 1/1 구현 블록을 직접 입력한다.</a:t>
            </a:r>
          </a:p>
          <a:p>
            <a:r>
              <a:t>[실행] nano ~/ros2_curri/my_agv_ws/src/agv_bringup/config/vision.yaml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실행 시 읽히는 ROS 2 설정값</a:t>
            </a:r>
          </a:p>
          <a:p>
            <a:r>
              <a:t>[실행] mkdir -p ~/ros2_curri/my_agv_ws/src/agv_bringup/config</a:t>
            </a:r>
          </a:p>
          <a:p>
            <a:r>
              <a:t>nano ~/ros2_curri/my_agv_ws/src/agv_bringup/config/mission.yaml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~/ros2_curri/my_agv_ws/src/agv_bringup/config/mission.yaml의 1/2 구현 블록을 직접 입력한다.</a:t>
            </a:r>
          </a:p>
          <a:p>
            <a:r>
              <a:t>[실행] nano ~/ros2_curri/my_agv_ws/src/agv_bringup/config/mission.yaml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~/ros2_curri/my_agv_ws/src/agv_bringup/config/mission.yaml의 2/2 구현 블록을 직접 입력한다.</a:t>
            </a:r>
          </a:p>
          <a:p>
            <a:r>
              <a:t>[실행] nano ~/ros2_curri/my_agv_ws/src/agv_bringup/config/mission.yaml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실행 시 읽히는 ROS 2 설정값</a:t>
            </a:r>
          </a:p>
          <a:p>
            <a:r>
              <a:t>[실행] mkdir -p ~/ros2_curri/my_agv_ws/src/agv_control/config</a:t>
            </a:r>
          </a:p>
          <a:p>
            <a:r>
              <a:t>nano ~/ros2_curri/my_agv_ws/src/agv_control/config/controllers.yaml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~/ros2_curri/my_agv_ws/src/agv_control/config/controllers.yaml의 1/2 구현 블록을 직접 입력한다.</a:t>
            </a:r>
          </a:p>
          <a:p>
            <a:r>
              <a:t>[실행] nano ~/ros2_curri/my_agv_ws/src/agv_control/config/controllers.yaml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~/ros2_curri/my_agv_ws/src/agv_control/config/controllers.yaml의 2/2 구현 블록을 직접 입력한다.</a:t>
            </a:r>
          </a:p>
          <a:p>
            <a:r>
              <a:t>[실행] nano ~/ros2_curri/my_agv_ws/src/agv_control/config/controllers.yaml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여러 ROS 2 node를 시작 순서대로 조립하는 launch 파일</a:t>
            </a:r>
          </a:p>
          <a:p>
            <a:r>
              <a:t>[실행] mkdir -p ~/ros2_curri/my_agv_ws/src/agv_bringup/launch</a:t>
            </a:r>
          </a:p>
          <a:p>
            <a:r>
              <a:t>nano ~/ros2_curri/my_agv_ws/src/agv_bringup/launch/agv_sim.launch.py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~/ros2_curri/my_agv_ws/src/agv_bringup/launch/agv_sim.launch.py의 1/4 구현 블록을 직접 입력한다.</a:t>
            </a:r>
          </a:p>
          <a:p>
            <a:r>
              <a:t>[실행] nano ~/ros2_curri/my_agv_ws/src/agv_bringup/launch/agv_sim.launch.py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~/ros2_curri/my_agv_ws/src/agv_bringup/launch/agv_sim.launch.py의 2/4 구현 블록을 직접 입력한다.</a:t>
            </a:r>
          </a:p>
          <a:p>
            <a:r>
              <a:t>[실행] nano ~/ros2_curri/my_agv_ws/src/agv_bringup/launch/agv_sim.launch.py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~/ros2_curri/my_agv_ws/src/agv_bringup/launch/agv_sim.launch.py의 3/4 구현 블록을 직접 입력한다.</a:t>
            </a:r>
          </a:p>
          <a:p>
            <a:r>
              <a:t>[실행] nano ~/ros2_curri/my_agv_ws/src/agv_bringup/launch/agv_sim.launch.py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~/ros2_curri/my_agv_ws/src/agv_bringup/launch/agv_sim.launch.py의 4/4 구현 블록을 직접 입력한다.</a:t>
            </a:r>
          </a:p>
          <a:p>
            <a:r>
              <a:t>[실행] nano ~/ros2_curri/my_agv_ws/src/agv_bringup/launch/agv_sim.launch.py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여러 ROS 2 node를 시작 순서대로 조립하는 launch 파일</a:t>
            </a:r>
          </a:p>
          <a:p>
            <a:r>
              <a:t>[실행] mkdir -p ~/ros2_curri/my_agv_ws/src/agv_gazebo/launch</a:t>
            </a:r>
          </a:p>
          <a:p>
            <a:r>
              <a:t>nano ~/ros2_curri/my_agv_ws/src/agv_gazebo/launch/gazebo.launch.py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~/ros2_curri/my_agv_ws/src/agv_gazebo/launch/gazebo.launch.py의 1/2 구현 블록을 직접 입력한다.</a:t>
            </a:r>
          </a:p>
          <a:p>
            <a:r>
              <a:t>[실행] nano ~/ros2_curri/my_agv_ws/src/agv_gazebo/launch/gazebo.launch.py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~/ros2_curri/my_agv_ws/src/agv_gazebo/launch/gazebo.launch.py의 2/2 구현 블록을 직접 입력한다.</a:t>
            </a:r>
          </a:p>
          <a:p>
            <a:r>
              <a:t>[실행] nano ~/ros2_curri/my_agv_ws/src/agv_gazebo/launch/gazebo.launch.py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robot·sensor·vision·mission·controller 값은 실행 코드와 분리한다.</a:t>
            </a:r>
          </a:p>
          <a:p>
            <a:r>
              <a:t>[실행] find ~/ros2_curri/my_agv_ws/src -path '*/config/*.yaml' -type f | sort</a:t>
            </a:r>
          </a:p>
          <a:p>
            <a:r>
              <a:t>ros2 param get /mission_manager stop_distance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launch는 Gazebo, TF, processing, mission, safety의 시작 순서를 한 곳에서 관리한다.</a:t>
            </a:r>
          </a:p>
          <a:p>
            <a:r>
              <a:t>[실행] source ~/ros2_curri/my_agv_ws/install/setup.bash</a:t>
            </a:r>
          </a:p>
          <a:p>
            <a:r>
              <a:t>ros2 launch agv_bringup agv_sim.launch.py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bag은 simulator 재실행 없이 processing 결과를 비교할 입력 데이터다.</a:t>
            </a:r>
          </a:p>
          <a:p>
            <a:r>
              <a:t>[실행] ros2 bag record -o ~/agv_bag_01 \</a:t>
            </a:r>
          </a:p>
          <a:p>
            <a:r>
              <a:t>  /scan /imu/data /odom /camera/image_raw</a:t>
            </a:r>
          </a:p>
          <a:p>
            <a:r>
              <a:t># Ctrl-C 뒤: ros2 bag info ~/agv_bag_01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cd ~/ros2_curri/my_agv_ws &amp;&amp; source install/setup.bash</a:t>
            </a:r>
          </a:p>
          <a:p>
            <a:r>
              <a:t>ros2 launch agv_bringup agv_sim.launch.py</a:t>
            </a:r>
          </a:p>
          <a:p>
            <a:r>
              <a:t># 별도 터미널: ros2 bag record -o ~/agv_bag_01 /scan /imu/data /odom /camera/image_raw</a:t>
            </a:r>
          </a:p>
          <a:p>
            <a:r>
              <a:t>[확인] 한 launch 명령·YAML parameter·rosbag record/replay 명령을 설명하고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launch agv_bringup agv_sim.launch.py --show-args</a:t>
            </a:r>
          </a:p>
          <a:p>
            <a:r>
              <a:t>ros2 node list</a:t>
            </a:r>
          </a:p>
          <a:p>
            <a:r>
              <a:t>ros2 param get /mission_manager stop_distance</a:t>
            </a:r>
          </a:p>
          <a:p>
            <a:r>
              <a:t>[확인] 한 launch 명령·YAML parameter·rosbag record/replay 명령을 설명하고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Complete는 정답 복사본이 아니라 막혔을 때 비교·복구하는 안전망이다.</a:t>
            </a:r>
          </a:p>
          <a:p>
            <a:r>
              <a:t>[실행] cd ~/ros2_curri</a:t>
            </a:r>
          </a:p>
          <a:p>
            <a:r>
              <a:t>diff -ru my_agv_ws/src blocks/F_integration/M21_launch_yaml_rosbag/complete/agv_ws/src || true</a:t>
            </a:r>
          </a:p>
          <a:p>
            <a:r>
              <a:t>cp -a my_agv_ws/src my_agv_ws/src_before_M21</a:t>
            </a:r>
          </a:p>
          <a:p>
            <a:r>
              <a:t>cp -a blocks/F_integration/M21_launch_yaml_rosbag/complete/agv_ws/src/. my_agv_ws/src/</a:t>
            </a:r>
          </a:p>
          <a:p>
            <a:r>
              <a:t>cd my_agv_ws &amp;&amp; colcon build --symlink-install &amp;&amp; source install/setup.bash</a:t>
            </a:r>
          </a:p>
          <a:p>
            <a:r>
              <a:t>[확인] diff에서 내 파일과 Complete의 차이를 설명할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rosbag2 재생 절차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항목이 현재 시스템의 어느 package/topic/file과 연결되는지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증상별 디버깅 도구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항목이 현재 시스템의 어느 package/topic/file과 연결되는지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M22 final mission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모델·주행·bridge·센서·인지·안전·미션·시각화를 하나의 AGV 프로젝트로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한 launch 실행, RViz/Gazebo 확인, mission log, rosbag 기록을 제출 체크리스트로 남긴다.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이전=M21 one-command bringup, 다음=핵심 과정 완료 → SLAM/Nav2 확장을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~/ros2_curri/my_agv_ws/install/setup.bash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모델·주행·bridge·센서·인지·안전·미션·시각화를 하나의 AGV 프로젝트로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한 launch 실행, RViz/Gazebo 확인, mission log, rosbag 기록을 제출 체크리스트로 남긴다.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한 launch 실행, RViz/Gazebo 확인, mission log, rosbag 기록을 제출 체크리스트로 남긴다.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명령·설정과 화면의 topic·frame·결과 이름을 대조합니다.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여러 ROS 2 node를 시작 순서대로 조립하는 launch 파일</a:t>
            </a:r>
          </a:p>
          <a:p>
            <a:r>
              <a:t>[실행] mkdir -p ~/ros2_curri/my_agv_ws/src/agv_bringup/launch</a:t>
            </a:r>
          </a:p>
          <a:p>
            <a:r>
              <a:t>nano ~/ros2_curri/my_agv_ws/src/agv_bringup/launch/agv_sim.launch.py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~/ros2_curri/my_agv_ws/src/agv_bringup/launch/agv_sim.launch.py의 1/4 구현 블록을 직접 입력한다.</a:t>
            </a:r>
          </a:p>
          <a:p>
            <a:r>
              <a:t>[실행] nano ~/ros2_curri/my_agv_ws/src/agv_bringup/launch/agv_sim.launch.py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~/ros2_curri/my_agv_ws/src/agv_bringup/launch/agv_sim.launch.py의 2/4 구현 블록을 직접 입력한다.</a:t>
            </a:r>
          </a:p>
          <a:p>
            <a:r>
              <a:t>[실행] nano ~/ros2_curri/my_agv_ws/src/agv_bringup/launch/agv_sim.launch.py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~/ros2_curri/my_agv_ws/src/agv_bringup/launch/agv_sim.launch.py의 3/4 구현 블록을 직접 입력한다.</a:t>
            </a:r>
          </a:p>
          <a:p>
            <a:r>
              <a:t>[실행] nano ~/ros2_curri/my_agv_ws/src/agv_bringup/launch/agv_sim.launch.py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~/ros2_curri/my_agv_ws/src/agv_bringup/launch/agv_sim.launch.py의 4/4 구현 블록을 직접 입력한다.</a:t>
            </a:r>
          </a:p>
          <a:p>
            <a:r>
              <a:t>[실행] nano ~/ros2_curri/my_agv_ws/src/agv_bringup/launch/agv_sim.launch.py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실행 시 읽히는 ROS 2 설정값</a:t>
            </a:r>
          </a:p>
          <a:p>
            <a:r>
              <a:t>[실행] mkdir -p ~/ros2_curri/my_agv_ws/src/agv_bringup/config</a:t>
            </a:r>
          </a:p>
          <a:p>
            <a:r>
              <a:t>nano ~/ros2_curri/my_agv_ws/src/agv_bringup/config/mission.yaml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~/ros2_curri/my_agv_ws/src/agv_bringup/config/mission.yaml의 1/2 구현 블록을 직접 입력한다.</a:t>
            </a:r>
          </a:p>
          <a:p>
            <a:r>
              <a:t>[실행] nano ~/ros2_curri/my_agv_ws/src/agv_bringup/config/mission.yaml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~/ros2_curri/my_agv_ws/src/agv_bringup/config/mission.yaml의 2/2 구현 블록을 직접 입력한다.</a:t>
            </a:r>
          </a:p>
          <a:p>
            <a:r>
              <a:t>[실행] nano ~/ros2_curri/my_agv_ws/src/agv_bringup/config/mission.yaml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센서·물리 system plugin과 warehouse 환경을 함께 여는 Gazebo World</a:t>
            </a:r>
          </a:p>
          <a:p>
            <a:r>
              <a:t>[실행] mkdir -p ~/ros2_curri/my_agv_ws/src/agv_gazebo/worlds</a:t>
            </a:r>
          </a:p>
          <a:p>
            <a:r>
              <a:t>nano ~/ros2_curri/my_agv_ws/src/agv_gazebo/worlds/warehouse.sdf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1/11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2/11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3/11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4/11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5/11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6/11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7/11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8/11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9/11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10/11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11/11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node 또는 실행 보조 로직</a:t>
            </a:r>
          </a:p>
          <a:p>
            <a:r>
              <a:t>[실행] mkdir -p ~/ros2_curri/my_agv_ws/src/agv_mission/agv_mission</a:t>
            </a:r>
          </a:p>
          <a:p>
            <a:r>
              <a:t>nano ~/ros2_curri/my_agv_ws/src/agv_mission/agv_mission/mission_manager.py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~/ros2_curri/my_agv_ws/src/agv_mission/agv_mission/mission_manager.py의 1/7 구현 블록을 직접 입력한다.</a:t>
            </a:r>
          </a:p>
          <a:p>
            <a:r>
              <a:t>[실행] nano ~/ros2_curri/my_agv_ws/src/agv_mission/agv_mission/mission_manager.py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~/ros2_curri/my_agv_ws/src/agv_mission/agv_mission/mission_manager.py의 2/7 구현 블록을 직접 입력한다.</a:t>
            </a:r>
          </a:p>
          <a:p>
            <a:r>
              <a:t>[실행] nano ~/ros2_curri/my_agv_ws/src/agv_mission/agv_mission/mission_manager.py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~/ros2_curri/my_agv_ws/src/agv_mission/agv_mission/mission_manager.py의 3/7 구현 블록을 직접 입력한다.</a:t>
            </a:r>
          </a:p>
          <a:p>
            <a:r>
              <a:t>[실행] nano ~/ros2_curri/my_agv_ws/src/agv_mission/agv_mission/mission_manager.py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~/ros2_curri/my_agv_ws/src/agv_mission/agv_mission/mission_manager.py의 4/7 구현 블록을 직접 입력한다.</a:t>
            </a:r>
          </a:p>
          <a:p>
            <a:r>
              <a:t>[실행] nano ~/ros2_curri/my_agv_ws/src/agv_mission/agv_mission/mission_manager.py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~/ros2_curri/my_agv_ws/src/agv_mission/agv_mission/mission_manager.py의 5/7 구현 블록을 직접 입력한다.</a:t>
            </a:r>
          </a:p>
          <a:p>
            <a:r>
              <a:t>[실행] nano ~/ros2_curri/my_agv_ws/src/agv_mission/agv_mission/mission_manager.py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~/ros2_curri/my_agv_ws/src/agv_mission/agv_mission/mission_manager.py의 6/7 구현 블록을 직접 입력한다.</a:t>
            </a:r>
          </a:p>
          <a:p>
            <a:r>
              <a:t>[실행] nano ~/ros2_curri/my_agv_ws/src/agv_mission/agv_mission/mission_manager.py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~/ros2_curri/my_agv_ws/src/agv_mission/agv_mission/mission_manager.py의 7/7 구현 블록을 직접 입력한다.</a:t>
            </a:r>
          </a:p>
          <a:p>
            <a:r>
              <a:t>[실행] nano ~/ros2_curri/my_agv_ws/src/agv_mission/agv_mission/mission_manager.py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node 또는 실행 보조 로직</a:t>
            </a:r>
          </a:p>
          <a:p>
            <a:r>
              <a:t>[실행] mkdir -p ~/ros2_curri/my_agv_ws/src/agv_control/agv_control</a:t>
            </a:r>
          </a:p>
          <a:p>
            <a:r>
              <a:t>nano ~/ros2_curri/my_agv_ws/src/agv_control/agv_control/safety_controller.py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~/ros2_curri/my_agv_ws/src/agv_control/agv_control/safety_controller.py의 1/4 구현 블록을 직접 입력한다.</a:t>
            </a:r>
          </a:p>
          <a:p>
            <a:r>
              <a:t>[실행] nano ~/ros2_curri/my_agv_ws/src/agv_control/agv_control/safety_controller.py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~/ros2_curri/my_agv_ws/src/agv_control/agv_control/safety_controller.py의 2/4 구현 블록을 직접 입력한다.</a:t>
            </a:r>
          </a:p>
          <a:p>
            <a:r>
              <a:t>[실행] nano ~/ros2_curri/my_agv_ws/src/agv_control/agv_control/safety_controller.py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~/ros2_curri/my_agv_ws/src/agv_control/agv_control/safety_controller.py의 3/4 구현 블록을 직접 입력한다.</a:t>
            </a:r>
          </a:p>
          <a:p>
            <a:r>
              <a:t>[실행] nano ~/ros2_curri/my_agv_ws/src/agv_control/agv_control/safety_controller.py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~/ros2_curri/my_agv_ws/src/agv_control/agv_control/safety_controller.py의 4/4 구현 블록을 직접 입력한다.</a:t>
            </a:r>
          </a:p>
          <a:p>
            <a:r>
              <a:t>[실행] nano ~/ros2_curri/my_agv_ws/src/agv_control/agv_control/safety_controller.py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같은 ROS/Gazebo 조합과 workspace overlay가 결과 재현의 시작점이다.</a:t>
            </a:r>
          </a:p>
          <a:p>
            <a:r>
              <a:t>[실행] source /opt/ros/jazzy/setup.bash</a:t>
            </a:r>
          </a:p>
          <a:p>
            <a:r>
              <a:t>cd ~/ros2_curri/my_agv_ws</a:t>
            </a:r>
          </a:p>
          <a:p>
            <a:r>
              <a:t>colcon build --symlink-install</a:t>
            </a:r>
          </a:p>
          <a:p>
            <a:r>
              <a:t>source install/setup.bash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최종 launch가 Gazebo·bridge·TF·sensor·mission·safety를 조립한다.</a:t>
            </a:r>
          </a:p>
          <a:p>
            <a:r>
              <a:t>[실행] ros2 launch agv_bringup agv_sim.launch.py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화면만이 아니라 topic·log·bag을 함께 남겨야 다른 사람이 검증할 수 있다.</a:t>
            </a:r>
          </a:p>
          <a:p>
            <a:r>
              <a:t>[실행] ros2 node list</a:t>
            </a:r>
          </a:p>
          <a:p>
            <a:r>
              <a:t>ros2 topic list</a:t>
            </a:r>
          </a:p>
          <a:p>
            <a:r>
              <a:t>ros2 bag record -o ~/agv_final_bag /scan /imu/data /odom /camera/image_raw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cd ~/ros2_curri/my_agv_ws &amp;&amp; source install/setup.bash</a:t>
            </a:r>
          </a:p>
          <a:p>
            <a:r>
              <a:t>ros2 launch agv_bringup agv_sim.launch.py</a:t>
            </a:r>
          </a:p>
          <a:p>
            <a:r>
              <a:t>[확인] 한 launch 실행, RViz/Gazebo 확인, mission log, rosbag 기록을 제출 체크리스트로 남긴다.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launch agv_bringup agv_sim.launch.py --show-args</a:t>
            </a:r>
          </a:p>
          <a:p>
            <a:r>
              <a:t>ros2 node list</a:t>
            </a:r>
          </a:p>
          <a:p>
            <a:r>
              <a:t>ros2 topic list | rg '/scan|/imu/data|/odom|/camera/image_raw|/cmd_vel'</a:t>
            </a:r>
          </a:p>
          <a:p>
            <a:r>
              <a:t>[확인] 한 launch 실행, RViz/Gazebo 확인, mission log, rosbag 기록을 제출 체크리스트로 남긴다.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Complete는 정답 복사본이 아니라 막혔을 때 비교·복구하는 안전망이다.</a:t>
            </a:r>
          </a:p>
          <a:p>
            <a:r>
              <a:t>[실행] cd ~/ros2_curri</a:t>
            </a:r>
          </a:p>
          <a:p>
            <a:r>
              <a:t>diff -ru my_agv_ws/src blocks/F_integration/M22_final_project/complete/agv_ws/src || true</a:t>
            </a:r>
          </a:p>
          <a:p>
            <a:r>
              <a:t>cp -a my_agv_ws/src my_agv_ws/src_before_M22</a:t>
            </a:r>
          </a:p>
          <a:p>
            <a:r>
              <a:t>cp -a blocks/F_integration/M22_final_project/complete/agv_ws/src/. my_agv_ws/src/</a:t>
            </a:r>
          </a:p>
          <a:p>
            <a:r>
              <a:t>cd my_agv_ws &amp;&amp; colcon build --symlink-install &amp;&amp; source install/setup.bash</a:t>
            </a:r>
          </a:p>
          <a:p>
            <a:r>
              <a:t>[확인] diff에서 내 파일과 Complete의 차이를 설명할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최종 미션 시나리오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항목이 현재 시스템의 어느 package/topic/file과 연결되는지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최종 기능 체크표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항목이 현재 시스템의 어느 package/topic/file과 연결되는지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Milestone 1~8 제출 증거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항목이 현재 시스템의 어느 package/topic/file과 연결되는지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실패를 재현 가능하게 기록한다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항목이 현재 시스템의 어느 package/topic/file과 연결되는지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핵심 과정 완료 → SLAM/Nav2 확장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F · M 시리즈 통합 따라 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6949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600" b="1">
                <a:solidFill>
                  <a:srgbClr val="122C4E"/>
                </a:solidFill>
                <a:latin typeface="Noto Sans CJK KR"/>
              </a:defRPr>
            </a:pPr>
            <a:r>
              <a:t>통합·재현·최종 프로젝트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971800"/>
            <a:ext cx="9921240" cy="13716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이 파일은 Block 안의 모든 M 시리즈 PPT를 순서와 발표자 노트까지 유지해 한 번에 볼 수 있도록 합친 자료입니다.</a:t>
            </a:r>
            <a:br/>
            <a:r>
              <a:t>개별 M PPT는 실습 때, 이 통합본은 Block 전체 흐름을 복습·강의할 때 사용합니다.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698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포함 모듈: M21 → M22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000" b="1">
                <a:solidFill>
                  <a:srgbClr val="122C4E"/>
                </a:solidFill>
                <a:latin typeface="Noto Sans CJK KR"/>
              </a:defRPr>
            </a:pPr>
            <a:r>
              <a:t>Block F 커리큘럼 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10652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34416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325880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YAML·Launch·rosbag2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406140"/>
            <a:ext cx="10652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51586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3497580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자율 AGV 최종 미션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53328"/>
            <a:ext cx="1051560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400" b="1">
                <a:solidFill>
                  <a:srgbClr val="2A8B5A"/>
                </a:solidFill>
                <a:latin typeface="Noto Sans CJK KR"/>
              </a:defRPr>
            </a:pPr>
            <a:r>
              <a:t>각 모듈의 완료 조건을 통과한 뒤에만 다음 모듈로 진행합니다.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F · 1/2 · M21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YAML·Launch·rosbag2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M21의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rPr/>
              <a:t>M21 · Block F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Parameter, YAML, Launch, rosbag2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한 launch 명령·YAML parameter·rosbag record/replay 명령을 설명하고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M20 controller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M21</a:t>
            </a:r>
            <a:r>
              <a:rPr/>
              <a:t>Parameter, YAML, Launch, rosbag2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M22 final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한 launch 명령·YAML parameter·rosbag record/replay 명령을 설명하고 확인한다.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M20까지 각 노드를 수동 터미널에서 실행할 수 있는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M20 controller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~/ros2_curri/my_agv_ws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~/ros2_curri/my_agv_ws이고,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흩어진 숫자와 수동 실행을 YAML·Launch·rosbag2로 재현 가능한 실행으로 묶는다.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한 launch 명령·YAML parameter·rosbag record/replay 명령을 설명하고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rPr/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M20 controller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흩어진 숫자와 수동 실행을 YAML·Launch·rosbag2로 재현 가능한 실행으로 묶는다.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한 launch 명령·YAML parameter·rosbag record/replay 명령을 설명하고 확인한다.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이번 모듈에서는 9개 파일을 빈 상태에서 직접 만듭니다. 다음 슬라이드의 명령을 입력한 뒤에만 코드를 작성합니다.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044" y="1389888"/>
            <a:ext cx="5518863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rPr/>
              <a:t>목표 화면: 실제 Gazebo Sim: launch로 World와 AGV를 함께 실행한 화면  |  나중에 확인할 것: 명령·설정과 화면의 topic·frame·결과 이름을 대조합니다.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YAML config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agv_sim.launch.py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nodes + Gazebo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rosbag2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~/ros2_curri/my_agv_ws/src/</a:t>
            </a:r>
            <a:r>
              <a:rPr/>
              <a:t>└── agv_bringup/package.xml</a:t>
            </a:r>
            <a:r>
              <a:rPr/>
              <a:t>└── agv_bringup/setup.py</a:t>
            </a:r>
            <a:r>
              <a:rPr/>
              <a:t>└── agv_bringup/config/robot.yaml</a:t>
            </a:r>
            <a:r>
              <a:rPr/>
              <a:t>└── agv_bringup/config/sensors.yaml</a:t>
            </a:r>
            <a:r>
              <a:rPr/>
              <a:t>└── agv_bringup/config/vision.yaml</a:t>
            </a:r>
            <a:r>
              <a:rPr/>
              <a:t>└── agv_bringup/config/mission.yaml</a:t>
            </a:r>
            <a:r>
              <a:rPr/>
              <a:t>└── agv_control/config/controllers.yaml</a:t>
            </a:r>
            <a:r>
              <a:rPr/>
              <a:t>└── agv_bringup/launch/agv_sim.launch.py</a:t>
            </a:r>
            <a:r>
              <a:rPr/>
              <a:t>└── agv_gazebo/launch/gazebo.launch.py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~/ros2_curri/my_agv_ws/src/agv_bringup/package.xml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package의 이름·의존성·빌드 도구를 선언하는 manifest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package 이름 → buildtool → build/exec dependency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colcon build가 dependency를 해석할 때 사용한다.</a:t>
            </a:r>
            <a:r>
              <a:rPr/>
              <a:t>화면/출력: colcon build 오류와 ros2 pkg prefix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~/ros2_curri/my_agv_ws/src/agv_bringup/setup.py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Python package 파일과 ros2 run 실행 이름을 install하는 설정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packages/data_files → install_requires → entry_points.console_scripts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colcon build·source 뒤 ros2 pkg executables로 확인한다.</a:t>
            </a:r>
            <a:r>
              <a:rPr/>
              <a:t>화면/출력: ros2 pkg executables와 ros2 run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~/ros2_curri/my_agv_ws/src/agv_bringup/config/robot.yaml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실행 시 읽히는 ROS 2 설정값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이름 → type/value → launch에서 전달되는 위치를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launch 실행 뒤 ros2 param/topic 명령으로 확인한다.</a:t>
            </a:r>
            <a:r>
              <a:rPr/>
              <a:t>화면/출력: terminal의 parameter/topic 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~/ros2_curri/my_agv_ws/src/agv_bringup/config/sensors.yaml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센서 처리 노드가 공통으로 사용할 use_sim_time 등 실행 파라미터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노드 이름 아래 parameter와 값의 단위를 확인한다.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launch가 YAML을 넘긴 뒤 ros2 param get으로 확인한다.</a:t>
            </a:r>
            <a:r>
              <a:rPr/>
              <a:t>화면/출력: /clock과 use_sim_time=true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~/ros2_curri/my_agv_ws/src/agv_bringup/config/vision.yaml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실행 시 읽히는 ROS 2 설정값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이름 → type/value → launch에서 전달되는 위치를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launch 실행 뒤 ros2 param/topic 명령으로 확인한다.</a:t>
            </a:r>
            <a:r>
              <a:rPr/>
              <a:t>화면/출력: terminal의 parameter/topic 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~/ros2_curri/my_agv_ws/src/agv_bringup/config/mission.yaml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실행 시 읽히는 ROS 2 설정값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이름 → type/value → launch에서 전달되는 위치를 비교한다.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launch 실행 뒤 ros2 param/topic 명령으로 확인한다.</a:t>
            </a:r>
            <a:r>
              <a:rPr/>
              <a:t>화면/출력: terminal의 parameter/topic 출력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~/ros2_curri/my_agv_ws/src/agv_control/config/controllers.yaml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실행 시 읽히는 ROS 2 설정값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이름 → type/value → launch에서 전달되는 위치를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launch 실행 뒤 ros2 param/topic 명령으로 확인한다.</a:t>
            </a:r>
            <a:r>
              <a:rPr/>
              <a:t>화면/출력: terminal의 parameter/topic 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~/ros2_curri/my_agv_ws/src/agv_bringup/launch/agv_sim.launch.py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여러 ROS 2 node를 시작 순서대로 조립하는 launch 파일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launch argument → Node → parameters/config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ros2 launch로 실행한다.</a:t>
            </a:r>
            <a:r>
              <a:rPr/>
              <a:t>화면/출력: terminal의 실행 node와 topic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~/ros2_curri/my_agv_ws/src/agv_gazebo/launch/gazebo.launch.py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여러 ROS 2 node를 시작 순서대로 조립하는 launch 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launch argument → Node → parameters/config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ros2 launch로 실행한다.</a:t>
            </a:r>
            <a:r>
              <a:rPr/>
              <a:t>화면/출력: terminal의 실행 node와 topic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1/9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~/ros2_curri/my_agv_ws/src/agv_bringup/package.xml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package의 이름·의존성·빌드 도구를 선언하는 manifest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~/ros2_curri/my_agv_ws/src/agv_bringup</a:t>
            </a:r>
            <a:r>
              <a:rPr/>
              <a:t>nano ~/ros2_curri/my_agv_ws/src/agv_bringup/package.xml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colcon build 오류와 ros2 pkg prefix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1/9: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1/9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~/ros2_curri/my_agv_ws/src/agv_bringup/package.xml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&lt;?xml version="1.0" ?&gt;</a:t>
            </a:r>
            <a:r>
              <a:rPr/>
              <a:t>&lt;package format="3"&gt;</a:t>
            </a:r>
            <a:r>
              <a:rPr/>
              <a:t>  &lt;name&gt;agv_bringup&lt;/name&gt;</a:t>
            </a:r>
            <a:r>
              <a:rPr/>
              <a:t>  &lt;version&gt;0.1.0&lt;/version&gt;</a:t>
            </a:r>
            <a:r>
              <a:rPr/>
              <a:t>  </a:t>
            </a:r>
            <a:r>
              <a:rPr/>
              <a:t>  </a:t>
            </a:r>
            <a:r>
              <a:rPr/>
              <a:t>  &lt;description&gt;One-command launch and parameter files for the educational</a:t>
            </a:r>
            <a:r>
              <a:rPr/>
              <a:t>    AGV.&lt;/description&gt;</a:t>
            </a:r>
            <a:r>
              <a:rPr/>
              <a:t>  &lt;maintainer email="student@example.com"&gt;AGV student&lt;/maintainer&gt;</a:t>
            </a:r>
            <a:r>
              <a:rPr/>
              <a:t>  &lt;license&gt;Apache-2.0&lt;/license&gt;</a:t>
            </a:r>
            <a:r>
              <a:rPr/>
              <a:t>  </a:t>
            </a:r>
            <a:r>
              <a:rPr/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1/9: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1/9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~/ros2_curri/my_agv_ws/src/agv_bringup/package.xml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&lt;buildtool_depend&gt;ament_python&lt;/buildtool_depend&gt;</a:t>
            </a:r>
            <a:r>
              <a:rPr/>
              <a:t>  &lt;exec_depend&gt;launch&lt;/exec_depend&gt;</a:t>
            </a:r>
            <a:r>
              <a:rPr/>
              <a:t>  &lt;exec_depend&gt;launch_ros&lt;/exec_depend&gt;</a:t>
            </a:r>
            <a:r>
              <a:rPr/>
              <a:t>  &lt;exec_depend&gt;agv_description&lt;/exec_depend&gt;</a:t>
            </a:r>
            <a:r>
              <a:rPr/>
              <a:t>  &lt;exec_depend&gt;agv_gazebo&lt;/exec_depend&gt;</a:t>
            </a:r>
            <a:r>
              <a:rPr/>
              <a:t>  &lt;exec_depend&gt;agv_control&lt;/exec_depend&gt;</a:t>
            </a:r>
            <a:r>
              <a:rPr/>
              <a:t>  &lt;exec_depend&gt;agv_sensors&lt;/exec_depend&gt;</a:t>
            </a:r>
            <a:r>
              <a:rPr/>
              <a:t>  &lt;exec_depend&gt;agv_vision&lt;/exec_depend&gt;</a:t>
            </a:r>
            <a:r>
              <a:rPr/>
              <a:t>  &lt;exec_depend&gt;agv_mission&lt;/exec_depend&gt;</a:t>
            </a:r>
            <a:r>
              <a:rPr/>
              <a:t>  &lt;exec_depend&gt;robot_state_publisher&lt;/exec_depend&gt;</a:t>
            </a:r>
            <a:r>
              <a:rPr/>
              <a:t>  &lt;exec_depend&gt;rviz2&lt;/exec_depend&gt;</a:t>
            </a:r>
            <a:r>
              <a:rPr/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1/9: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1/9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~/ros2_curri/my_agv_ws/src/agv_bringup/package.xml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  <a:r>
              <a:rPr/>
              <a:t>  &lt;export&gt;</a:t>
            </a:r>
            <a:r>
              <a:rPr/>
              <a:t>    &lt;build_type&gt;ament_python&lt;/build_type&gt;</a:t>
            </a:r>
            <a:r>
              <a:rPr/>
              <a:t>  &lt;/export&gt;</a:t>
            </a:r>
            <a:r>
              <a:rPr/>
              <a:t>  </a:t>
            </a:r>
            <a:r>
              <a:rPr/>
              <a:t>&lt;/package&gt;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2/9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~/ros2_curri/my_agv_ws/src/agv_bringup/setup.py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Python package 파일과 ros2 run 실행 이름을 install하는 설정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~/ros2_curri/my_agv_ws/src/agv_bringup</a:t>
            </a:r>
            <a:r>
              <a:rPr/>
              <a:t>nano ~/ros2_curri/my_agv_ws/src/agv_bringup/setup.py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ros2 pkg executables와 ros2 run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2/9: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~/ros2_curri/my_agv_ws/src/agv_bringup/setup.py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2/9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Python package가 source와 launch/config를 install하고 ros2 run 실행 이름을 등록하도록 설정합니다.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~/ros2_curri/my_agv_ws/src/agv_bringup/setup.py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glob import glob</a:t>
            </a:r>
            <a:r>
              <a:rPr/>
              <a:t>from setuptools import find_packages, setup</a:t>
            </a:r>
            <a:r>
              <a:rPr/>
              <a:t>package_name = 'agv_bringup'</a:t>
            </a:r>
            <a:r>
              <a:rPr/>
              <a:t>setup(name=package_name, version='0.1.0', packages=find_packages(exclude=['test']),</a:t>
            </a:r>
            <a:r>
              <a:rPr/>
              <a:t>    data_files=[('share/ament_index/resource_index/packages',</a:t>
            </a:r>
            <a:r>
              <a:rPr/>
              <a:t>    ['resource/' + package_name]), ('share/' + package_name, ['package.xml']),</a:t>
            </a:r>
            <a:r>
              <a:rPr/>
              <a:t>    ('share/' + package_name + '/launch', glob('launch/*.launch.py')),</a:t>
            </a:r>
            <a:r>
              <a:rPr/>
              <a:t>    ('share/' + package_name + '/config', glob('config/*.yaml'))],</a:t>
            </a:r>
            <a:r>
              <a:rPr/>
              <a:t>    install_requires=['setuptools'], zip_safe=True, maintainer='AGV student',</a:t>
            </a:r>
            <a:r>
              <a:rPr/>
              <a:t>    maintainer_email='student@example.com', license='Apache-2.0')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3/9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~/ros2_curri/my_agv_ws/src/agv_bringup/config/robot.yaml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실행 시 읽히는 ROS 2 설정값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~/ros2_curri/my_agv_ws/src/agv_bringup/config</a:t>
            </a:r>
            <a:r>
              <a:rPr/>
              <a:t>nano ~/ros2_curri/my_agv_ws/src/agv_bringup/config/robot.yaml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terminal의 parameter/topic 출력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3/9: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~/ros2_curri/my_agv_ws/src/agv_bringup/config/robot.yaml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3/9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~/ros2_curri/my_agv_ws/src/agv_bringup/config/robot.yaml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robot_state_publisher:</a:t>
            </a:r>
            <a:r>
              <a:rPr/>
              <a:t>  ros__parameters:</a:t>
            </a:r>
            <a:r>
              <a:rPr/>
              <a:t>    use_sim_time: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4/9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~/ros2_curri/my_agv_ws/src/agv_bringup/config/sensors.yaml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센서 처리 노드가 공통으로 사용할 use_sim_time 등 실행 파라미터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~/ros2_curri/my_agv_ws/src/agv_bringup/config</a:t>
            </a:r>
            <a:r>
              <a:rPr/>
              <a:t>nano ~/ros2_curri/my_agv_ws/src/agv_bringup/config/sensors.yaml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/clock과 use_sim_time=true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4/9: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~/ros2_curri/my_agv_ws/src/agv_bringup/config/sensors.yaml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4/9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~/ros2_curri/my_agv_ws/src/agv_bringup/config/sensors.yaml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lidar_processor:</a:t>
            </a:r>
            <a:r>
              <a:rPr/>
              <a:t>  ros__parameters:</a:t>
            </a:r>
            <a:r>
              <a:rPr/>
              <a:t>    use_sim_time: true</a:t>
            </a:r>
            <a:r>
              <a:rPr/>
              <a:t>    front_half_angle_deg: 15.0</a:t>
            </a:r>
            <a:r>
              <a:rPr/>
              <a:t>imu_monitor:</a:t>
            </a:r>
            <a:r>
              <a:rPr/>
              <a:t>  ros__parameters:</a:t>
            </a:r>
            <a:r>
              <a:rPr/>
              <a:t>    use_sim_time: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5/9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~/ros2_curri/my_agv_ws/src/agv_bringup/config/vision.yaml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실행 시 읽히는 ROS 2 설정값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~/ros2_curri/my_agv_ws/src/agv_bringup/config</a:t>
            </a:r>
            <a:r>
              <a:rPr/>
              <a:t>nano ~/ros2_curri/my_agv_ws/src/agv_bringup/config/vision.yaml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terminal의 parameter/topic 출력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5/9: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~/ros2_curri/my_agv_ws/src/agv_bringup/config/vision.yaml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5/9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~/ros2_curri/my_agv_ws/src/agv_bringup/config/vision.yaml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yolo_node:</a:t>
            </a:r>
            <a:r>
              <a:rPr/>
              <a:t>  ros__parameters:</a:t>
            </a:r>
            <a:r>
              <a:rPr/>
              <a:t>    use_sim_time: true</a:t>
            </a:r>
            <a:r>
              <a:rPr/>
              <a:t>    enable_yolo: false</a:t>
            </a:r>
            <a:r>
              <a:rPr/>
              <a:t>    enable_red_target_fallback: true</a:t>
            </a:r>
            <a:r>
              <a:rPr/>
              <a:t>    model_path: yolo11n.pt</a:t>
            </a:r>
            <a:r>
              <a:rPr/>
              <a:t>    confidence_threshold: 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6/9: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6/9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~/ros2_curri/my_agv_ws/src/agv_bringup/config/mission.yaml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실행 시 읽히는 ROS 2 설정값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~/ros2_curri/my_agv_ws/src/agv_bringup/config</a:t>
            </a:r>
            <a:r>
              <a:rPr/>
              <a:t>nano ~/ros2_curri/my_agv_ws/src/agv_bringup/config/mission.yaml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terminal의 parameter/topic 출력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6/9: 코드 입력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6/9 · 입력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~/ros2_curri/my_agv_ws/src/agv_bringup/config/mission.yaml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mission_manager:</a:t>
            </a:r>
            <a:r>
              <a:rPr/>
              <a:t>  ros__parameters:</a:t>
            </a:r>
            <a:r>
              <a:rPr/>
              <a:t>    use_sim_time: true</a:t>
            </a:r>
            <a:r>
              <a:rPr/>
              <a:t>    stop_distance: 0.50</a:t>
            </a:r>
            <a:r>
              <a:rPr/>
              <a:t>    search_speed: 0.25</a:t>
            </a:r>
            <a:r>
              <a:rPr/>
              <a:t>    approach_speed: 0.15</a:t>
            </a:r>
            <a:r>
              <a:rPr/>
              <a:t>    image_center_x: 320</a:t>
            </a:r>
            <a:r>
              <a:rPr/>
              <a:t>    target_timeout_sec: 0.70</a:t>
            </a:r>
            <a:r>
              <a:rPr/>
              <a:t>safety_controller:</a:t>
            </a:r>
            <a:r>
              <a:rPr/>
              <a:t>  ros__parameters:</a:t>
            </a:r>
            <a:r>
              <a:rPr/>
              <a:t>    use_sim_time: true</a:t>
            </a:r>
            <a:r>
              <a:rPr/>
              <a:t>    stop_distance: 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6/9: 코드 입력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6/9 · 입력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~/ros2_curri/my_agv_ws/src/agv_bringup/config/mission.yaml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front_half_angle_deg: 15.0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7/9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~/ros2_curri/my_agv_ws/src/agv_control/config/controllers.yaml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실행 시 읽히는 ROS 2 설정값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~/ros2_curri/my_agv_ws/src/agv_control/config</a:t>
            </a:r>
            <a:r>
              <a:rPr/>
              <a:t>nano ~/ros2_curri/my_agv_ws/src/agv_control/config/controllers.yaml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terminal의 parameter/topic 출력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7/9: 코드 입력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~/ros2_curri/my_agv_ws/src/agv_control/config/controllers.yaml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7/9 · 입력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~/ros2_curri/my_agv_ws/src/agv_control/config/controllers.yaml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controller_manager:</a:t>
            </a:r>
            <a:r>
              <a:rPr/>
              <a:t>  ros__parameters:</a:t>
            </a:r>
            <a:r>
              <a:rPr/>
              <a:t>    update_rate: 50</a:t>
            </a:r>
            <a:r>
              <a:rPr/>
              <a:t>    joint_state_broadcaster:</a:t>
            </a:r>
            <a:r>
              <a:rPr/>
              <a:t>      type: joint_state_broadcaster/JointStateBroadcaster</a:t>
            </a:r>
            <a:r>
              <a:rPr/>
              <a:t>    diff_drive_controller:</a:t>
            </a:r>
            <a:r>
              <a:rPr/>
              <a:t>      type: diff_drive_controller/DiffDriveController</a:t>
            </a:r>
            <a:r>
              <a:rPr/>
              <a:t>diff_drive_controller:</a:t>
            </a:r>
            <a:r>
              <a:rPr/>
              <a:t>  ros__parameters:</a:t>
            </a:r>
            <a:r>
              <a:rPr/>
              <a:t>    left_wheel_names: [left_wheel_joint]</a:t>
            </a:r>
            <a:r>
              <a:rPr/>
              <a:t>    right_wheel_names: [right_wheel_joint]</a:t>
            </a:r>
            <a:r>
              <a:rPr/>
              <a:t>    wheel_separation: 0.38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7/9: 코드 입력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~/ros2_curri/my_agv_ws/src/agv_control/config/controllers.yaml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7/9 · 입력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~/ros2_curri/my_agv_ws/src/agv_control/config/controllers.yaml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wheel_radius: 0.08</a:t>
            </a:r>
            <a:r>
              <a:rPr/>
              <a:t>    base_frame_id: base_link</a:t>
            </a:r>
            <a:r>
              <a:rPr/>
              <a:t>    odom_frame_id: odom</a:t>
            </a:r>
            <a:r>
              <a:rPr/>
              <a:t>    publish_rate: 50.0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8/9: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8/9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~/ros2_curri/my_agv_ws/src/agv_bringup/launch/agv_sim.launch.py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여러 ROS 2 node를 시작 순서대로 조립하는 launch 파일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~/ros2_curri/my_agv_ws/src/agv_bringup/launch</a:t>
            </a:r>
            <a:r>
              <a:rPr/>
              <a:t>nano ~/ros2_curri/my_agv_ws/src/agv_bringup/launch/agv_sim.launch.py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terminal의 실행 node와 topic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8/9: 코드 입력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~/ros2_curri/my_agv_ws/src/agv_bringup/launch/agv_sim.launch.py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8/9 · 입력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~/ros2_curri/my_agv_ws/src/agv_bringup/launch/agv_sim.launch.py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os</a:t>
            </a:r>
            <a:r>
              <a:rPr/>
              <a:t>from ament_index_python.packages import get_package_share_directory</a:t>
            </a:r>
            <a:r>
              <a:rPr/>
              <a:t>from launch import LaunchDescription</a:t>
            </a:r>
            <a:r>
              <a:rPr/>
              <a:t>from launch.actions import DeclareLaunchArgument, IncludeLaunchDescription</a:t>
            </a:r>
            <a:r>
              <a:rPr/>
              <a:t>from launch.conditions import IfCondition</a:t>
            </a:r>
            <a:r>
              <a:rPr/>
              <a:t>from launch.launch_description_sources import PythonLaunchDescriptionSource</a:t>
            </a:r>
            <a:r>
              <a:rPr/>
              <a:t>from launch.substitutions import Command, LaunchConfiguration</a:t>
            </a:r>
            <a:r>
              <a:rPr/>
              <a:t>from launch_ros.actions import Node</a:t>
            </a:r>
            <a:r>
              <a:rPr/>
              <a:t>from launch_ros.parameter_descriptions import ParameterValue</a:t>
            </a:r>
            <a:r>
              <a:rPr/>
              <a:t>def generate_launch_description():</a:t>
            </a:r>
            <a:r>
              <a:rPr/>
              <a:t>    bringup = get_package_share_directory('agv_bringup')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8/9: 코드 입력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~/ros2_curri/my_agv_ws/src/agv_bringup/launch/agv_sim.launch.py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8/9 · 입력 2/4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~/ros2_curri/my_agv_ws/src/agv_bringup/launch/agv_sim.launch.py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description = get_package_share_directory('agv_description')</a:t>
            </a:r>
            <a:r>
              <a:rPr/>
              <a:t>    gazebo = get_package_share_directory('agv_gazebo')</a:t>
            </a:r>
            <a:r>
              <a:rPr/>
              <a:t>    xacro_file = os.path.join(description, 'urdf', 'agv.urdf.xacro')</a:t>
            </a:r>
            <a:r>
              <a:rPr/>
              <a:t>    robot_description = ParameterValue(Command(['xacro ', xacro_file]), value_type=str)</a:t>
            </a:r>
            <a:r>
              <a:rPr/>
              <a:t>    return LaunchDescription([DeclareLaunchArgument('rviz', default_value='true',</a:t>
            </a:r>
            <a:r>
              <a:rPr/>
              <a:t>        description='Start RViz2'), DeclareLaunchArgument('autonomy', default_value='true',</a:t>
            </a:r>
            <a:r>
              <a:rPr/>
              <a:t>         description='Start mission and safety nodes'),</a:t>
            </a:r>
            <a:r>
              <a:rPr/>
              <a:t>        IncludeLaunchDescription(PythonLaunchDescriptionSource(os.path.join(gazebo, 'launch',</a:t>
            </a:r>
            <a:r>
              <a:rPr/>
              <a:t>         'gazebo.launch.py'))), Node(package='robot_state_publisher', executable='robot_state_publisher',</a:t>
            </a:r>
            <a:r>
              <a:rPr/>
              <a:t>         parameters=[os.path.join(bringup, 'config', 'robot.yaml'),</a:t>
            </a:r>
            <a:r>
              <a:rPr/>
              <a:t>        {'robot_description': robot_description}]), Node(package='agv_sensors',</a:t>
            </a:r>
            <a:r>
              <a:rPr/>
              <a:t>        executable='lidar_processor', parameters=[os.path.join(bringup, 'config',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8/9: 코드 입력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~/ros2_curri/my_agv_ws/src/agv_bringup/launch/agv_sim.launch.py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8/9 · 입력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~/ros2_curri/my_agv_ws/src/agv_bringup/launch/agv_sim.launch.py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'sensors.yaml')]), Node(package='agv_sensors', executable='imu_monitor',</a:t>
            </a:r>
            <a:r>
              <a:rPr/>
              <a:t>        parameters=[os.path.join(bringup, 'config', 'sensors.yaml')]), Node(package='agv_sensors',</a:t>
            </a:r>
            <a:r>
              <a:rPr/>
              <a:t>         executable='odom_path', parameters=[{'use_sim_time': True}]), Node(package='agv_vision',</a:t>
            </a:r>
            <a:r>
              <a:rPr/>
              <a:t>         executable='yolo_node', parameters=[os.path.join(bringup, 'config',</a:t>
            </a:r>
            <a:r>
              <a:rPr/>
              <a:t>        'vision.yaml')]), Node(package='agv_mission', executable='mission_manager',</a:t>
            </a:r>
            <a:r>
              <a:rPr/>
              <a:t>        parameters=[os.path.join(bringup, 'config', 'mission.yaml')],</a:t>
            </a:r>
            <a:r>
              <a:rPr/>
              <a:t>        condition=IfCondition(LaunchConfiguration('autonomy'))), Node(package='agv_mission',</a:t>
            </a:r>
            <a:r>
              <a:rPr/>
              <a:t>         executable='mission_markers', parameters=[os.path.join(bringup, 'config',</a:t>
            </a:r>
            <a:r>
              <a:rPr/>
              <a:t>        'mission.yaml')], condition=IfCondition(LaunchConfiguration('autonomy'))),</a:t>
            </a:r>
            <a:r>
              <a:rPr/>
              <a:t>        Node(package='agv_control', executable='safety_controller',</a:t>
            </a:r>
            <a:r>
              <a:rPr/>
              <a:t>        parameters=[os.path.join(bringup, 'config', 'mission.yaml')],</a:t>
            </a:r>
            <a:r>
              <a:rPr/>
              <a:t>        condition=IfCondition(LaunchConfiguration('autonomy'))), Node(package='rviz2',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8/9: 코드 입력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~/ros2_curri/my_agv_ws/src/agv_bringup/launch/agv_sim.launch.py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8/9 · 입력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~/ros2_curri/my_agv_ws/src/agv_bringup/launch/agv_sim.launch.py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executable='rviz2', arguments=['-d', os.path.join(description, 'rviz',</a:t>
            </a:r>
            <a:r>
              <a:rPr/>
              <a:t>        'agv.rviz')], condition=IfCondition(LaunchConfiguration('rviz')))])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4/4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9/9: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9/9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~/ros2_curri/my_agv_ws/src/agv_gazebo/launch/gazebo.launch.py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여러 ROS 2 node를 시작 순서대로 조립하는 launch 파일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~/ros2_curri/my_agv_ws/src/agv_gazebo/launch</a:t>
            </a:r>
            <a:r>
              <a:rPr/>
              <a:t>nano ~/ros2_curri/my_agv_ws/src/agv_gazebo/launch/gazebo.launch.py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terminal의 실행 node와 topic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9/9: 코드 입력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~/ros2_curri/my_agv_ws/src/agv_gazebo/launch/gazebo.launch.py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9/9 · 입력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~/ros2_curri/my_agv_ws/src/agv_gazebo/launch/gazebo.launch.py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os</a:t>
            </a:r>
            <a:r>
              <a:rPr/>
              <a:t>from ament_index_python.packages import get_package_share_directory</a:t>
            </a:r>
            <a:r>
              <a:rPr/>
              <a:t>from launch import LaunchDescription</a:t>
            </a:r>
            <a:r>
              <a:rPr/>
              <a:t>from launch.actions import IncludeLaunchDescription, SetEnvironmentVariable</a:t>
            </a:r>
            <a:r>
              <a:rPr/>
              <a:t>from launch.launch_description_sources import PythonLaunchDescriptionSource</a:t>
            </a:r>
            <a:r>
              <a:rPr/>
              <a:t>from launch_ros.actions import Node</a:t>
            </a:r>
            <a:r>
              <a:rPr/>
              <a:t>def generate_launch_description():</a:t>
            </a:r>
            <a:r>
              <a:rPr/>
              <a:t>    share = get_package_share_directory('agv_gazebo')</a:t>
            </a:r>
            <a:r>
              <a:rPr/>
              <a:t>    world = os.path.join(share, 'worlds', 'warehouse.sdf')</a:t>
            </a:r>
            <a:r>
              <a:rPr/>
              <a:t>    models = os.path.join(share, 'models')</a:t>
            </a:r>
            <a:r>
              <a:rPr/>
              <a:t>    previous = os.environ.get('GZ_SIM_RESOURCE_PATH', '')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9/9: 코드 입력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~/ros2_curri/my_agv_ws/src/agv_gazebo/launch/gazebo.launch.py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9/9 · 입력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~/ros2_curri/my_agv_ws/src/agv_gazebo/launch/gazebo.launch.py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gz_launch = os.path.join(get_package_share_directory('ros_gz_sim'), 'launch', 'gz_sim.launch.py')</a:t>
            </a:r>
            <a:r>
              <a:rPr/>
              <a:t>    return LaunchDescription([SetEnvironmentVariable('GZ_SIM_RESOURCE_PATH',</a:t>
            </a:r>
            <a:r>
              <a:rPr/>
              <a:t>        models + (':' + previous if previous else '')),</a:t>
            </a:r>
            <a:r>
              <a:rPr/>
              <a:t>        IncludeLaunchDescription(PythonLaunchDescriptionSource(gz_launch),</a:t>
            </a:r>
            <a:r>
              <a:rPr/>
              <a:t>        launch_arguments={'gz_args': '-r ' + world}.items()), Node(package='ros_gz_bridge',</a:t>
            </a:r>
            <a:r>
              <a:rPr/>
              <a:t>         executable='parameter_bridge', parameters=[{'config_file': os.path.join(share,</a:t>
            </a:r>
            <a:r>
              <a:rPr/>
              <a:t>        'config', 'bridge.yaml')}], output='screen')])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1/3: YAML 책임을 분리한다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robot·sensor·vision·mission·controller 값은 실행 코드와 분리한다.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find ~/ros2_curri/my_agv_ws/src -path '*/config/*.yaml' -type f | sort</a:t>
            </a:r>
            <a:r>
              <a:rPr/>
              <a:t>ros2 param get /mission_manager stop_distance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2/3: 한 launch로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launch는 Gazebo, TF, processing, mission, safety의 시작 순서를 한 곳에서 관리한다.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~/ros2_curri/my_agv_ws/install/setup.bash</a:t>
            </a:r>
            <a:r>
              <a:rPr/>
              <a:t>ros2 launch agv_bringup agv_sim.launch.py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3/3: 주행 데이터를 기록한다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bag은 simulator 재실행 없이 processing 결과를 비교할 입력 데이터다.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bag record -o ~/agv_bag_01 \</a:t>
            </a:r>
            <a:r>
              <a:rPr/>
              <a:t>  /scan /imu/data /odom /camera/image_raw</a:t>
            </a:r>
            <a:r>
              <a:rPr/>
              <a:t># Ctrl-C 뒤: ros2 bag info ~/agv_bag_01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~/ros2_curri/my_agv_ws &amp;&amp; source install/setup.bash</a:t>
            </a:r>
            <a:r>
              <a:rPr/>
              <a:t>ros2 launch agv_bringup agv_sim.launch.py</a:t>
            </a:r>
            <a:r>
              <a:rPr/>
              <a:t># 별도 터미널: ros2 bag record -o ~/agv_bag_01 /scan /imu/data /odom /camera/image_raw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한 launch 명령·YAML parameter·rosbag record/replay 명령을 설명하고 확인한다.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133" y="1353312"/>
            <a:ext cx="6478685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launch agv_bringup agv_sim.launch.py --show-args</a:t>
            </a:r>
            <a:r>
              <a:rPr/>
              <a:t>ros2 node list</a:t>
            </a:r>
            <a:r>
              <a:rPr/>
              <a:t>ros2 param get /mission_manager stop_distance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한 launch 명령·YAML parameter·rosbag record/replay 명령을 설명하고 확인한다.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일부 노드 시작 실패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launch 순서·spawn 준비·package path를 확인한다.</a:t>
            </a:r>
            <a:r>
              <a:rPr/>
              <a:t>수정 후: ros2 launch agv_bringup agv_sim.launch.py --show-args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YAML 값이 적용 안 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node name/namespace와 parameter key를 확인한다.</a:t>
            </a:r>
            <a:r>
              <a:rPr/>
              <a:t>수정 후: ros2 launch agv_bringup agv_sim.launch.py --show-args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막혔을 때만: Complete를 복구용으로 사용한다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슬라이드가 먼저가 아닙니다. 직접 입력·실행을 시도한 뒤에만 내 파일과 Complete를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복구용 Complete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1069848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권장 순서: ① 내 오류를 확인  ② Complete와 diff  ③ 꼭 필요할 때만 backup 후 복사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10881360" cy="26060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</a:t>
            </a:r>
            <a:r>
              <a:rPr/>
              <a:t>diff -ru my_agv_ws/src blocks/F_integration/M21_launch_yaml_rosbag/complete/agv_ws/src || true</a:t>
            </a:r>
            <a:r>
              <a:rPr/>
              <a:t>cp -a my_agv_ws/src my_agv_ws/src_before_M21</a:t>
            </a:r>
            <a:r>
              <a:rPr/>
              <a:t>cp -a blocks/F_integration/M21_launch_yaml_rosbag/complete/agv_ws/src/. my_agv_ws/src/</a:t>
            </a:r>
            <a:r>
              <a:rPr/>
              <a:t>cd my_agv_ws &amp;&amp; colcon build --symlink-install &amp;&amp; source install/setup.bash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413248"/>
            <a:ext cx="10424160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복구 뒤에는 끝내지 말고, 내 파일과 Complete의 차이를 한 줄씩 설명한 뒤 다시 직접 입력해 봅니다.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mission.yaml stop_distance를 0.50→0.70으로 바꾼 뒤 재실행하고 ros2 param get으로 적용값을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rosbag2 재생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통합 단계에서 놓치기 쉬운 실행·운영 조건을 정리합니다.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통합 보강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691640"/>
            <a:ext cx="10972800" cy="4434840"/>
          </a:xfrm>
          <a:prstGeom prst="roundRect">
            <a:avLst/>
          </a:prstGeom>
          <a:solidFill>
            <a:srgbClr val="F4F7FB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332720" cy="3749039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기록 종료 뒤 `ros2 bag info ~/agv_bag_01`로 topic과 duration을 먼저 확인한다.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Gazebo가 없는 terminal에서 processing node를 source·실행한다.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`ros2 bag play ~/agv_bag_01 --clock`으로 sensor 입력을 다시 공급한다.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use_sim_time=true 노드는 /clock을 받아 같은 시간축을 사용한다.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증상별 디버깅 도구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통합 단계에서 놓치기 쉬운 실행·운영 조건을 정리합니다.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통합 보강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691640"/>
            <a:ext cx="10972800" cy="4434840"/>
          </a:xfrm>
          <a:prstGeom prst="roundRect">
            <a:avLst/>
          </a:prstGeom>
          <a:solidFill>
            <a:srgbClr val="F4F7FB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332720" cy="3749039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node 미실행: ros2 node list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topic/타입/QoS: ros2 topic info --verbose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parameter: ros2 param get/list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frame: tf2_tools view_frames와 RViz2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시뮬레이터: Gazebo GUI와 bridge log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한 launch 명령·YAML parameter·rosbag record/replay 명령을 설명하고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막혔을 때 비교할 Complete: blocks/F_integration/M21_launch_yaml_rosbag/complete/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M22 final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F · 2/2 · M22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자율 AGV 최종 미션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M22의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rPr/>
              <a:t>M22 · Block F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Final Project — Gazebo 기반 가상 AGV 자율 미션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한 launch 실행, RViz/Gazebo 확인, mission log, rosbag 기록을 제출 체크리스트로 남긴다.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M21 one-command bringup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M22</a:t>
            </a:r>
            <a:r>
              <a:rPr/>
              <a:t>Final Project — Gazebo 기반 가상 AGV 자율 미션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핵심 과정 완료 → SLAM/Nav2 확장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한 launch 실행, RViz/Gazebo 확인, mission log, rosbag 기록을 제출 체크리스트로 남긴다.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M21의 agv_sim.launch.py와 각 기능별 checkpoint가 준비된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M21 one-command bringup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~/ros2_curri/my_agv_ws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~/ros2_curri/my_agv_ws이고,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모델·주행·bridge·센서·인지·안전·미션·시각화를 하나의 AGV 프로젝트로 연결한다.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한 launch 실행, RViz/Gazebo 확인, mission log, rosbag 기록을 제출 체크리스트로 남긴다.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rPr/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M21 one-command bringup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모델·주행·bridge·센서·인지·안전·미션·시각화를 하나의 AGV 프로젝트로 연결한다.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한 launch 실행, RViz/Gazebo 확인, mission log, rosbag 기록을 제출 체크리스트로 남긴다.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이번 모듈에서는 5개 파일을 빈 상태에서 직접 만듭니다. 다음 슬라이드의 명령을 입력한 뒤에만 코드를 작성합니다.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639" y="1389888"/>
            <a:ext cx="6067672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rPr/>
              <a:t>목표 화면: 실제 RViz2 통합 display: 최종 미션에서 RobotModel·TF·sensor·Path·Marker를 함께 확인하는 화면  |  나중에 확인할 것: 명령·설정과 화면의 topic·frame·결과 이름을 대조합니다.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924" y="2743200"/>
            <a:ext cx="1975104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START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10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20924" y="2743200"/>
            <a:ext cx="1975104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SEARCH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96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06924" y="2743200"/>
            <a:ext cx="1975104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APPROACH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82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92924" y="2743200"/>
            <a:ext cx="1975104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AVOID / GOAL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68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78924" y="2743200"/>
            <a:ext cx="1975104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~/ros2_curri/my_agv_ws/src/</a:t>
            </a:r>
            <a:r>
              <a:rPr/>
              <a:t>└── agv_bringup/launch/agv_sim.launch.py</a:t>
            </a:r>
            <a:r>
              <a:rPr/>
              <a:t>└── agv_bringup/config/mission.yaml</a:t>
            </a:r>
            <a:r>
              <a:rPr/>
              <a:t>└── agv_gazebo/worlds/warehouse.sdf</a:t>
            </a:r>
            <a:r>
              <a:rPr/>
              <a:t>└── agv_mission/agv_mission/mission_manager.py</a:t>
            </a:r>
            <a:r>
              <a:rPr/>
              <a:t>└── agv_control/agv_control/safety_controller.py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~/ros2_curri/my_agv_ws/src/agv_bringup/launch/agv_sim.launch.py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여러 ROS 2 node를 시작 순서대로 조립하는 launch 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launch argument → Node → parameters/config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ros2 launch로 실행한다.</a:t>
            </a:r>
            <a:r>
              <a:rPr/>
              <a:t>화면/출력: terminal의 실행 node와 topic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~/ros2_curri/my_agv_ws/src/agv_bringup/config/mission.yaml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실행 시 읽히는 ROS 2 설정값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이름 → type/value → launch에서 전달되는 위치를 비교한다.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launch 실행 뒤 ros2 param/topic 명령으로 확인한다.</a:t>
            </a:r>
            <a:r>
              <a:rPr/>
              <a:t>화면/출력: terminal의 parameter/topic 출력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센서·물리 system plugin과 warehouse 환경을 함께 여는 Gazebo World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Physics/Sensors/Imu plugin → 환경 → include AGV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World를 다시 열면 Imu system이 /imu/data의 원천을 생성한다.</a:t>
            </a:r>
            <a:r>
              <a:rPr/>
              <a:t>화면/출력: Gazebo World와 IMU terminal의 frame_id·publish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~/ros2_curri/my_agv_ws/src/agv_mission/agv_mission/mission_manager.py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node 또는 실행 보조 로직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import → Node 생성 → publisher/subscription → callback/main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package를 build·source한 뒤 ros2 run 또는 launch에서 실행한다.</a:t>
            </a:r>
            <a:r>
              <a:rPr/>
              <a:t>화면/출력: terminal의 node/topic/log 출력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~/ros2_curri/my_agv_ws/src/agv_control/agv_control/safety_controller.py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node 또는 실행 보조 로직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import → Node 생성 → publisher/subscription → callback/main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package를 build·source한 뒤 ros2 run 또는 launch에서 실행한다.</a:t>
            </a:r>
            <a:r>
              <a:rPr/>
              <a:t>화면/출력: terminal의 node/topic/log 출력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1/5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~/ros2_curri/my_agv_ws/src/agv_bringup/launch/agv_sim.launch.py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여러 ROS 2 node를 시작 순서대로 조립하는 launch 파일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~/ros2_curri/my_agv_ws/src/agv_bringup/launch</a:t>
            </a:r>
            <a:r>
              <a:rPr/>
              <a:t>nano ~/ros2_curri/my_agv_ws/src/agv_bringup/launch/agv_sim.launch.py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terminal의 실행 node와 topic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1/5: 코드 입력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~/ros2_curri/my_agv_ws/src/agv_bringup/launch/agv_sim.launch.py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1/5 · 입력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~/ros2_curri/my_agv_ws/src/agv_bringup/launch/agv_sim.launch.py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os</a:t>
            </a:r>
            <a:r>
              <a:rPr/>
              <a:t>from ament_index_python.packages import get_package_share_directory</a:t>
            </a:r>
            <a:r>
              <a:rPr/>
              <a:t>from launch import LaunchDescription</a:t>
            </a:r>
            <a:r>
              <a:rPr/>
              <a:t>from launch.actions import DeclareLaunchArgument, IncludeLaunchDescription</a:t>
            </a:r>
            <a:r>
              <a:rPr/>
              <a:t>from launch.conditions import IfCondition</a:t>
            </a:r>
            <a:r>
              <a:rPr/>
              <a:t>from launch.launch_description_sources import PythonLaunchDescriptionSource</a:t>
            </a:r>
            <a:r>
              <a:rPr/>
              <a:t>from launch.substitutions import Command, LaunchConfiguration</a:t>
            </a:r>
            <a:r>
              <a:rPr/>
              <a:t>from launch_ros.actions import Node</a:t>
            </a:r>
            <a:r>
              <a:rPr/>
              <a:t>from launch_ros.parameter_descriptions import ParameterValue</a:t>
            </a:r>
            <a:r>
              <a:rPr/>
              <a:t>def generate_launch_description():</a:t>
            </a:r>
            <a:r>
              <a:rPr/>
              <a:t>    bringup = get_package_share_directory('agv_bringup')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1/5: 코드 입력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~/ros2_curri/my_agv_ws/src/agv_bringup/launch/agv_sim.launch.py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1/5 · 입력 2/4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~/ros2_curri/my_agv_ws/src/agv_bringup/launch/agv_sim.launch.py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description = get_package_share_directory('agv_description')</a:t>
            </a:r>
            <a:r>
              <a:rPr/>
              <a:t>    gazebo = get_package_share_directory('agv_gazebo')</a:t>
            </a:r>
            <a:r>
              <a:rPr/>
              <a:t>    xacro_file = os.path.join(description, 'urdf', 'agv.urdf.xacro')</a:t>
            </a:r>
            <a:r>
              <a:rPr/>
              <a:t>    robot_description = ParameterValue(Command(['xacro ', xacro_file]), value_type=str)</a:t>
            </a:r>
            <a:r>
              <a:rPr/>
              <a:t>    return LaunchDescription([DeclareLaunchArgument('rviz', default_value='true',</a:t>
            </a:r>
            <a:r>
              <a:rPr/>
              <a:t>        description='Start RViz2'), DeclareLaunchArgument('autonomy', default_value='true',</a:t>
            </a:r>
            <a:r>
              <a:rPr/>
              <a:t>         description='Start mission and safety nodes'),</a:t>
            </a:r>
            <a:r>
              <a:rPr/>
              <a:t>        IncludeLaunchDescription(PythonLaunchDescriptionSource(os.path.join(gazebo, 'launch',</a:t>
            </a:r>
            <a:r>
              <a:rPr/>
              <a:t>         'gazebo.launch.py'))), Node(package='robot_state_publisher', executable='robot_state_publisher',</a:t>
            </a:r>
            <a:r>
              <a:rPr/>
              <a:t>         parameters=[os.path.join(bringup, 'config', 'robot.yaml'),</a:t>
            </a:r>
            <a:r>
              <a:rPr/>
              <a:t>        {'robot_description': robot_description}]), Node(package='agv_sensors',</a:t>
            </a:r>
            <a:r>
              <a:rPr/>
              <a:t>        executable='lidar_processor', parameters=[os.path.join(bringup, 'config',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1/5: 코드 입력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~/ros2_curri/my_agv_ws/src/agv_bringup/launch/agv_sim.launch.py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1/5 · 입력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~/ros2_curri/my_agv_ws/src/agv_bringup/launch/agv_sim.launch.py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'sensors.yaml')]), Node(package='agv_sensors', executable='imu_monitor',</a:t>
            </a:r>
            <a:r>
              <a:rPr/>
              <a:t>        parameters=[os.path.join(bringup, 'config', 'sensors.yaml')]), Node(package='agv_sensors',</a:t>
            </a:r>
            <a:r>
              <a:rPr/>
              <a:t>         executable='odom_path', parameters=[{'use_sim_time': True}]), Node(package='agv_vision',</a:t>
            </a:r>
            <a:r>
              <a:rPr/>
              <a:t>         executable='yolo_node', parameters=[os.path.join(bringup, 'config',</a:t>
            </a:r>
            <a:r>
              <a:rPr/>
              <a:t>        'vision.yaml')]), Node(package='agv_mission', executable='mission_manager',</a:t>
            </a:r>
            <a:r>
              <a:rPr/>
              <a:t>        parameters=[os.path.join(bringup, 'config', 'mission.yaml')],</a:t>
            </a:r>
            <a:r>
              <a:rPr/>
              <a:t>        condition=IfCondition(LaunchConfiguration('autonomy'))), Node(package='agv_mission',</a:t>
            </a:r>
            <a:r>
              <a:rPr/>
              <a:t>         executable='mission_markers', parameters=[os.path.join(bringup, 'config',</a:t>
            </a:r>
            <a:r>
              <a:rPr/>
              <a:t>        'mission.yaml')], condition=IfCondition(LaunchConfiguration('autonomy'))),</a:t>
            </a:r>
            <a:r>
              <a:rPr/>
              <a:t>        Node(package='agv_control', executable='safety_controller',</a:t>
            </a:r>
            <a:r>
              <a:rPr/>
              <a:t>        parameters=[os.path.join(bringup, 'config', 'mission.yaml')],</a:t>
            </a:r>
            <a:r>
              <a:rPr/>
              <a:t>        condition=IfCondition(LaunchConfiguration('autonomy'))), Node(package='rviz2',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1/5: 코드 입력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~/ros2_curri/my_agv_ws/src/agv_bringup/launch/agv_sim.launch.py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1/5 · 입력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~/ros2_curri/my_agv_ws/src/agv_bringup/launch/agv_sim.launch.py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executable='rviz2', arguments=['-d', os.path.join(description, 'rviz',</a:t>
            </a:r>
            <a:r>
              <a:rPr/>
              <a:t>        'agv.rviz')], condition=IfCondition(LaunchConfiguration('rviz')))])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4/4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2/5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~/ros2_curri/my_agv_ws/src/agv_bringup/config/mission.yaml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실행 시 읽히는 ROS 2 설정값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~/ros2_curri/my_agv_ws/src/agv_bringup/config</a:t>
            </a:r>
            <a:r>
              <a:rPr/>
              <a:t>nano ~/ros2_curri/my_agv_ws/src/agv_bringup/config/mission.yaml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terminal의 parameter/topic 출력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2/5: 코드 입력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2/5 · 입력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~/ros2_curri/my_agv_ws/src/agv_bringup/config/mission.yaml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mission_manager:</a:t>
            </a:r>
            <a:r>
              <a:rPr/>
              <a:t>  ros__parameters:</a:t>
            </a:r>
            <a:r>
              <a:rPr/>
              <a:t>    use_sim_time: true</a:t>
            </a:r>
            <a:r>
              <a:rPr/>
              <a:t>    stop_distance: 0.50</a:t>
            </a:r>
            <a:r>
              <a:rPr/>
              <a:t>    search_speed: 0.25</a:t>
            </a:r>
            <a:r>
              <a:rPr/>
              <a:t>    approach_speed: 0.15</a:t>
            </a:r>
            <a:r>
              <a:rPr/>
              <a:t>    image_center_x: 320</a:t>
            </a:r>
            <a:r>
              <a:rPr/>
              <a:t>    target_timeout_sec: 0.70</a:t>
            </a:r>
            <a:r>
              <a:rPr/>
              <a:t>safety_controller:</a:t>
            </a:r>
            <a:r>
              <a:rPr/>
              <a:t>  ros__parameters:</a:t>
            </a:r>
            <a:r>
              <a:rPr/>
              <a:t>    use_sim_time: true</a:t>
            </a:r>
            <a:r>
              <a:rPr/>
              <a:t>    stop_distance: 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2/5: 코드 입력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2/5 · 입력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~/ros2_curri/my_agv_ws/src/agv_bringup/config/mission.yaml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front_half_angle_deg: 15.0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3/5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센서·물리 system plugin과 warehouse 환경을 함께 여는 Gazebo World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~/ros2_curri/my_agv_ws/src/agv_gazebo/worlds</a:t>
            </a:r>
            <a:r>
              <a:rPr/>
              <a:t>nano ~/ros2_curri/my_agv_ws/src/agv_gazebo/worlds/warehouse.sdf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Gazebo World와 IMU terminal의 frame_id·publish rate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입력 (1/11)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3/5 · 입력 1/11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파일의 root와 첫 model/link를 입력합니다. 태그 여닫는 순서를 그대로 유지합니다.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&lt;?xml version="1.0" ?&gt;</a:t>
            </a:r>
            <a:r>
              <a:rPr/>
              <a:t>&lt;sdf version="1.10"&gt;</a:t>
            </a:r>
            <a:r>
              <a:rPr/>
              <a:t>  &lt;world name="warehouse"&gt;</a:t>
            </a:r>
            <a:r>
              <a:rPr/>
              <a:t>    </a:t>
            </a:r>
            <a:r>
              <a:rPr/>
              <a:t>  </a:t>
            </a:r>
            <a:r>
              <a:rPr/>
              <a:t>    &lt;gravity&gt;0 0 -9.8&lt;/gravity&gt;</a:t>
            </a:r>
            <a:r>
              <a:rPr/>
              <a:t>    </a:t>
            </a:r>
            <a:r>
              <a:rPr/>
              <a:t>  </a:t>
            </a:r>
            <a:r>
              <a:rPr/>
              <a:t>    &lt;plugin filename="gz-sim-physics-system" name="gz::sim::systems::Physics"/&gt;</a:t>
            </a:r>
            <a:r>
              <a:rPr/>
              <a:t>    &lt;plugin filename="gz-sim-user-commands-system"</a:t>
            </a:r>
            <a:r>
              <a:rPr/>
              <a:t>      name="gz::sim::systems::UserCommands"/&gt;</a:t>
            </a:r>
            <a:r>
              <a:rPr/>
              <a:t>    &lt;plugin filename="gz-sim-scene-broadcaster-system"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입력 (2/11)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3/5 · 입력 2/11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name="gz::sim::systems::SceneBroadcaster"/&gt;</a:t>
            </a:r>
            <a:r>
              <a:rPr/>
              <a:t>    &lt;plugin filename="gz-sim-imu-system" name="gz::sim::systems::Imu"/&gt;</a:t>
            </a:r>
            <a:r>
              <a:rPr/>
              <a:t>    &lt;plugin filename="gz-sim-sensors-system" name="gz::sim::systems::Sensors"/&gt;</a:t>
            </a:r>
            <a:r>
              <a:rPr/>
              <a:t>    </a:t>
            </a:r>
            <a:r>
              <a:rPr/>
              <a:t>  </a:t>
            </a:r>
            <a:r>
              <a:rPr/>
              <a:t>    &lt;light type="directional" name="sun"&gt;</a:t>
            </a:r>
            <a:r>
              <a:rPr/>
              <a:t>      &lt;pose&gt;0 0 10 0 0 0&lt;/pose&gt;</a:t>
            </a:r>
            <a:r>
              <a:rPr/>
              <a:t>      &lt;cast_shadows&gt;true&lt;/cast_shadows&gt;</a:t>
            </a:r>
            <a:r>
              <a:rPr/>
              <a:t>      &lt;direction&gt;-0.5 0.1 -0.9&lt;/direction&gt;</a:t>
            </a:r>
            <a:r>
              <a:rPr/>
              <a:t>    &lt;/light&gt;</a:t>
            </a:r>
            <a:r>
              <a:rPr/>
              <a:t>    </a:t>
            </a:r>
            <a:r>
              <a:rPr/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입력 (3/11)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3/5 · 입력 3/11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&lt;model name="ground"&gt;</a:t>
            </a:r>
            <a:r>
              <a:rPr/>
              <a:t>      &lt;static&gt;true&lt;/static&gt;</a:t>
            </a:r>
            <a:r>
              <a:rPr/>
              <a:t>      &lt;link name="link"&gt;</a:t>
            </a:r>
            <a:r>
              <a:rPr/>
              <a:t>        &lt;collision name="collision"&gt;</a:t>
            </a:r>
            <a:r>
              <a:rPr/>
              <a:t>          &lt;geometry&gt;</a:t>
            </a:r>
            <a:r>
              <a:rPr/>
              <a:t>            &lt;plane&gt;</a:t>
            </a:r>
            <a:r>
              <a:rPr/>
              <a:t>              &lt;normal&gt;0 0 1&lt;/normal&gt;</a:t>
            </a:r>
            <a:r>
              <a:rPr/>
              <a:t>              &lt;size&gt;30 30&lt;/size&gt;</a:t>
            </a:r>
            <a:r>
              <a:rPr/>
              <a:t>            &lt;/plane&gt;</a:t>
            </a:r>
            <a:r>
              <a:rPr/>
              <a:t>          &lt;/geometry&gt;</a:t>
            </a:r>
            <a:r>
              <a:rPr/>
              <a:t>        &lt;/collision&gt;</a:t>
            </a:r>
            <a:r>
              <a:rPr/>
              <a:t>        &lt;visual name="visual"&gt;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입력 (4/11)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3/5 · 입력 4/11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&lt;geometry&gt;</a:t>
            </a:r>
            <a:r>
              <a:rPr/>
              <a:t>            &lt;plane&gt;</a:t>
            </a:r>
            <a:r>
              <a:rPr/>
              <a:t>              &lt;normal&gt;0 0 1&lt;/normal&gt;</a:t>
            </a:r>
            <a:r>
              <a:rPr/>
              <a:t>              &lt;size&gt;30 30&lt;/size&gt;</a:t>
            </a:r>
            <a:r>
              <a:rPr/>
              <a:t>            &lt;/plane&gt;</a:t>
            </a:r>
            <a:r>
              <a:rPr/>
              <a:t>          &lt;/geometry&gt;</a:t>
            </a:r>
            <a:r>
              <a:rPr/>
              <a:t>          &lt;material&gt;</a:t>
            </a:r>
            <a:r>
              <a:rPr/>
              <a:t>            &lt;diffuse&gt;0.65 0.65 0.65 1&lt;/diffuse&gt;</a:t>
            </a:r>
            <a:r>
              <a:rPr/>
              <a:t>          &lt;/material&gt;</a:t>
            </a:r>
            <a:r>
              <a:rPr/>
              <a:t>        &lt;/visual&gt;</a:t>
            </a:r>
            <a:r>
              <a:rPr/>
              <a:t>      &lt;/link&gt;</a:t>
            </a:r>
            <a:r>
              <a:rPr/>
              <a:t>    &lt;/model&gt;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4/11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입력 (5/11)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3/5 · 입력 5/11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  <a:r>
              <a:rPr/>
              <a:t>  </a:t>
            </a:r>
            <a:r>
              <a:rPr/>
              <a:t>    &lt;model name="wall_north"&gt;</a:t>
            </a:r>
            <a:r>
              <a:rPr/>
              <a:t>      &lt;static&gt;true&lt;/static&gt;</a:t>
            </a:r>
            <a:r>
              <a:rPr/>
              <a:t>      &lt;pose&gt;0 4 1 0 0 0&lt;/pose&gt;</a:t>
            </a:r>
            <a:r>
              <a:rPr/>
              <a:t>      &lt;link name="link"&gt;</a:t>
            </a:r>
            <a:r>
              <a:rPr/>
              <a:t>        &lt;collision name="c"&gt;</a:t>
            </a:r>
            <a:r>
              <a:rPr/>
              <a:t>          &lt;geometry&gt;</a:t>
            </a:r>
            <a:r>
              <a:rPr/>
              <a:t>            &lt;box&gt;</a:t>
            </a:r>
            <a:r>
              <a:rPr/>
              <a:t>              &lt;size&gt;8 0.15 2&lt;/size&gt;</a:t>
            </a:r>
            <a:r>
              <a:rPr/>
              <a:t>            &lt;/box&gt;</a:t>
            </a:r>
            <a:r>
              <a:rPr/>
              <a:t>          &lt;/geometry&gt;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5/11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입력 (6/11)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3/5 · 입력 6/11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&lt;/collision&gt;</a:t>
            </a:r>
            <a:r>
              <a:rPr/>
              <a:t>        &lt;visual name="v"&gt;</a:t>
            </a:r>
            <a:r>
              <a:rPr/>
              <a:t>          &lt;geometry&gt;</a:t>
            </a:r>
            <a:r>
              <a:rPr/>
              <a:t>            &lt;box&gt;</a:t>
            </a:r>
            <a:r>
              <a:rPr/>
              <a:t>              &lt;size&gt;8 0.15 2&lt;/size&gt;</a:t>
            </a:r>
            <a:r>
              <a:rPr/>
              <a:t>            &lt;/box&gt;</a:t>
            </a:r>
            <a:r>
              <a:rPr/>
              <a:t>          &lt;/geometry&gt;</a:t>
            </a:r>
            <a:r>
              <a:rPr/>
              <a:t>        &lt;/visual&gt;</a:t>
            </a:r>
            <a:r>
              <a:rPr/>
              <a:t>      &lt;/link&gt;</a:t>
            </a:r>
            <a:r>
              <a:rPr/>
              <a:t>    &lt;/model&gt;</a:t>
            </a:r>
            <a:r>
              <a:rPr/>
              <a:t>    </a:t>
            </a:r>
            <a:r>
              <a:rPr/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6/11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입력 (7/11)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3/5 · 입력 7/11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&lt;model name="obstacle"&gt;</a:t>
            </a:r>
            <a:r>
              <a:rPr/>
              <a:t>      &lt;static&gt;true&lt;/static&gt;</a:t>
            </a:r>
            <a:r>
              <a:rPr/>
              <a:t>      &lt;pose&gt;1.5 -1.0 0.4 0 0 0&lt;/pose&gt;</a:t>
            </a:r>
            <a:r>
              <a:rPr/>
              <a:t>      &lt;link name="link"&gt;</a:t>
            </a:r>
            <a:r>
              <a:rPr/>
              <a:t>        &lt;collision name="c"&gt;</a:t>
            </a:r>
            <a:r>
              <a:rPr/>
              <a:t>          &lt;geometry&gt;</a:t>
            </a:r>
            <a:r>
              <a:rPr/>
              <a:t>            &lt;box&gt;</a:t>
            </a:r>
            <a:r>
              <a:rPr/>
              <a:t>              &lt;size&gt;0.5 0.5 0.8&lt;/size&gt;</a:t>
            </a:r>
            <a:r>
              <a:rPr/>
              <a:t>            &lt;/box&gt;</a:t>
            </a:r>
            <a:r>
              <a:rPr/>
              <a:t>          &lt;/geometry&gt;</a:t>
            </a:r>
            <a:r>
              <a:rPr/>
              <a:t>        &lt;/collision&gt;</a:t>
            </a:r>
            <a:r>
              <a:rPr/>
              <a:t>        &lt;visual name="v"&gt;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7/11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입력 (8/11)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3/5 · 입력 8/11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&lt;geometry&gt;</a:t>
            </a:r>
            <a:r>
              <a:rPr/>
              <a:t>            &lt;box&gt;</a:t>
            </a:r>
            <a:r>
              <a:rPr/>
              <a:t>              &lt;size&gt;0.5 0.5 0.8&lt;/size&gt;</a:t>
            </a:r>
            <a:r>
              <a:rPr/>
              <a:t>            &lt;/box&gt;</a:t>
            </a:r>
            <a:r>
              <a:rPr/>
              <a:t>          &lt;/geometry&gt;</a:t>
            </a:r>
            <a:r>
              <a:rPr/>
              <a:t>          &lt;material&gt;</a:t>
            </a:r>
            <a:r>
              <a:rPr/>
              <a:t>            &lt;diffuse&gt;0.9 0.7 0.1 1&lt;/diffuse&gt;</a:t>
            </a:r>
            <a:r>
              <a:rPr/>
              <a:t>          &lt;/material&gt;</a:t>
            </a:r>
            <a:r>
              <a:rPr/>
              <a:t>        &lt;/visual&gt;</a:t>
            </a:r>
            <a:r>
              <a:rPr/>
              <a:t>      &lt;/link&gt;</a:t>
            </a:r>
            <a:r>
              <a:rPr/>
              <a:t>    &lt;/model&gt;</a:t>
            </a:r>
            <a:r>
              <a:rPr/>
              <a:t>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8/11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입력 (9/11)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3/5 · 입력 9/11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  <a:r>
              <a:rPr/>
              <a:t>    &lt;model name="target"&gt;</a:t>
            </a:r>
            <a:r>
              <a:rPr/>
              <a:t>      &lt;static&gt;true&lt;/static&gt;</a:t>
            </a:r>
            <a:r>
              <a:rPr/>
              <a:t>      &lt;pose&gt;1.5 0 0.5 0 0 0&lt;/pose&gt;</a:t>
            </a:r>
            <a:r>
              <a:rPr/>
              <a:t>      &lt;link name="link"&gt;</a:t>
            </a:r>
            <a:r>
              <a:rPr/>
              <a:t>        &lt;collision name="c"&gt;</a:t>
            </a:r>
            <a:r>
              <a:rPr/>
              <a:t>          &lt;geometry&gt;</a:t>
            </a:r>
            <a:r>
              <a:rPr/>
              <a:t>            &lt;box&gt;</a:t>
            </a:r>
            <a:r>
              <a:rPr/>
              <a:t>              &lt;size&gt;0.25 0.25 1&lt;/size&gt;</a:t>
            </a:r>
            <a:r>
              <a:rPr/>
              <a:t>            &lt;/box&gt;</a:t>
            </a:r>
            <a:r>
              <a:rPr/>
              <a:t>          &lt;/geometry&gt;</a:t>
            </a:r>
            <a:r>
              <a:rPr/>
              <a:t>        &lt;/collision&gt;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9/11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입력 (10/11)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3/5 · 입력 10/11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&lt;visual name="v"&gt;</a:t>
            </a:r>
            <a:r>
              <a:rPr/>
              <a:t>          &lt;geometry&gt;</a:t>
            </a:r>
            <a:r>
              <a:rPr/>
              <a:t>            &lt;box&gt;</a:t>
            </a:r>
            <a:r>
              <a:rPr/>
              <a:t>              &lt;size&gt;0.25 0.25 1&lt;/size&gt;</a:t>
            </a:r>
            <a:r>
              <a:rPr/>
              <a:t>            &lt;/box&gt;</a:t>
            </a:r>
            <a:r>
              <a:rPr/>
              <a:t>          &lt;/geometry&gt;</a:t>
            </a:r>
            <a:r>
              <a:rPr/>
              <a:t>          &lt;material&gt;</a:t>
            </a:r>
            <a:r>
              <a:rPr/>
              <a:t>            &lt;diffuse&gt;0.9 0.05 0.05 1&lt;/diffuse&gt;</a:t>
            </a:r>
            <a:r>
              <a:rPr/>
              <a:t>          &lt;/material&gt;</a:t>
            </a:r>
            <a:r>
              <a:rPr/>
              <a:t>        &lt;/visual&gt;</a:t>
            </a:r>
            <a:r>
              <a:rPr/>
              <a:t>      &lt;/link&gt;</a:t>
            </a:r>
            <a:r>
              <a:rPr/>
              <a:t>    &lt;/model&gt;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10/11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입력 (11/11)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3/5 · 입력 11/11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마지막 joint·sensor·plugin과 닫는 태그를 입력해 구조를 완성합니다.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  <a:r>
              <a:rPr/>
              <a:t>  </a:t>
            </a:r>
            <a:r>
              <a:rPr/>
              <a:t>    &lt;include&gt;</a:t>
            </a:r>
            <a:r>
              <a:rPr/>
              <a:t>      &lt;uri&gt;model://agv&lt;/uri&gt;</a:t>
            </a:r>
            <a:r>
              <a:rPr/>
              <a:t>      &lt;name&gt;agv&lt;/name&gt;</a:t>
            </a:r>
            <a:r>
              <a:rPr/>
              <a:t>      &lt;pose&gt;0 0 0.08 0 0 0&lt;/pose&gt;</a:t>
            </a:r>
            <a:r>
              <a:rPr/>
              <a:t>    &lt;/include&gt;</a:t>
            </a:r>
            <a:r>
              <a:rPr/>
              <a:t>    </a:t>
            </a:r>
            <a:r>
              <a:rPr/>
              <a:t>  &lt;/world&gt;</a:t>
            </a:r>
            <a:r>
              <a:rPr/>
              <a:t>&lt;/sdf&gt;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11/11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4/5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~/ros2_curri/my_agv_ws/src/agv_mission/agv_mission/mission_manager.py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node 또는 실행 보조 로직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~/ros2_curri/my_agv_ws/src/agv_mission/agv_mission</a:t>
            </a:r>
            <a:r>
              <a:rPr/>
              <a:t>nano ~/ros2_curri/my_agv_ws/src/agv_mission/agv_mission/mission_manager.py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terminal의 node/topic/log 출력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4/5: 코드 입력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4/5 · 입력 1/7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~/ros2_curri/my_agv_ws/src/agv_mission/agv_mission/mission_manager.py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math</a:t>
            </a:r>
            <a:r>
              <a:rPr/>
              <a:t>import rclpy</a:t>
            </a:r>
            <a:r>
              <a:rPr/>
              <a:t>from rclpy.node import Node</a:t>
            </a:r>
            <a:r>
              <a:rPr/>
              <a:t>from geometry_msgs.msg import Twist</a:t>
            </a:r>
            <a:r>
              <a:rPr/>
              <a:t>from std_msgs.msg import Float32, String</a:t>
            </a:r>
            <a:r>
              <a:rPr/>
              <a:t>from agv_interfaces.msg import DetectionArray</a:t>
            </a:r>
            <a:r>
              <a:rPr/>
              <a:t>class MissionManager(Node):</a:t>
            </a:r>
            <a:r>
              <a:rPr/>
              <a:t>    def __init__(self):</a:t>
            </a:r>
            <a:r>
              <a:rPr/>
              <a:t>        super().__init__('mission_manager')</a:t>
            </a:r>
            <a:r>
              <a:rPr/>
              <a:t>        self.declare_parameter('stop_distance', 0.5)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1/7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4/5: 코드 입력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4/5 · 입력 2/7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~/ros2_curri/my_agv_ws/src/agv_mission/agv_mission/mission_manager.py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self.declare_parameter('search_speed', 0.25)</a:t>
            </a:r>
            <a:r>
              <a:rPr/>
              <a:t>        self.declare_parameter('approach_speed', 0.15)</a:t>
            </a:r>
            <a:r>
              <a:rPr/>
              <a:t>        self.declare_parameter('image_center_x', 320)</a:t>
            </a:r>
            <a:r>
              <a:rPr/>
              <a:t>        self.declare_parameter('target_timeout_sec', 0.7)</a:t>
            </a:r>
            <a:r>
              <a:rPr/>
              <a:t>        self.state = 'IDLE'</a:t>
            </a:r>
            <a:r>
              <a:rPr/>
              <a:t>        self.obstacle_distance = math.inf</a:t>
            </a:r>
            <a:r>
              <a:rPr/>
              <a:t>        self.target = None</a:t>
            </a:r>
            <a:r>
              <a:rPr/>
              <a:t>        self.last_target_time = None</a:t>
            </a:r>
            <a:r>
              <a:rPr/>
              <a:t>        self.create_subscription(Float32, '/obstacle_distance', self.obstacle_callback,</a:t>
            </a:r>
            <a:r>
              <a:rPr/>
              <a:t>            10)</a:t>
            </a:r>
            <a:r>
              <a:rPr/>
              <a:t>        self.create_subscription(DetectionArray, '/detections', self.detections_callback,</a:t>
            </a:r>
            <a:r>
              <a:rPr/>
              <a:t>             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2/7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4/5: 코드 입력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4/5 · 입력 3/7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~/ros2_curri/my_agv_ws/src/agv_mission/agv_mission/mission_manager.py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self.command_publisher = self.create_publisher(Twist, '/cmd_vel_raw', 10)</a:t>
            </a:r>
            <a:r>
              <a:rPr/>
              <a:t>        self.state_publisher = self.create_publisher(String, '/mission_state', 10)</a:t>
            </a:r>
            <a:r>
              <a:rPr/>
              <a:t>        self.create_timer(0.1, self.tick)</a:t>
            </a:r>
            <a:r>
              <a:rPr/>
              <a:t>    def obstacle_callback(self, message):</a:t>
            </a:r>
            <a:r>
              <a:rPr/>
              <a:t>        self.obstacle_distance = message.data</a:t>
            </a:r>
            <a:r>
              <a:rPr/>
              <a:t>    def detections_callback(self, message):</a:t>
            </a:r>
            <a:r>
              <a:rPr/>
              <a:t>        if message.detections:</a:t>
            </a:r>
            <a:r>
              <a:rPr/>
              <a:t>            self.target = message.detections[0]</a:t>
            </a:r>
            <a:r>
              <a:rPr/>
              <a:t>            self.last_target_time = self.get_clock().now()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3/7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4/5: 코드 입력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4/5 · 입력 4/7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~/ros2_curri/my_agv_ws/src/agv_mission/agv_mission/mission_manager.py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def set_state(self, state):</a:t>
            </a:r>
            <a:r>
              <a:rPr/>
              <a:t>        if state != self.state:</a:t>
            </a:r>
            <a:r>
              <a:rPr/>
              <a:t>            self.state = state</a:t>
            </a:r>
            <a:r>
              <a:rPr/>
              <a:t>            self.get_logger().info('mission state -&gt; ' + state)</a:t>
            </a:r>
            <a:r>
              <a:rPr/>
              <a:t>        self.state_publisher.publish(String(data=self.state))</a:t>
            </a:r>
            <a:r>
              <a:rPr/>
              <a:t>    def tick(self):</a:t>
            </a:r>
            <a:r>
              <a:rPr/>
              <a:t>        command = Twist()</a:t>
            </a:r>
            <a:r>
              <a:rPr/>
              <a:t>        if self.last_target_time is not None:</a:t>
            </a:r>
            <a:r>
              <a:rPr/>
              <a:t>            age = (self.get_clock().now() - self.last_target_time).nanoseconds / 1000000000.0</a:t>
            </a:r>
            <a:r>
              <a:rPr/>
              <a:t>            if age &gt; self.get_parameter('target_timeout_sec').value:</a:t>
            </a:r>
            <a:r>
              <a:rPr/>
              <a:t>                self.target = 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4/7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4/5: 코드 입력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4/5 · 입력 5/7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~/ros2_curri/my_agv_ws/src/agv_mission/agv_mission/mission_manager.py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if self.obstacle_distance &lt; self.get_parameter('stop_distance').value:</a:t>
            </a:r>
            <a:r>
              <a:rPr/>
              <a:t>            self.set_state('AVOID')</a:t>
            </a:r>
            <a:r>
              <a:rPr/>
              <a:t>            command.angular.z = self.get_parameter('search_speed').value</a:t>
            </a:r>
            <a:r>
              <a:rPr/>
              <a:t>        elif self.target is None:</a:t>
            </a:r>
            <a:r>
              <a:rPr/>
              <a:t>            self.set_state('SEARCH')</a:t>
            </a:r>
            <a:r>
              <a:rPr/>
              <a:t>            command.angular.z = self.get_parameter('search_speed').value</a:t>
            </a:r>
            <a:r>
              <a:rPr/>
              <a:t>        elif self.target.estimated_distance &gt; 0.0 and self.target.estimated_distance &lt; self.get_parameter('stop_distance').value:</a:t>
            </a:r>
            <a:r>
              <a:rPr/>
              <a:t>            self.set_state('GOAL')</a:t>
            </a:r>
            <a:r>
              <a:rPr/>
              <a:t>        else:</a:t>
            </a:r>
            <a:r>
              <a:rPr/>
              <a:t>            self.set_state('APPROACH')</a:t>
            </a:r>
            <a:r>
              <a:rPr/>
              <a:t>            command.linear.x = self.get_parameter('approach_speed').value</a:t>
            </a:r>
            <a:r>
              <a:rPr/>
              <a:t>            error = self.target.center_x - self.get_parameter('image_center_x').value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5/7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4/5: 코드 입력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4/5 · 입력 6/7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~/ros2_curri/my_agv_ws/src/agv_mission/agv_mission/mission_manager.py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command.angular.z = max(min(-0.004 * error, 0.6), -0.6)</a:t>
            </a:r>
            <a:r>
              <a:rPr/>
              <a:t>        self.command_publisher.publish(command)</a:t>
            </a:r>
            <a:r>
              <a:rPr/>
              <a:t>def main():</a:t>
            </a:r>
            <a:r>
              <a:rPr/>
              <a:t>    rclpy.init()</a:t>
            </a:r>
            <a:r>
              <a:rPr/>
              <a:t>    node = MissionManager()</a:t>
            </a:r>
            <a:r>
              <a:rPr/>
              <a:t>    try:</a:t>
            </a:r>
            <a:r>
              <a:rPr/>
              <a:t>        rclpy.spin(node)</a:t>
            </a:r>
            <a:r>
              <a:rPr/>
              <a:t>    except KeyboardInterrupt:</a:t>
            </a:r>
            <a:r>
              <a:rPr/>
              <a:t>        pass</a:t>
            </a:r>
            <a:r>
              <a:rPr/>
              <a:t>    finally:</a:t>
            </a:r>
            <a:r>
              <a:rPr/>
              <a:t>        node.destroy_node()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6/7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4/5: 코드 입력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4/5 · 입력 7/7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~/ros2_curri/my_agv_ws/src/agv_mission/agv_mission/mission_manager.py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if rclpy.ok():</a:t>
            </a:r>
            <a:r>
              <a:rPr/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7/7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5/5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~/ros2_curri/my_agv_ws/src/agv_control/agv_control/safety_controller.py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node 또는 실행 보조 로직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~/ros2_curri/my_agv_ws/src/agv_control/agv_control</a:t>
            </a:r>
            <a:r>
              <a:rPr/>
              <a:t>nano ~/ros2_curri/my_agv_ws/src/agv_control/agv_control/safety_controller.py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terminal의 node/topic/log 출력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5/5: 코드 입력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~/ros2_curri/my_agv_ws/src/agv_control/agv_control/safety_controller.py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5/5 · 입력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~/ros2_curri/my_agv_ws/src/agv_control/agv_control/safety_controller.py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math</a:t>
            </a:r>
            <a:r>
              <a:rPr/>
              <a:t>import rclpy</a:t>
            </a:r>
            <a:r>
              <a:rPr/>
              <a:t>from rclpy.node import Node</a:t>
            </a:r>
            <a:r>
              <a:rPr/>
              <a:t>from geometry_msgs.msg import Twist</a:t>
            </a:r>
            <a:r>
              <a:rPr/>
              <a:t>from sensor_msgs.msg import LaserScan</a:t>
            </a:r>
            <a:r>
              <a:rPr/>
              <a:t>class SafetyController(Node):</a:t>
            </a:r>
            <a:r>
              <a:rPr/>
              <a:t>    """Pass a desired command through unless an obstacle is within stop_distance."""</a:t>
            </a:r>
            <a:r>
              <a:rPr/>
              <a:t>    def __init__(self):</a:t>
            </a:r>
            <a:r>
              <a:rPr/>
              <a:t>        super().__init__('safety_controller')</a:t>
            </a:r>
            <a:r>
              <a:rPr/>
              <a:t>        self.declare_parameter('stop_distance', 0.5)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5/5: 코드 입력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~/ros2_curri/my_agv_ws/src/agv_control/agv_control/safety_controller.py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5/5 · 입력 2/4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~/ros2_curri/my_agv_ws/src/agv_control/agv_control/safety_controller.py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self.declare_parameter('front_half_angle_deg', 15.0)</a:t>
            </a:r>
            <a:r>
              <a:rPr/>
              <a:t>        self.obstacle_distance = math.inf</a:t>
            </a:r>
            <a:r>
              <a:rPr/>
              <a:t>        self.create_subscription(LaserScan, '/scan', self.scan_callback, 10)</a:t>
            </a:r>
            <a:r>
              <a:rPr/>
              <a:t>        self.create_subscription(Twist, '/cmd_vel_raw', self.command_callback, 10)</a:t>
            </a:r>
            <a:r>
              <a:rPr/>
              <a:t>        self.publisher = self.create_publisher(Twist, '/cmd_vel', 10)</a:t>
            </a:r>
            <a:r>
              <a:rPr/>
              <a:t>    def scan_callback(self, scan):</a:t>
            </a:r>
            <a:r>
              <a:rPr/>
              <a:t>        limit = math.radians(self.get_parameter('front_half_angle_deg').value)</a:t>
            </a:r>
            <a:r>
              <a:rPr/>
              <a:t>        readings = [value for index,</a:t>
            </a:r>
            <a:r>
              <a:rPr/>
              <a:t>            value in enumerate(scan.ranges) if abs(scan.angle_min + index * scan.angle_increment) &lt;= limit and math.isfinite(value)]</a:t>
            </a:r>
            <a:r>
              <a:rPr/>
              <a:t>        self.obstacle_distance = min(readings) if readings else math.inf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5/5: 코드 입력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~/ros2_curri/my_agv_ws/src/agv_control/agv_control/safety_controller.py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5/5 · 입력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~/ros2_curri/my_agv_ws/src/agv_control/agv_control/safety_controller.py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def command_callback(self, command):</a:t>
            </a:r>
            <a:r>
              <a:rPr/>
              <a:t>        safe = Twist()</a:t>
            </a:r>
            <a:r>
              <a:rPr/>
              <a:t>        if self.obstacle_distance &gt;= self.get_parameter('stop_distance').value or command.linear.x &lt;= 0.0:</a:t>
            </a:r>
            <a:r>
              <a:rPr/>
              <a:t>            safe = command</a:t>
            </a:r>
            <a:r>
              <a:rPr/>
              <a:t>        else:</a:t>
            </a:r>
            <a:r>
              <a:rPr/>
              <a:t>            self.get_logger().warn('obstacle at %.2f m: stopping forward command' % self.obstacle_distance)</a:t>
            </a:r>
            <a:r>
              <a:rPr/>
              <a:t>        self.publisher.publish(safe)</a:t>
            </a:r>
            <a:r>
              <a:rPr/>
              <a:t>def main():</a:t>
            </a:r>
            <a:r>
              <a:rPr/>
              <a:t>    rclpy.init()</a:t>
            </a:r>
            <a:r>
              <a:rPr/>
              <a:t>    node = SafetyController()</a:t>
            </a:r>
            <a:r>
              <a:rPr/>
              <a:t>    try: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5/5: 코드 입력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~/ros2_curri/my_agv_ws/src/agv_control/agv_control/safety_controller.py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5/5 · 입력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~/ros2_curri/my_agv_ws/src/agv_control/agv_control/safety_controller.py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rclpy.spin(node)</a:t>
            </a:r>
            <a:r>
              <a:rPr/>
              <a:t>    except KeyboardInterrupt:</a:t>
            </a:r>
            <a:r>
              <a:rPr/>
              <a:t>        pass</a:t>
            </a:r>
            <a:r>
              <a:rPr/>
              <a:t>    finally:</a:t>
            </a:r>
            <a:r>
              <a:rPr/>
              <a:t>        node.destroy_node()</a:t>
            </a:r>
            <a:r>
              <a:rPr/>
              <a:t>        if rclpy.ok():</a:t>
            </a:r>
            <a:r>
              <a:rPr/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4/4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1/3: 환경 기준선을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같은 ROS/Gazebo 조합과 workspace overlay가 결과 재현의 시작점이다.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/opt/ros/jazzy/setup.bash</a:t>
            </a:r>
            <a:r>
              <a:rPr/>
              <a:t>cd ~/ros2_curri/my_agv_ws</a:t>
            </a:r>
            <a:r>
              <a:rPr/>
              <a:t>colcon build --symlink-install</a:t>
            </a:r>
            <a:r>
              <a:rPr/>
              <a:t>source install/setup.bash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2/3: 최종 bringup을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최종 launch가 Gazebo·bridge·TF·sensor·mission·safety를 조립한다.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launch agv_bringup agv_sim.launch.py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3/3: 증거 데이터를 남긴다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화면만이 아니라 topic·log·bag을 함께 남겨야 다른 사람이 검증할 수 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node list</a:t>
            </a:r>
            <a:r>
              <a:rPr/>
              <a:t>ros2 topic list</a:t>
            </a:r>
            <a:r>
              <a:rPr/>
              <a:t>ros2 bag record -o ~/agv_final_bag /scan /imu/data /odom /camera/image_raw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~/ros2_curri/my_agv_ws &amp;&amp; source install/setup.bash</a:t>
            </a:r>
            <a:r>
              <a:rPr/>
              <a:t>ros2 launch agv_bringup agv_sim.launch.py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한 launch 실행, RViz/Gazebo 확인, mission log, rosbag 기록을 제출 체크리스트로 남긴다.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133" y="1353312"/>
            <a:ext cx="6478685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launch agv_bringup agv_sim.launch.py --show-args</a:t>
            </a:r>
            <a:r>
              <a:rPr/>
              <a:t>ros2 node list</a:t>
            </a:r>
            <a:r>
              <a:rPr/>
              <a:t>ros2 topic list | rg '/scan|/imu/data|/odom|/camera/image_raw|/cmd_vel'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한 launch 실행, RViz/Gazebo 확인, mission log, rosbag 기록을 제출 체크리스트로 남긴다.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일부 노드만 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launch 순서·namespace·config 경로를 확인한다.</a:t>
            </a:r>
            <a:r>
              <a:rPr/>
              <a:t>수정 후: ros2 launch agv_bringup agv_sim.launch.py --show-args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센서/TF 위치 불일치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header.frame_id와 TF tree를 확인한다.</a:t>
            </a:r>
            <a:r>
              <a:rPr/>
              <a:t>수정 후: ros2 launch agv_bringup agv_sim.launch.py --show-args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" y="459028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96112" y="473659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3: 로봇이 불안정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718303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physics collision·friction·inertia를 M07 순서로 점검한다.</a:t>
            </a:r>
            <a:r>
              <a:rPr/>
              <a:t>수정 후: ros2 launch agv_bringup agv_sim.launch.py --show-args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79008"/>
            <a:ext cx="10607040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</a:t>
            </a:r>
            <a:r>
              <a:rPr/>
              <a:t>④ 이름/타입/단위 ⑤ build·source 후 재실행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막혔을 때만: Complete를 복구용으로 사용한다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슬라이드가 먼저가 아닙니다. 직접 입력·실행을 시도한 뒤에만 내 파일과 Complete를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복구용 Complete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1069848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권장 순서: ① 내 오류를 확인  ② Complete와 diff  ③ 꼭 필요할 때만 backup 후 복사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10881360" cy="26060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</a:t>
            </a:r>
            <a:r>
              <a:rPr/>
              <a:t>diff -ru my_agv_ws/src blocks/F_integration/M22_final_project/complete/agv_ws/src || true</a:t>
            </a:r>
            <a:r>
              <a:rPr/>
              <a:t>cp -a my_agv_ws/src my_agv_ws/src_before_M22</a:t>
            </a:r>
            <a:r>
              <a:rPr/>
              <a:t>cp -a blocks/F_integration/M22_final_project/complete/agv_ws/src/. my_agv_ws/src/</a:t>
            </a:r>
            <a:r>
              <a:rPr/>
              <a:t>cd my_agv_ws &amp;&amp; colcon build --symlink-install &amp;&amp; source install/setup.bash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413248"/>
            <a:ext cx="10424160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복구 뒤에는 끝내지 말고, 내 파일과 Complete의 차이를 한 줄씩 설명한 뒤 다시 직접 입력해 봅니다.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증거를 ①Gazebo ②RViz ③ros2 topic ④mission log ⑤rosbag으로 나누어 실제 제출 파일 목록을 작성한다.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최종 미션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통합 단계에서 놓치기 쉬운 실행·운영 조건을 정리합니다.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통합 보강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691640"/>
            <a:ext cx="10972800" cy="4434840"/>
          </a:xfrm>
          <a:prstGeom prst="roundRect">
            <a:avLst/>
          </a:prstGeom>
          <a:solidFill>
            <a:srgbClr val="F4F7FB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332720" cy="3749039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1. START: launch와 sensor topic을 확인한다.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2. SEARCH: target이 없을 때 회전 탐색 command를 관찰한다.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3. APPROACH: detection 중심 오차가 angular command로 바뀌는지 확인한다.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4. AVOID/STOP: LiDAR threshold 안에서는 safety가 우선하는지 확인한다.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5. GOAL/STOP: 목표 도달 뒤 forward /cmd_vel이 0인지 확인한다.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최종 기능 체크표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통합 단계에서 놓치기 쉬운 실행·운영 조건을 정리합니다.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통합 보강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691640"/>
            <a:ext cx="10972800" cy="4434840"/>
          </a:xfrm>
          <a:prstGeom prst="roundRect">
            <a:avLst/>
          </a:prstGeom>
          <a:solidFill>
            <a:srgbClr val="F4F7FB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332720" cy="3749039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Model/Physics: body·wheel·collision·inertia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Drive/TF/Odom: /cmd_vel, /odom, frame tree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Sensors: /camera/image_raw, /scan, /imu/data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Autonomy: detection, safety priority, mission state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Operations/Data: launch, YAML, rosbag2, README/checkpoint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Milestone 1~8 제출 증거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통합 단계에서 놓치기 쉬운 실행·운영 조건을 정리합니다.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통합 보강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691640"/>
            <a:ext cx="10972800" cy="4434840"/>
          </a:xfrm>
          <a:prstGeom prst="roundRect">
            <a:avLst/>
          </a:prstGeom>
          <a:solidFill>
            <a:srgbClr val="F4F7FB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332720" cy="3749039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1 모델 TF, 2 World spawn, 3 Differential Drive, 4 bridge/RViz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5 Camera/LiDAR/IMU, 6 safety/perception, 7 FSM/PID, 8 launch/rosbag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각 milestone마다 command 결과와 정상 화면을 함께 저장한다.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실패를 재현 가능하게 기록한다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통합 단계에서 놓치기 쉬운 실행·운영 조건을 정리합니다.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통합 보강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691640"/>
            <a:ext cx="10972800" cy="4434840"/>
          </a:xfrm>
          <a:prstGeom prst="roundRect">
            <a:avLst/>
          </a:prstGeom>
          <a:solidFill>
            <a:srgbClr val="F4F7FB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332720" cy="3749039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topic: 이름·타입·publisher/subscriber 수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TF: frame_id·parent/child·Fixed Frame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bridge: 방향·Gazebo/ROS type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physics: collision·friction·inertia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launch: package share·YAML key·실행 순서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한 launch 실행, RViz/Gazebo 확인, mission log, rosbag 기록을 제출 체크리스트로 남긴다.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막혔을 때 비교할 Complete: blocks/F_integration/M22_final_project/complete/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핵심 과정 완료 → SLAM/Nav2 확장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M22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