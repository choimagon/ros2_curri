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1/3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2/3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3/3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~/agv_ws/src/agv_bringup/config/mission.yaml의 전체 파일을 1/1 구간으로 작성한다.</a:t>
            </a:r>
          </a:p>
          <a:p>
            <a:r>
              <a:t>[실행] nano ~/agv_ws/src/agv_bringup/config/mission.yaml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1/10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2/10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3/10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4/10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5/10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6/10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7/10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8/10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9/10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10/10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1/5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2/5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3/5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4/5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5/5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1/4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2/4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3/4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4/4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M22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  <a:br/>
            <a:r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agv_bringup/launch/agv_sim.launch.py</a:t>
            </a:r>
            <a:br/>
            <a:r>
              <a:t>└── agv_bringup/config/mission.yaml</a:t>
            </a:r>
            <a:br/>
            <a:r>
              <a:t>└── agv_gazebo/worlds/warehouse.sdf</a:t>
            </a:r>
            <a:br/>
            <a:r>
              <a:t>└── agv_mission/agv_mission/mission_manager.py</a:t>
            </a:r>
            <a:br/>
            <a:r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cd ~/agv_ws</a:t>
            </a:r>
            <a:br/>
            <a:r>
              <a:t>colcon build --symlink-install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~/agv_ws/src/agv_bringup/launch    &amp;&amp;   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  <a:br/>
            <a:r>
              <a:t>    description = get_package_share_directory('agv_description')</a:t>
            </a:r>
            <a:br/>
            <a:r>
              <a:t>    gazebo = get_package_share_directory('agv_gazebo')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~/agv_ws/src/agv_bringup/launch    &amp;&amp;   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  <a:br/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'mission.yaml')]), Node(package='agv_control',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~/agv_ws/src/agv_bringup/launch    &amp;&amp;   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executable='safety_controller', parameters=[os.path.join(bringup, 'config',</a:t>
            </a:r>
            <a:br/>
            <a:r>
              <a:t>        'mission.yaml')]), Node(package='rviz2', executable='rviz2', arguments=['-d',</a:t>
            </a:r>
            <a:br/>
            <a:r>
              <a:t>        os.path.join(description, 'rviz', 'agv.rviz')],</a:t>
            </a:r>
            <a:br/>
            <a:r>
              <a:t>       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~/agv_ws/src/agv_bringup/config    &amp;&amp;    nano ~/agv_ws/src/agv_bringup/config/mission.yaml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~/agv_ws/src/agv_gazebo/worlds    &amp;&amp;   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  <a:br/>
            <a:r>
              <a:t>      name="gz::sim::systems::SceneBroadcaster"/&gt;</a:t>
            </a:r>
            <a:br/>
            <a:r>
              <a:t>    &lt;plugin filename="gz-sim-sensors-system" name="gz::sim::systems::Sensors"/&gt;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~/agv_ws/src/agv_gazebo/worlds    &amp;&amp;   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  <a:br/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~/agv_ws/src/agv_gazebo/worlds    &amp;&amp;   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~/agv_ws/src/agv_gazebo/worlds    &amp;&amp;   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~/agv_ws/src/agv_gazebo/worlds    &amp;&amp;   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~/agv_ws/src/agv_gazebo/worlds    &amp;&amp;   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name="obstacle"&gt;</a:t>
            </a:r>
            <a:br/>
            <a:r>
              <a:t>      &lt;static&gt;true&lt;/static&gt;</a:t>
            </a:r>
            <a:br/>
            <a:r>
              <a:t>      &lt;pose&gt;1.5 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~/agv_ws/src/agv_gazebo/worlds    &amp;&amp;   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  <a:br/>
            <a:r>
              <a:t>    &lt;model name="target"&gt;</a:t>
            </a:r>
            <a:br/>
            <a:r>
              <a:t>      &lt;static&gt;true&lt;/static&gt;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~/agv_ws/src/agv_gazebo/worlds    &amp;&amp;   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&lt;pose&gt;3 1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~/agv_ws/src/agv_gazebo/worlds    &amp;&amp;   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17/18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~/agv_ws/src/agv_gazebo/worlds    &amp;&amp;   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~/agv_ws/src/agv_mission/agv_mission    &amp;&amp;   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  <a:br/>
            <a:r>
              <a:t>        self.declare_parameter('search_speed', 0.25)</a:t>
            </a:r>
            <a:br/>
            <a:r>
              <a:t>        self.declare_parameter('approach_speed', 0.15)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~/agv_ws/src/agv_mission/agv_mission    &amp;&amp;   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self.declare_parameter('image_center_x', 320)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  <a:br/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~/agv_ws/src/agv_mission/agv_mission    &amp;&amp;   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    def detections_callback(self, message):</a:t>
            </a:r>
            <a:br/>
            <a:r>
              <a:t>        self.target = message.detections[0] if message.detections else None</a:t>
            </a:r>
            <a:br/>
            <a:br/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self.obstacle_distance &lt; self.get_parameter('stop_distance').value:</a:t>
            </a:r>
            <a:br/>
            <a:r>
              <a:t>            self.set_state('AVOID')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~/agv_ws/src/agv_mission/agv_mission    &amp;&amp;   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  <a:br/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~/agv_ws/src/agv_mission/agv_mission    &amp;&amp;   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  <a:br/>
            <a:r>
              <a:t>        self.declare_parameter('front_half_angle_deg', 15.0)</a:t>
            </a:r>
            <a:br/>
            <a:r>
              <a:t>        self.obstacle_distance =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  <a:br/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 &amp;&amp; source 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순서·namespace·config 경로를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header.frame_id와 TF tree를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physics collision·friction·inertia를 M07 순서로 점검한다.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