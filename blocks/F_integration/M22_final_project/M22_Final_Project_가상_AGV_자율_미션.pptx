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~/ros2_curri/agv_ws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  <a:br/>
            <a:r>
              <a:t>    &lt;model name="ground"&gt;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&lt;model name="obstacle"&gt;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