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~/ros2_curri/my_agv_ws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blocks/F_integration/M22_final_project/complete/agv_ws/src || true</a:t>
            </a:r>
          </a:p>
          <a:p>
            <a:r>
              <a:t>cp -a my_agv_ws/src my_agv_ws/src_before_M22</a:t>
            </a:r>
          </a:p>
          <a:p>
            <a:r>
              <a:t>cp -a blocks/F_integration/M22_final_project/complete/agv_ws/src/.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  <a:br/>
            <a:r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 통합 display: 최종 미션에서 RobotModel·TF·sensor·Path·Marker를 함께 확인하는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agv_bringup/launch/agv_sim.launch.py</a:t>
            </a:r>
            <a:br/>
            <a:r>
              <a:t>└── agv_bringup/config/mission.yaml</a:t>
            </a:r>
            <a:br/>
            <a:r>
              <a:t>└── agv_gazebo/worlds/warehouse.sdf</a:t>
            </a:r>
            <a:br/>
            <a:r>
              <a:t>└── agv_mission/agv_mission/mission_manager.py</a:t>
            </a:r>
            <a:br/>
            <a:r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~/ros2_curri/my_agv_ws/src/agv_bringup/launch</a:t>
            </a:r>
            <a:br/>
            <a:r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~/ros2_curri/my_agv_ws/src/agv_gazebo/worlds</a:t>
            </a:r>
            <a:br/>
            <a:r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filename="gz-sim-imu-system" name="gz::sim::systems::Imu"/&gt;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~/ros2_curri/my_agv_ws/src/agv_mission/agv_mission</a:t>
            </a:r>
            <a:br/>
            <a:r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cd ~/ros2_curri/my_agv_ws</a:t>
            </a:r>
            <a:br/>
            <a:r>
              <a:t>colcon build --symlink-install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순서·namespace·config 경로를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header.frame_id와 TF tree를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physics collision·friction·inertia를 M07 순서로 점검한다.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</a:t>
            </a:r>
            <a:br/>
            <a:r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blocks/F_integration/M22_final_project/complete/agv_ws/src || true</a:t>
            </a:r>
            <a:br/>
            <a:r>
              <a:t>cp -a my_agv_ws/src my_agv_ws/src_before_M22</a:t>
            </a:r>
            <a:br/>
            <a:r>
              <a:t>cp -a blocks/F_integration/M22_final_project/complete/agv_ws/src/.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