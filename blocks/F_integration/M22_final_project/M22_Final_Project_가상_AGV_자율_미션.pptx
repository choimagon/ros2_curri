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1/3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2/3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~/agv_ws/src/agv_bringup/launch/agv_sim.launch.py의 전체 파일을 3/3 구간으로 작성한다.</a:t>
            </a:r>
          </a:p>
          <a:p>
            <a:r>
              <a:t>[실행] nano ~/agv_ws/src/agv_bringup/launch/agv_sim.launch.py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2/11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3/11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4/11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5/11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6/11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7/11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8/11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9/11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10/11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11/11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1/6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2/6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3/6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4/6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5/6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~/agv_ws/src/agv_mission/agv_mission/mission_manager.py의 전체 파일을 6/6 구간으로 작성한다.</a:t>
            </a:r>
          </a:p>
          <a:p>
            <a:r>
              <a:t>[실행] nano ~/agv_ws/src/agv_mission/agv_mission/mission_manager.py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1/4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2/4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3/4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~/agv_ws/src/agv_control/agv_control/safety_controller.py의 전체 파일을 4/4 구간으로 작성한다.</a:t>
            </a:r>
          </a:p>
          <a:p>
            <a:r>
              <a:t>[실행] nano ~/agv_ws/src/agv_control/agv_control/safety_controller.py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cd ~/agv_ws</a:t>
            </a:r>
            <a:br/>
            <a:r>
              <a:t>colcon build --symlink-install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  <a:br/>
            <a:r>
              <a:t>ros2 topic list</a:t>
            </a:r>
            <a:br/>
            <a:r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~/agv_ws/src/agv_bringup/launch</a:t>
            </a:r>
            <a:br/>
            <a:r>
              <a:t>파일 열기: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DeclareLaunchArgument, IncludeLaunchDescription</a:t>
            </a:r>
            <a:br/>
            <a:r>
              <a:t>from launch.conditions import IfCondition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Command, LaunchConfiguration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  <a:br/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~/agv_ws/src/agv_bringup/launch</a:t>
            </a:r>
            <a:br/>
            <a:r>
              <a:t>파일 열기: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  <a:br/>
            <a:r>
              <a:t>    gazebo = get_package_share_directory('agv_gazebo')</a:t>
            </a:r>
            <a:br/>
            <a:r>
              <a:t>    xacro_file = os.path.join(description, 'urdf', 'agv.urdf.xacro')</a:t>
            </a:r>
            <a:br/>
            <a:r>
              <a:t>    robot_description = ParameterValue(Command(['xacro ', xacro_file]), value_type=str)</a:t>
            </a:r>
            <a:br/>
            <a:r>
              <a:t>    return LaunchDescription([DeclareLaunchArgument('rviz', default_value='true',</a:t>
            </a:r>
            <a:br/>
            <a:r>
              <a:t>        description='Start RViz2'),</a:t>
            </a:r>
            <a:br/>
            <a:r>
              <a:t>        IncludeLaunchDescription(PythonLaunchDescriptionSource(os.path.join(gazebo, 'launch',</a:t>
            </a:r>
            <a:br/>
            <a:r>
              <a:t>         'gazebo.launch.py'))), Node(package='robot_state_publisher', executable='robot_state_publisher',</a:t>
            </a:r>
            <a:br/>
            <a:r>
              <a:t>         parameters=[os.path.join(bringup, 'config', 'robot.yaml'),</a:t>
            </a:r>
            <a:br/>
            <a:r>
              <a:t>        {'robot_description': robot_description}]), Node(package='agv_sensors',</a:t>
            </a:r>
            <a:br/>
            <a:r>
              <a:t>        executable='lidar_processor', parameters=[os.path.join(bringup, 'config',</a:t>
            </a:r>
            <a:br/>
            <a:r>
              <a:t>        'sensors.yaml')]), Node(package='agv_sensors', executable='imu_monitor',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~/agv_ws/src/agv_bringup/launch</a:t>
            </a:r>
            <a:br/>
            <a:r>
              <a:t>파일 열기: nano ~/agv_ws/src/agv_bringup/launch/agv_sim.launch.py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'sensors.yaml')]), Node(package='agv_vision',</a:t>
            </a:r>
            <a:br/>
            <a:r>
              <a:t>         executable='yolo_node', parameters=[os.path.join(bringup, 'config',</a:t>
            </a:r>
            <a:br/>
            <a:r>
              <a:t>        'vision.yaml')]), Node(package='agv_mission', executable='mission_manager',</a:t>
            </a:r>
            <a:br/>
            <a:r>
              <a:t>        parameters=[os.path.join(bringup, 'config', 'mission.yaml')]), Node(package='agv_control',</a:t>
            </a:r>
            <a:br/>
            <a:r>
              <a:t>         executable='safety_controller', parameters=[os.path.join(bringup, 'config',</a:t>
            </a:r>
            <a:br/>
            <a:r>
              <a:t>        'mission.yaml')]), Node(package='rviz2', executable='rviz2', arguments=['-d',</a:t>
            </a:r>
            <a:br/>
            <a:r>
              <a:t>        os.path.join(description, 'rviz', 'agv.rviz')],</a:t>
            </a:r>
            <a:br/>
            <a:r>
              <a:t>       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~/agv_ws/src/agv_bringup/config</a:t>
            </a:r>
            <a:br/>
            <a:r>
              <a:t>파일 열기: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  <a:br/>
            <a:r>
              <a:t>    &lt;model name="ground"&gt;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  <a:br/>
            <a:r>
              <a:t>    &lt;model name="obstacle"&gt;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  <a:br/>
            <a:r>
              <a:t>      &lt;pose&gt;1.5 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&lt;pose&gt;3 1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18/19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std_msgs.msg import Float32, String</a:t>
            </a:r>
            <a:br/>
            <a:r>
              <a:t>from agv_interfaces.msg import DetectionArray</a:t>
            </a:r>
            <a:br/>
            <a:br/>
            <a:r>
              <a:t>class MissionManager(Node):</a:t>
            </a:r>
            <a:br/>
            <a:br/>
            <a:r>
              <a:t>    def __init__(self):</a:t>
            </a:r>
            <a:br/>
            <a:r>
              <a:t>        super().__init__('mission_manager')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  <a:br/>
            <a:r>
              <a:t>        self.declare_parameter('approach_speed', 0.15)</a:t>
            </a:r>
            <a:br/>
            <a:r>
              <a:t>        self.declare_parameter('image_center_x', 320)</a:t>
            </a:r>
            <a:br/>
            <a:r>
              <a:t>        self.state = 'IDLE'</a:t>
            </a:r>
            <a:br/>
            <a:r>
              <a:t>        self.obstacle_distance = math.inf</a:t>
            </a:r>
            <a:br/>
            <a:r>
              <a:t>        self.target = None</a:t>
            </a:r>
            <a:br/>
            <a:r>
              <a:t>        self.create_subscription(Float32, '/obstacle_distance', self.obstacle_callback,</a:t>
            </a:r>
            <a:br/>
            <a:r>
              <a:t>            10)</a:t>
            </a:r>
            <a:br/>
            <a:r>
              <a:t>        self.create_subscription(DetectionArray, '/detections', self.detections_callback,</a:t>
            </a:r>
            <a:br/>
            <a:r>
              <a:t>             10)</a:t>
            </a:r>
            <a:br/>
            <a:r>
              <a:t>        self.command_publisher = self.create_publisher(Twist, '/cmd_vel_raw', 10)</a:t>
            </a:r>
            <a:br/>
            <a:r>
              <a:t>        self.state_publisher = self.create_publisher(String, '/mission_state',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self.tick)</a:t>
            </a:r>
            <a:br/>
            <a:br/>
            <a:r>
              <a:t>    def obstacle_callback(self, message):</a:t>
            </a:r>
            <a:br/>
            <a:r>
              <a:t>        self.obstacle_distance = message.data</a:t>
            </a:r>
            <a:br/>
            <a:br/>
            <a:r>
              <a:t>    def detections_callback(self, message):</a:t>
            </a:r>
            <a:br/>
            <a:r>
              <a:t>        self.target = message.detections[0] if message.detections else None</a:t>
            </a:r>
            <a:br/>
            <a:br/>
            <a:r>
              <a:t>    def set_state(self, state):</a:t>
            </a:r>
            <a:br/>
            <a:r>
              <a:t>        if state != self.state:</a:t>
            </a:r>
            <a:br/>
            <a:r>
              <a:t>            self.state = state</a:t>
            </a:r>
            <a:br/>
            <a:r>
              <a:t>            self.get_logger().info('mission state -&gt; ' + state)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self.state_publisher.publish(String(data=self.state))</a:t>
            </a:r>
            <a:br/>
            <a:br/>
            <a:r>
              <a:t>    def tick(self):</a:t>
            </a:r>
            <a:br/>
            <a:r>
              <a:t>        command = Twist()</a:t>
            </a:r>
            <a:br/>
            <a:r>
              <a:t>        if self.obstacle_distance &lt; self.get_parameter('stop_distance').value:</a:t>
            </a:r>
            <a:br/>
            <a:r>
              <a:t>            self.set_state('AVOID')</a:t>
            </a:r>
            <a:br/>
            <a:r>
              <a:t>            command.angular.z = self.get_parameter('search_speed').value</a:t>
            </a:r>
            <a:br/>
            <a:r>
              <a:t>        elif self.target is None:</a:t>
            </a:r>
            <a:br/>
            <a:r>
              <a:t>            self.set_state('SEARCH')</a:t>
            </a:r>
            <a:br/>
            <a:r>
              <a:t>            command.angular.z = self.get_parameter('search_speed').value</a:t>
            </a:r>
            <a:br/>
            <a:r>
              <a:t>        elif self.target.estimated_distance &gt; 0.0 and self.target.estimated_distance &lt; self.get_parameter('stop_distance').value:</a:t>
            </a:r>
            <a:br/>
            <a:r>
              <a:t>            self.set_state('GOAL')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  <a:br/>
            <a:r>
              <a:t>            self.set_state('APPROACH')</a:t>
            </a:r>
            <a:br/>
            <a:r>
              <a:t>            command.linear.x = self.get_parameter('approach_speed').value</a:t>
            </a:r>
            <a:br/>
            <a:r>
              <a:t>            error = self.target.center_x - self.get_parameter('image_center_x').value</a:t>
            </a:r>
            <a:br/>
            <a:r>
              <a:t>            command.angular.z = max(min(-0.004 * error, 0.6), -0.6)</a:t>
            </a:r>
            <a:br/>
            <a:r>
              <a:t>        self.command_publisher.publish(command)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MissionManager()</a:t>
            </a:r>
            <a:br/>
            <a:r>
              <a:t>    try:</a:t>
            </a:r>
            <a:br/>
            <a:r>
              <a:t>        rclpy.spin(node)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~/agv_ws/src/agv_mission/agv_mission</a:t>
            </a:r>
            <a:br/>
            <a:r>
              <a:t>파일 열기: nano ~/agv_ws/src/agv_mission/agv_mission/mission_manager.py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  <a:br/>
            <a:r>
              <a:t>ros2 node list</a:t>
            </a:r>
            <a:br/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</a:t>
            </a:r>
            <a:br/>
            <a:r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