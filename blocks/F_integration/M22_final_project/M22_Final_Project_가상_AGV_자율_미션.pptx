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모델·주행·bridge·센서·인지·안전·미션·시각화를 하나의 AGV 프로젝트로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이전=M21 one-command bringup, 다음=핵심 과정 완료 → SLAM/Nav2 확장을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모델·주행·bridge·센서·인지·안전·미션·시각화를 하나의 AGV 프로젝트로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~/ros2_curri/my_agv_ws/src/agv_bringup/launch</a:t>
            </a:r>
          </a:p>
          <a:p>
            <a:r>
              <a:t>nano ~/ros2_curri/my_agv_ws/src/agv_bringup/launch/agv_sim.launch.py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1/4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2/4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3/4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4/4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~/ros2_curri/my_agv_ws/src/agv_bringup/config/mission.yaml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1/2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2/2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센서·물리 system plugin과 warehouse 환경을 함께 여는 Gazebo World</a:t>
            </a:r>
          </a:p>
          <a:p>
            <a:r>
              <a:t>[실행] mkdir -p ~/ros2_curri/my_agv_ws/src/agv_gazebo/worlds</a:t>
            </a:r>
          </a:p>
          <a:p>
            <a:r>
              <a:t>nano ~/ros2_curri/my_agv_ws/src/agv_gazebo/worlds/warehouse.sdf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2/11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3/11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4/11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5/11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6/11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7/11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8/11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9/11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10/11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~/ros2_curri/my_agv_ws/src/agv_gazebo/worlds/warehouse.sdf의 11/11 구현 블록을 직접 입력한다.</a:t>
            </a:r>
          </a:p>
          <a:p>
            <a:r>
              <a:t>[실행] nano ~/ros2_curri/my_agv_ws/src/agv_gazebo/worlds/warehouse.sdf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~/ros2_curri/my_agv_ws/src/agv_mission/agv_mission</a:t>
            </a:r>
          </a:p>
          <a:p>
            <a:r>
              <a:t>nano ~/ros2_curri/my_agv_ws/src/agv_mission/agv_mission/mission_manager.py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1/7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2/7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3/7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4/7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5/7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6/7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~/ros2_curri/my_agv_ws/src/agv_mission/agv_mission/mission_manager.py의 7/7 구현 블록을 직접 입력한다.</a:t>
            </a:r>
          </a:p>
          <a:p>
            <a:r>
              <a:t>[실행] nano ~/ros2_curri/my_agv_ws/src/agv_mission/agv_mission/mission_manager.py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~/ros2_curri/my_agv_ws/src/agv_control/agv_control/safety_controller.py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1/4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2/4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3/4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~/ros2_curri/my_agv_ws/src/agv_control/agv_control/safety_controller.py의 4/4 구현 블록을 직접 입력한다.</a:t>
            </a:r>
          </a:p>
          <a:p>
            <a:r>
              <a:t>[실행] nano ~/ros2_curri/my_agv_ws/src/agv_control/agv_control/safety_controller.py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같은 ROS/Gazebo 조합과 workspace overlay가 결과 재현의 시작점이다.</a:t>
            </a:r>
          </a:p>
          <a:p>
            <a:r>
              <a:t>[실행] source /opt/ros/jazzy/setup.bash</a:t>
            </a:r>
          </a:p>
          <a:p>
            <a:r>
              <a:t>cd ~/ros2_curri/my_agv_ws</a:t>
            </a:r>
          </a:p>
          <a:p>
            <a:r>
              <a:t>colcon build --symlink-install</a:t>
            </a:r>
          </a:p>
          <a:p>
            <a:r>
              <a:t>source install/setup.bash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launch가 Gazebo·bridge·TF·sensor·mission·safety를 조립한다.</a:t>
            </a:r>
          </a:p>
          <a:p>
            <a:r>
              <a:t>[실행] ros2 launch agv_bringup agv_sim.launch.py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화면만이 아니라 topic·log·bag을 함께 남겨야 다른 사람이 검증할 수 있다.</a:t>
            </a:r>
          </a:p>
          <a:p>
            <a:r>
              <a:t>[실행] ros2 node list</a:t>
            </a:r>
          </a:p>
          <a:p>
            <a:r>
              <a:t>ros2 topic list</a:t>
            </a:r>
          </a:p>
          <a:p>
            <a:r>
              <a:t>ros2 bag record -o ~/agv_final_bag /scan /imu/data /odom /camera/image_raw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launch agv_bringup agv_sim.launch.py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launch agv_bringup agv_sim.launch.py --show-args</a:t>
            </a:r>
          </a:p>
          <a:p>
            <a:r>
              <a:t>ros2 node list</a:t>
            </a:r>
          </a:p>
          <a:p>
            <a:r>
              <a:t>ros2 topic list | rg '/scan|/imu/data|/odom|/camera/image_raw|/cmd_vel'</a:t>
            </a:r>
          </a:p>
          <a:p>
            <a:r>
              <a:t>[확인] 한 launch 실행, RViz/Gazebo 확인, mission log, rosbag 기록을 제출 체크리스트로 남긴다.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blocks/F_integration/M22_final_project/complete/agv_ws/src || true</a:t>
            </a:r>
          </a:p>
          <a:p>
            <a:r>
              <a:t>cp -a my_agv_ws/src my_agv_ws/src_before_M22</a:t>
            </a:r>
          </a:p>
          <a:p>
            <a:r>
              <a:t>cp -a blocks/F_integration/M22_final_project/complete/agv_ws/src/.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미션 시나리오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최종 기능 체크표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Milestone 1~8 제출 증거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실패를 재현 가능하게 기록한다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핵심 과정 완료 → SLAM/Nav2 확장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Final Project — Gazebo 기반 가상 AGV 자율 미션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한 launch 실행, RViz/Gazebo 확인, mission log, rosbag 기록을 제출 체크리스트로 남긴다.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M21 one-command bringup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M22</a:t>
            </a:r>
            <a:br/>
            <a:r>
              <a:t>Final Project — Gazebo 기반 가상 AGV 자율 미션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핵심 과정 완료 → SLAM/Nav2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M21의 agv_sim.launch.py와 각 기능별 checkpoint가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M21 one-command bringup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모델·주행·bridge·센서·인지·안전·미션·시각화를 하나의 AGV 프로젝트로 연결한다.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한 launch 실행, RViz/Gazebo 확인, mission log, rosbag 기록을 제출 체크리스트로 남긴다.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M21 one-command bringup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모델·주행·bridge·센서·인지·안전·미션·시각화를 하나의 AGV 프로젝트로 연결한다.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한 launch 실행, RViz/Gazebo 확인, mission log, rosbag 기록을 제출 체크리스트로 남긴다.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5개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2_rviz_f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639" y="1389888"/>
            <a:ext cx="606767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RViz2 통합 display: 최종 미션에서 RobotModel·TF·sensor·Path·Marker를 함께 확인하는 화면  |  나중에 확인할 것: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0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0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96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06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APPROACH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2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92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AVOID / GOAL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68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8924" y="2743200"/>
            <a:ext cx="1975104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agv_bringup/launch/agv_sim.launch.py</a:t>
            </a:r>
            <a:br/>
            <a:r>
              <a:t>└── agv_bringup/config/mission.yaml</a:t>
            </a:r>
            <a:br/>
            <a:r>
              <a:t>└── agv_gazebo/worlds/warehouse.sdf</a:t>
            </a:r>
            <a:br/>
            <a:r>
              <a:t>└── agv_mission/agv_mission/mission_manager.py</a:t>
            </a:r>
            <a:br/>
            <a:r>
              <a:t>└── agv_control/agv_control/safety_controller.py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launch argument → Node → parameters/config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ros2 launch로 실행한다.</a:t>
            </a:r>
            <a:br/>
            <a:r>
              <a:t>화면/출력: terminal의 실행 node와 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센서·물리 system plugin과 warehouse 환경을 함께 여는 Gazebo 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Physics/Sensors/Imu plugin → 환경 → include AGV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World를 다시 열면 Imu system이 /imu/data의 원천을 생성한다.</a:t>
            </a:r>
            <a:br/>
            <a:r>
              <a:t>화면/출력: Gazebo World와 IMU terminal의 frame_id·publish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package를 build·source한 뒤 ros2 run 또는 launch에서 실행한다.</a:t>
            </a:r>
            <a:br/>
            <a:r>
              <a:t>화면/출력: terminal의 node/topic/log 출력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~/ros2_curri/my_agv_ws/src/agv_bringup/launch</a:t>
            </a:r>
            <a:br/>
            <a:r>
              <a:t>nano ~/ros2_curri/my_agv_ws/src/agv_bringup/launch/agv_sim.launch.py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generate_launch_description():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return LaunchDescription([DeclareLaunchArgument('rviz',</a:t>
            </a:r>
            <a:br/>
            <a:r>
              <a:t>default_value='true',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launch가 시작할 모든 node와 설정을 담는 목록을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 한 명령이 여러 구성 요소를 함께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description='Start RViz2'),</a:t>
            </a:r>
            <a:br/>
            <a:r>
              <a:t>DeclareLaunchArgument('autonomy', default_value='true',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실행할 때 바꿀 수 있는 옵션 이름과 기본값을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 ... 이름:=값`으로 기본 동작을 바꿀 수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'gazebo.launch.py'))),</a:t>
            </a:r>
            <a:br/>
            <a:r>
              <a:t>Node(package='robot_state_publisher',</a:t>
            </a:r>
            <a:br/>
            <a:r>
              <a:t>executable='robot_state_publisher',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 안에서 시작할 ROS node 하나의 package·실행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뒤 `ros2 node list`에 이 node가 나타납니다.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parameters=[os.path.join(bringup, 'config', 'robot.yaml'),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YAML/값을 node에 parameter로 전달하는 연결 지점입니다.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파일 값이 node parameter와 실행 결과에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  <a:br/>
            <a:r>
              <a:t>from ament_index_python.packages import get_package_share_directory</a:t>
            </a:r>
            <a:br/>
            <a:r>
              <a:t>from launch import LaunchDescription</a:t>
            </a:r>
            <a:br/>
            <a:r>
              <a:t>from launch.actions import DeclareLaunchArgument, IncludeLaunchDescription</a:t>
            </a:r>
            <a:br/>
            <a:r>
              <a:t>from launch.conditions import IfCondition</a:t>
            </a:r>
            <a:br/>
            <a:r>
              <a:t>from launch.launch_description_sources import PythonLaunchDescriptionSource</a:t>
            </a:r>
            <a:br/>
            <a:r>
              <a:t>from launch.substitutions import Command, LaunchConfiguration</a:t>
            </a:r>
            <a:br/>
            <a:r>
              <a:t>from launch_ros.actions import Node</a:t>
            </a:r>
            <a:br/>
            <a:r>
              <a:t>from launch_ros.parameter_descriptions import ParameterValue</a:t>
            </a:r>
            <a:br/>
            <a:br/>
            <a:r>
              <a:t>def generate_launch_description():</a:t>
            </a:r>
            <a:br/>
            <a:r>
              <a:t>    bringup = get_package_share_directory('agv_bringup')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description = get_package_share_directory('agv_description')</a:t>
            </a:r>
            <a:br/>
            <a:r>
              <a:t>    gazebo = get_package_share_directory('agv_gazebo')</a:t>
            </a:r>
            <a:br/>
            <a:r>
              <a:t>    xacro_file = os.path.join(description, 'urdf', 'agv.urdf.xacro')</a:t>
            </a:r>
            <a:br/>
            <a:r>
              <a:t>    robot_description = ParameterValue(Command(['xacro ', xacro_file]), value_type=str)</a:t>
            </a:r>
            <a:br/>
            <a:r>
              <a:t>    return LaunchDescription([DeclareLaunchArgument('rviz', default_value='true',</a:t>
            </a:r>
            <a:br/>
            <a:r>
              <a:t>        description='Start RViz2'), DeclareLaunchArgument('autonomy', default_value='true',</a:t>
            </a:r>
            <a:br/>
            <a:r>
              <a:t>         description='Start mission and safety nodes'),</a:t>
            </a:r>
            <a:br/>
            <a:r>
              <a:t>        IncludeLaunchDescription(PythonLaunchDescriptionSource(os.path.join(gazebo, 'launch',</a:t>
            </a:r>
            <a:br/>
            <a:r>
              <a:t>         'gazebo.launch.py'))), Node(package='robot_state_publisher', executable='robot_state_publisher',</a:t>
            </a:r>
            <a:br/>
            <a:r>
              <a:t>         parameters=[os.path.join(bringup, 'config', 'robot.yaml'),</a:t>
            </a:r>
            <a:br/>
            <a:r>
              <a:t>        {'robot_description': robot_description}]), Node(package='agv_sensors',</a:t>
            </a:r>
            <a:br/>
            <a:r>
              <a:t>        executable='lidar_processor', parameters=[os.path.join(bringup, 'config',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'sensors.yaml')]), Node(package='agv_sensors', executable='imu_monitor',</a:t>
            </a:r>
            <a:br/>
            <a:r>
              <a:t>        parameters=[os.path.join(bringup, 'config', 'sensors.yaml')]), Node(package='agv_sensors',</a:t>
            </a:r>
            <a:br/>
            <a:r>
              <a:t>         executable='odom_path', parameters=[{'use_sim_time': True}]), Node(package='agv_vision',</a:t>
            </a:r>
            <a:br/>
            <a:r>
              <a:t>         executable='yolo_node', parameters=[os.path.join(bringup, 'config',</a:t>
            </a:r>
            <a:br/>
            <a:r>
              <a:t>        'vision.yaml')]), Node(package='agv_mission', executable='mission_manager',</a:t>
            </a:r>
            <a:br/>
            <a:r>
              <a:t>        parameters=[os.path.join(bringup, 'config', 'mission.yaml')],</a:t>
            </a:r>
            <a:br/>
            <a:r>
              <a:t>        condition=IfCondition(LaunchConfiguration('autonomy'))), Node(package='agv_mission',</a:t>
            </a:r>
            <a:br/>
            <a:r>
              <a:t>         executable='mission_markers', parameters=[os.path.join(bringup, 'config',</a:t>
            </a:r>
            <a:br/>
            <a:r>
              <a:t>        'mission.yaml')], condition=IfCondition(LaunchConfiguration('autonomy'))),</a:t>
            </a:r>
            <a:br/>
            <a:r>
              <a:t>        Node(package='agv_control', executable='safety_controller',</a:t>
            </a:r>
            <a:br/>
            <a:r>
              <a:t>        parameters=[os.path.join(bringup, 'config', 'mission.yaml')],</a:t>
            </a:r>
            <a:br/>
            <a:r>
              <a:t>        condition=IfCondition(LaunchConfiguration('autonomy'))), Node(package='rviz2',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1/5: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1/5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executable='rviz2', arguments=['-d', os.path.join(description, 'rviz',</a:t>
            </a:r>
            <a:br/>
            <a:r>
              <a:t>        'agv.rviz')], condition=IfCondition(LaunchConfiguration('rviz')))])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~/ros2_curri/my_agv_ws/src/agv_bringup/config/mission.yaml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2/5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~/ros2_curri/my_agv_ws/src/agv_bringup/config/mission.yaml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search_speed: 0.25</a:t>
            </a:r>
            <a:br/>
            <a:r>
              <a:t>    approach_speed: 0.15</a:t>
            </a:r>
            <a:br/>
            <a:r>
              <a:t>    image_center_x: 320</a:t>
            </a:r>
            <a:br/>
            <a:r>
              <a:t>    target_timeout_sec: 0.70</a:t>
            </a:r>
            <a:br/>
            <a:r>
              <a:t>safety_controller: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2/5: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2/5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~/ros2_curri/my_agv_ws/src/agv_bringup/config/mission.yaml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센서·물리 system plugin과 warehouse 환경을 함께 여는 Gazebo World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~/ros2_curri/my_agv_ws/src/agv_gazebo/worlds</a:t>
            </a:r>
            <a:br/>
            <a:r>
              <a:t>nano ~/ros2_curri/my_agv_ws/src/agv_gazebo/worlds/warehouse.sdf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Gazebo World와 IMU terminal의 frame_id·publish rate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&lt;world name="warehouse"&gt;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 model 또는 Gazebo world의 가장 바깥 이름과 범위를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문법 검사와 Gazebo/RViz가 이 구조부터 읽기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&lt;plugin filename="gz-sim-physics-system"</a:t>
            </a:r>
            <a:br/>
            <a:r>
              <a:t>name="gz::sim::systems::Physics"/&gt;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Gazebo에 구동·bridge·sensor 처리 기능을 연결하는 확장 코드입니다.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plugin 이름이 틀리면 model은 떠도 topic/구동 기능이 생기지 않습니다.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&lt;link name="link"&gt;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로봇의 몸체·바퀴처럼 실제로 존재하는 하나의 부품을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RViz/Gazebo에서 이 부품이 별도 frame/물체로 보입니다.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&lt;collision name="collision"&gt;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물리 엔진이 부딪힘을 계산할 모양을 설정합니다.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주행 중 장애물·바닥과의 접촉 결과가 이 구조를 따릅니다.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~/ros2_curri/my_agv_ws/src/agv_gazebo/worlds/warehouse.sdf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&lt;visual name="visual"&gt;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사람이 화면에서 보는 모양·색·mesh를 설정합니다.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Gazebo/RViz 화면에서 해당 부품의 외형이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&lt;name&gt;agv&lt;/name&gt;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파일의 root와 첫 model/link를 입력합니다. 태그 여닫는 순서를 그대로 유지합니다.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&lt;sdf version="1.10"&gt;</a:t>
            </a:r>
            <a:br/>
            <a:r>
              <a:t>  &lt;world name="warehouse"&gt;</a:t>
            </a:r>
            <a:br/>
            <a:r>
              <a:t>    </a:t>
            </a:r>
            <a:br/>
            <a:r>
              <a:t>  </a:t>
            </a:r>
            <a:br/>
            <a:r>
              <a:t>    &lt;gravity&gt;0 0 -9.8&lt;/gravity&gt;</a:t>
            </a:r>
            <a:br/>
            <a:r>
              <a:t>    </a:t>
            </a:r>
            <a:br/>
            <a:r>
              <a:t>  </a:t>
            </a:r>
            <a:br/>
            <a:r>
              <a:t>    &lt;plugin filename="gz-sim-physics-system" name="gz::sim::systems::Physics"/&gt;</a:t>
            </a:r>
            <a:br/>
            <a:r>
              <a:t>    &lt;plugin filename="gz-sim-user-commands-system"</a:t>
            </a:r>
            <a:br/>
            <a:r>
              <a:t>      name="gz::sim::systems::UserCommands"/&gt;</a:t>
            </a:r>
            <a:br/>
            <a:r>
              <a:t>    &lt;plugin filename="gz-sim-scene-broadcaster-system"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(2/11)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2/11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name="gz::sim::systems::SceneBroadcaster"/&gt;</a:t>
            </a:r>
            <a:br/>
            <a:r>
              <a:t>    &lt;plugin filename="gz-sim-imu-system" name="gz::sim::systems::Imu"/&gt;</a:t>
            </a:r>
            <a:br/>
            <a:r>
              <a:t>    &lt;plugin filename="gz-sim-sensors-system" name="gz::sim::systems::Sensors"/&gt;</a:t>
            </a:r>
            <a:br/>
            <a:r>
              <a:t>    </a:t>
            </a:r>
            <a:br/>
            <a:r>
              <a:t>  </a:t>
            </a:r>
            <a:br/>
            <a:r>
              <a:t>    &lt;light type="directional" name="sun"&gt;</a:t>
            </a:r>
            <a:br/>
            <a:r>
              <a:t>      &lt;pose&gt;0 0 10 0 0 0&lt;/pose&gt;</a:t>
            </a:r>
            <a:br/>
            <a:r>
              <a:t>      &lt;cast_shadows&gt;true&lt;/cast_shadows&gt;</a:t>
            </a:r>
            <a:br/>
            <a:r>
              <a:t>      &lt;direction&gt;-0.5 0.1 -0.9&lt;/direction&gt;</a:t>
            </a:r>
            <a:br/>
            <a:r>
              <a:t>    &lt;/light&gt;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(3/11)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3/11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&lt;model name="ground"&gt;</a:t>
            </a:r>
            <a:br/>
            <a:r>
              <a:t>      &lt;static&gt;true&lt;/static&gt;</a:t>
            </a:r>
            <a:br/>
            <a:r>
              <a:t>      &lt;link name="link"&gt;</a:t>
            </a:r>
            <a:br/>
            <a:r>
              <a:t>        &lt;collision name="collision"&gt;</a:t>
            </a:r>
            <a:br/>
            <a:r>
              <a:t>          &lt;geometry&gt;</a:t>
            </a:r>
            <a:br/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name="visual"&gt;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(4/11)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4/11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&lt;geometry&gt;</a:t>
            </a:r>
            <a:br/>
            <a:r>
              <a:t>            &lt;plane&gt;</a:t>
            </a:r>
            <a:br/>
            <a:r>
              <a:t>              &lt;normal&gt;0 0 1&lt;/normal&gt;</a:t>
            </a:r>
            <a:br/>
            <a:r>
              <a:t>              &lt;size&gt;30 30&lt;/size&gt;</a:t>
            </a:r>
            <a:br/>
            <a:r>
              <a:t>            &lt;/plane&gt;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&lt;diffuse&gt;0.65 0.65 0.65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(5/11)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5/11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</a:t>
            </a:r>
            <a:br/>
            <a:r>
              <a:t>    &lt;model name="wall_north"&gt;</a:t>
            </a:r>
            <a:br/>
            <a:r>
              <a:t>      &lt;static&gt;true&lt;/static&gt;</a:t>
            </a:r>
            <a:br/>
            <a:r>
              <a:t>      &lt;pose&gt;0 4 1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(6/11)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6/11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&lt;/collision&gt;</a:t>
            </a:r>
            <a:br/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&lt;size&gt;8 0.15 2&lt;/size&gt;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(7/11)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7/11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&lt;model name="obstacle"&gt;</a:t>
            </a:r>
            <a:br/>
            <a:r>
              <a:t>      &lt;static&gt;true&lt;/static&gt;</a:t>
            </a:r>
            <a:br/>
            <a:r>
              <a:t>      &lt;pose&gt;1.5 -1.0 0.4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  <a:br/>
            <a:r>
              <a:t>        &lt;visual name="v"&gt;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(8/11)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8/11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&lt;size&gt;0.5 0.5 0.8&lt;/size&gt;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0.7 0.1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  <a:br/>
            <a: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8/11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(9/11)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9/11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  &lt;model name="target"&gt;</a:t>
            </a:r>
            <a:br/>
            <a:r>
              <a:t>      &lt;static&gt;true&lt;/static&gt;</a:t>
            </a:r>
            <a:br/>
            <a:r>
              <a:t>      &lt;pose&gt;1.5 0 0.5 0 0 0&lt;/pose&gt;</a:t>
            </a:r>
            <a:br/>
            <a:r>
              <a:t>      &lt;link name="link"&gt;</a:t>
            </a:r>
            <a:br/>
            <a:r>
              <a:t>        &lt;collision name="c"&gt;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&lt;/collision&gt;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9/11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(10/11)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10/11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구조에 geometry·collision·sensor·joint를 하나씩 붙입니다.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&lt;visual name="v"&gt;</a:t>
            </a:r>
            <a:br/>
            <a:r>
              <a:t>          &lt;geometry&gt;</a:t>
            </a:r>
            <a:br/>
            <a:r>
              <a:t>            &lt;box&gt;</a:t>
            </a:r>
            <a:br/>
            <a:r>
              <a:t>              &lt;size&gt;0.25 0.25 1&lt;/size&gt;</a:t>
            </a:r>
            <a:br/>
            <a:r>
              <a:t>            &lt;/box&gt;</a:t>
            </a:r>
            <a:br/>
            <a:r>
              <a:t>          &lt;/geometry&gt;</a:t>
            </a:r>
            <a:br/>
            <a:r>
              <a:t>          &lt;material&gt;</a:t>
            </a:r>
            <a:br/>
            <a:r>
              <a:t>            &lt;diffuse&gt;0.9 0.05 0.05 1&lt;/diffuse&gt;</a:t>
            </a:r>
            <a:br/>
            <a:r>
              <a:t>          &lt;/material&gt;</a:t>
            </a:r>
            <a:br/>
            <a:r>
              <a:t>        &lt;/visual&gt;</a:t>
            </a:r>
            <a:br/>
            <a:r>
              <a:t>      &lt;/link&gt;</a:t>
            </a:r>
            <a:br/>
            <a:r>
              <a:t>    &lt;/model&gt;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10/11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3/5: 코드 입력 (11/11)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~/ros2_curri/my_agv_ws/src/agv_gazebo/worlds/warehouse.sdf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3/5 · 입력 11/11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joint·sensor·plugin과 닫는 태그를 입력해 구조를 완성합니다.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~/ros2_curri/my_agv_ws/src/agv_gazebo/worlds/warehouse.sdf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</a:t>
            </a:r>
            <a:br/>
            <a:r>
              <a:t>  </a:t>
            </a:r>
            <a:br/>
            <a:r>
              <a:t>    &lt;include&gt;</a:t>
            </a:r>
            <a:br/>
            <a:r>
              <a:t>      &lt;uri&gt;model://agv&lt;/uri&gt;</a:t>
            </a:r>
            <a:br/>
            <a:r>
              <a:t>      &lt;name&gt;agv&lt;/name&gt;</a:t>
            </a:r>
            <a:br/>
            <a:r>
              <a:t>      &lt;pose&gt;0 0 0.08 0 0 0&lt;/pose&gt;</a:t>
            </a:r>
            <a:br/>
            <a:r>
              <a:t>    &lt;/include&gt;</a:t>
            </a:r>
            <a:br/>
            <a:r>
              <a:t>    </a:t>
            </a:r>
            <a:br/>
            <a:br/>
            <a:r>
              <a:t>  &lt;/world&gt;</a:t>
            </a:r>
            <a:br/>
            <a:r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11/11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~/ros2_curri/my_agv_ws/src/agv_mission/agv_mission</a:t>
            </a:r>
            <a:br/>
            <a:r>
              <a:t>nano ~/ros2_curri/my_agv_ws/src/agv_mission/agv_mission/mission_manager.py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class MissionManager(Node):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super().__init__('mission_manager')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self.declare_parameter('stop_distance',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self.create_subscription(Float32, '/obstacle_distance',</a:t>
            </a:r>
            <a:br/>
            <a:r>
              <a:t>self.obstacle_callback,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지정 topic의 message를 받아 callback으로 넘깁니다.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입력 topic을 publish하면 callback의 log 또는 출력이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self.command_publisher = self.create_publisher(Twist,</a:t>
            </a:r>
            <a:br/>
            <a:r>
              <a:t>'/cmd_vel_raw', 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어떤 message를 어느 topic으로 내보낼지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topic info`에서 publisher 수가 늘어납니다.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self.create_timer(0.1, self.tick)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사람이 호출하지 않아도 일정 주기로 함수를 실행하게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topic의 publish rate 또는 terminal log 주기가 생깁니다.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obstacle_callback(self, message):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self.get_logger().info('mission state -&gt; ' + state)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상태나 계산 결과를 사람이 볼 수 있게 terminal에 남깁니다.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node를 실행한 terminal에서 이 문장이 출력됩니다.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1/7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r>
              <a:t>from std_msgs.msg import Float32, String</a:t>
            </a:r>
            <a:br/>
            <a:r>
              <a:t>from agv_interfaces.msg import DetectionArray</a:t>
            </a:r>
            <a:br/>
            <a:br/>
            <a:r>
              <a:t>class MissionManager(Node):</a:t>
            </a:r>
            <a:br/>
            <a:br/>
            <a:r>
              <a:t>    def __init__(self):</a:t>
            </a:r>
            <a:br/>
            <a:r>
              <a:t>        super().__init__('mission_manager')</a:t>
            </a:r>
            <a:br/>
            <a:r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2/7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self.declare_parameter('search_speed', 0.25)</a:t>
            </a:r>
            <a:br/>
            <a:r>
              <a:t>        self.declare_parameter('approach_speed', 0.15)</a:t>
            </a:r>
            <a:br/>
            <a:r>
              <a:t>        self.declare_parameter('image_center_x', 320)</a:t>
            </a:r>
            <a:br/>
            <a:r>
              <a:t>        self.declare_parameter('target_timeout_sec', 0.7)</a:t>
            </a:r>
            <a:br/>
            <a:r>
              <a:t>        self.state = 'IDLE'</a:t>
            </a:r>
            <a:br/>
            <a:r>
              <a:t>        self.obstacle_distance = math.inf</a:t>
            </a:r>
            <a:br/>
            <a:r>
              <a:t>        self.target = None</a:t>
            </a:r>
            <a:br/>
            <a:r>
              <a:t>        self.last_target_time = None</a:t>
            </a:r>
            <a:br/>
            <a:r>
              <a:t>        self.create_subscription(Float32, '/obstacle_distance', self.obstacle_callback,</a:t>
            </a:r>
            <a:br/>
            <a:r>
              <a:t>            10)</a:t>
            </a:r>
            <a:br/>
            <a:r>
              <a:t>        self.create_subscription(DetectionArray, '/detections', self.detections_callback,</a:t>
            </a:r>
            <a:br/>
            <a:r>
              <a:t>            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3/7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self.command_publisher = self.create_publisher(Twist, '/cmd_vel_raw', 10)</a:t>
            </a:r>
            <a:br/>
            <a:r>
              <a:t>        self.state_publisher = self.create_publisher(String, '/mission_state', 10)</a:t>
            </a:r>
            <a:br/>
            <a:r>
              <a:t>        self.create_timer(0.1, self.tick)</a:t>
            </a:r>
            <a:br/>
            <a:br/>
            <a:r>
              <a:t>    def obstacle_callback(self, message):</a:t>
            </a:r>
            <a:br/>
            <a:r>
              <a:t>        self.obstacle_distance = message.data</a:t>
            </a:r>
            <a:br/>
            <a:br/>
            <a:r>
              <a:t>    def detections_callback(self, message):</a:t>
            </a:r>
            <a:br/>
            <a:r>
              <a:t>        if message.detections:</a:t>
            </a:r>
            <a:br/>
            <a:r>
              <a:t>            self.target = message.detections[0]</a:t>
            </a:r>
            <a:br/>
            <a:r>
              <a:t>            self.last_target_time = self.get_clock().now()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4/7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set_state(self, state):</a:t>
            </a:r>
            <a:br/>
            <a:r>
              <a:t>        if state != self.state:</a:t>
            </a:r>
            <a:br/>
            <a:r>
              <a:t>            self.state = state</a:t>
            </a:r>
            <a:br/>
            <a:r>
              <a:t>            self.get_logger().info('mission state -&gt; ' + state)</a:t>
            </a:r>
            <a:br/>
            <a:r>
              <a:t>        self.state_publisher.publish(String(data=self.state))</a:t>
            </a:r>
            <a:br/>
            <a:br/>
            <a:r>
              <a:t>    def tick(self):</a:t>
            </a:r>
            <a:br/>
            <a:r>
              <a:t>        command = Twist()</a:t>
            </a:r>
            <a:br/>
            <a:r>
              <a:t>        if self.last_target_time is not None:</a:t>
            </a:r>
            <a:br/>
            <a:r>
              <a:t>            age = (self.get_clock().now() - self.last_target_time).nanoseconds / 1000000000.0</a:t>
            </a:r>
            <a:br/>
            <a:r>
              <a:t>            if age &gt; self.get_parameter('target_timeout_sec').value:</a:t>
            </a:r>
            <a:br/>
            <a:r>
              <a:t>                self.target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5/7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self.obstacle_distance &lt; self.get_parameter('stop_distance').value:</a:t>
            </a:r>
            <a:br/>
            <a:r>
              <a:t>            self.set_state('AVOID')</a:t>
            </a:r>
            <a:br/>
            <a:r>
              <a:t>            command.angular.z = self.get_parameter('search_speed').value</a:t>
            </a:r>
            <a:br/>
            <a:r>
              <a:t>        elif self.target is None:</a:t>
            </a:r>
            <a:br/>
            <a:r>
              <a:t>            self.set_state('SEARCH')</a:t>
            </a:r>
            <a:br/>
            <a:r>
              <a:t>            command.angular.z = self.get_parameter('search_speed').value</a:t>
            </a:r>
            <a:br/>
            <a:r>
              <a:t>        elif self.target.estimated_distance &gt; 0.0 and self.target.estimated_distance &lt; self.get_parameter('stop_distance').value:</a:t>
            </a:r>
            <a:br/>
            <a:r>
              <a:t>            self.set_state('GOAL')</a:t>
            </a:r>
            <a:br/>
            <a:r>
              <a:t>        else:</a:t>
            </a:r>
            <a:br/>
            <a:r>
              <a:t>            self.set_state('APPROACH')</a:t>
            </a:r>
            <a:br/>
            <a:r>
              <a:t>            command.linear.x = self.get_parameter('approach_speed').value</a:t>
            </a:r>
            <a:br/>
            <a:r>
              <a:t>            error = self.target.center_x - self.get_parameter('image_center_x').value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5/7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6/7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command.angular.z = max(min(-0.004 * error, 0.6), -0.6)</a:t>
            </a:r>
            <a:br/>
            <a:r>
              <a:t>        self.command_publisher.publish(command)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MissionManager()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6/7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4/5: 코드 입력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4/5 · 입력 7/7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~/ros2_curri/my_agv_ws/src/agv_mission/agv_mission/mission_manager.py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7/7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~/ros2_curri/my_agv_ws/src/agv_control/agv_control</a:t>
            </a:r>
            <a:br/>
            <a:r>
              <a:t>nano ~/ros2_curri/my_agv_ws/src/agv_control/agv_control/safety_controller.py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class SafetyController(Node):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super().__init__('safety_controller')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self.declare_parameter('stop_distance',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self.create_subscription(LaserScan, '/scan',</a:t>
            </a:r>
            <a:br/>
            <a:r>
              <a:t>self.scan_callback, 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지정 topic의 message를 받아 callback으로 넘깁니다.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입력 topic을 publish하면 callback의 log 또는 출력이 바뀝니다.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self.publisher = self.create_publisher(Twist, '/cmd_vel',</a:t>
            </a:r>
            <a:br/>
            <a:r>
              <a:t>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node가 어떤 message를 어느 topic으로 내보낼지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후 `ros2 topic info`에서 publisher 수가 늘어납니다.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scan_callback(self, scan):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limit =</a:t>
            </a:r>
            <a:br/>
            <a:r>
              <a:t>math.radians(self.get_parameter('front_half_angle_deg').value)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등록한 parameter의 현재 값을 읽어 실제 계산에 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param get` 값이 node 동작에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self.get_logger().warn('obstacle at %.2f m: stopping</a:t>
            </a:r>
            <a:br/>
            <a:r>
              <a:t>forward command' % self.obstacle_distance)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상태나 계산 결과를 사람이 볼 수 있게 terminal에 남깁니다.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node를 실행한 terminal에서 이 문장이 출력됩니다.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5/5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~/ros2_curri/my_agv_ws/src/agv_control/agv_control/safety_controller.py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r>
              <a:t>from sensor_msgs.msg import LaserScan</a:t>
            </a:r>
            <a:br/>
            <a:br/>
            <a:r>
              <a:t>class SafetyController(Node):</a:t>
            </a:r>
            <a:br/>
            <a:r>
              <a:t>    """Pass a desired command through unless an obstacle is within stop_distance."""</a:t>
            </a:r>
            <a:br/>
            <a:br/>
            <a:r>
              <a:t>    def __init__(self):</a:t>
            </a:r>
            <a:br/>
            <a:r>
              <a:t>        super().__init__('safety_controller')</a:t>
            </a:r>
            <a:br/>
            <a:r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5/5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~/ros2_curri/my_agv_ws/src/agv_control/agv_control/safety_controller.py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self.declare_parameter('front_half_angle_deg', 15.0)</a:t>
            </a:r>
            <a:br/>
            <a:r>
              <a:t>        self.obstacle_distance = math.inf</a:t>
            </a:r>
            <a:br/>
            <a:r>
              <a:t>        self.create_subscription(LaserScan, '/scan', self.scan_callback, 10)</a:t>
            </a:r>
            <a:br/>
            <a:r>
              <a:t>        self.create_subscription(Twist, '/cmd_vel_raw', self.command_callback, 10)</a:t>
            </a:r>
            <a:br/>
            <a:r>
              <a:t>        self.publisher = self.create_publisher(Twist, '/cmd_vel', 10)</a:t>
            </a:r>
            <a:br/>
            <a:br/>
            <a:r>
              <a:t>    def scan_callback(self, scan):</a:t>
            </a:r>
            <a:br/>
            <a:r>
              <a:t>        limit = math.radians(self.get_parameter('front_half_angle_deg').value)</a:t>
            </a:r>
            <a:br/>
            <a:r>
              <a:t>        readings = [value for index,</a:t>
            </a:r>
            <a:br/>
            <a:r>
              <a:t>            value in enumerate(scan.ranges) if abs(scan.angle_min + index * scan.angle_increment) &lt;= limit and math.isfinite(value)]</a:t>
            </a:r>
            <a:br/>
            <a:r>
              <a:t>        self.obstacle_distance = min(readings) if readings else math.inf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5/5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~/ros2_curri/my_agv_ws/src/agv_control/agv_control/safety_controller.py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command_callback(self, command):</a:t>
            </a:r>
            <a:br/>
            <a:r>
              <a:t>        safe = Twist()</a:t>
            </a:r>
            <a:br/>
            <a:r>
              <a:t>        if self.obstacle_distance &gt;= self.get_parameter('stop_distance').value or command.linear.x &lt;= 0.0:</a:t>
            </a:r>
            <a:br/>
            <a:r>
              <a:t>            safe = command</a:t>
            </a:r>
            <a:br/>
            <a:r>
              <a:t>        else:</a:t>
            </a:r>
            <a:br/>
            <a:r>
              <a:t>            self.get_logger().warn('obstacle at %.2f m: stopping forward command' % self.obstacle_distance)</a:t>
            </a:r>
            <a:br/>
            <a:r>
              <a:t>        self.publisher.publish(safe)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SafetyController()</a:t>
            </a:r>
            <a:br/>
            <a:r>
              <a:t>    try: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5/5: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~/ros2_curri/my_agv_ws/src/agv_control/agv_control/safety_controller.py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5/5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~/ros2_curri/my_agv_ws/src/agv_control/agv_control/safety_controller.py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  <a:br/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1/3: 환경 기준선을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같은 ROS/Gazebo 조합과 workspace overlay가 결과 재현의 시작점이다.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  <a:br/>
            <a:r>
              <a:t>cd ~/ros2_curri/my_agv_ws</a:t>
            </a:r>
            <a:br/>
            <a:r>
              <a:t>colcon build --symlink-install</a:t>
            </a:r>
            <a:br/>
            <a:r>
              <a:t>source install/setup.bash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2/3: 최종 bringup을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최종 launch가 Gazebo·bridge·TF·sensor·mission·safety를 조립한다.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3/3: 증거 데이터를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화면만이 아니라 topic·log·bag을 함께 남겨야 다른 사람이 검증할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node list</a:t>
            </a:r>
            <a:br/>
            <a:r>
              <a:t>ros2 topic list</a:t>
            </a:r>
            <a:br/>
            <a:r>
              <a:t>ros2 bag record -o ~/agv_final_bag /scan /imu/data /odom /camera/image_raw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 &amp;&amp; source install/setup.bash</a:t>
            </a:r>
            <a:br/>
            <a:r>
              <a:t>ros2 launch agv_bringup 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--show-args</a:t>
            </a:r>
            <a:br/>
            <a:r>
              <a:t>ros2 node list</a:t>
            </a:r>
            <a:br/>
            <a:r>
              <a:t>ros2 topic list | rg '/scan|/imu/data|/odom|/camera/image_raw|/cmd_vel'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한 launch 실행, RViz/Gazebo 확인, mission log, rosbag 기록을 제출 체크리스트로 남긴다.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일부 노드만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launch 순서·namespace·config 경로를 확인한다.</a:t>
            </a:r>
            <a:br/>
            <a:r>
              <a:t>수정 후: ros2 launch agv_bringup agv_sim.launch.py --show-args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센서/TF 위치 불일치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header.frame_id와 TF tree를 확인한다.</a:t>
            </a:r>
            <a:br/>
            <a:r>
              <a:t>수정 후: ros2 launch agv_bringup agv_sim.launch.py --show-args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459028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73659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3: 로봇이 불안정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718303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physics collision·friction·inertia를 M07 순서로 점검한다.</a:t>
            </a:r>
            <a:br/>
            <a:r>
              <a:t>수정 후: ros2 launch agv_bringup agv_sim.launch.py --show-args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79008"/>
            <a:ext cx="10607040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</a:t>
            </a:r>
            <a:br/>
            <a:r>
              <a:t>④ 이름/타입/단위 ⑤ build·source 후 재실행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blocks/F_integration/M22_final_project/complete/agv_ws/src || true</a:t>
            </a:r>
            <a:br/>
            <a:r>
              <a:t>cp -a my_agv_ws/src my_agv_ws/src_before_M22</a:t>
            </a:r>
            <a:br/>
            <a:r>
              <a:t>cp -a blocks/F_integration/M22_final_project/complete/agv_ws/src/.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완료 증거를 ①Gazebo ②RViz ③ros2 topic ④mission log ⑤rosbag으로 나누어 실제 제출 파일 목록을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최종 미션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1. START: launch와 sensor topic을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2. SEARCH: target이 없을 때 회전 탐색 command를 관찰한다.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3. APPROACH: detection 중심 오차가 angular command로 바뀌는지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4. AVOID/STOP: LiDAR threshold 안에서는 safety가 우선하는지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5. GOAL/STOP: 목표 도달 뒤 forward /cmd_vel이 0인지 확인한다.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최종 기능 체크표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Model/Physics: body·wheel·collision·inertia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Drive/TF/Odom: /cmd_vel, /odom, frame tree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Sensors: /camera/image_raw, /scan, /imu/data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Autonomy: detection, safety priority, mission state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Operations/Data: launch, YAML, rosbag2, README/checkpoint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Milestone 1~8 제출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1 모델 TF, 2 World spawn, 3 Differential Drive, 4 bridge/RViz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5 Camera/LiDAR/IMU, 6 safety/perception, 7 FSM/PID, 8 launch/rosbag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각 milestone마다 command 결과와 정상 화면을 함께 저장한다.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실패를 재현 가능하게 기록한다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topic: 이름·타입·publisher/subscriber 수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TF: frame_id·parent/child·Fixed Frame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bridge: 방향·Gazebo/ROS type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physics: collision·friction·inertia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launch: package share·YAML key·실행 순서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한 launch 실행, RViz/Gazebo 확인, mission log, rosbag 기록을 제출 체크리스트로 남긴다.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blocks/F_integration/M22_final_project/complete/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핵심 과정 완료 → SLAM/Nav2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M22 · Block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