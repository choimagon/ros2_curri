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이전=M21 one-command bringup, 다음=핵심 과정 완료 → SLAM/Nav2 확장을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모델·주행·bridge·센서·인지·안전·미션·시각화를 하나의 AGV 프로젝트로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~/ros2_curri/my_agv_ws/src/agv_bringup/launch</a:t>
            </a:r>
          </a:p>
          <a:p>
            <a:r>
              <a:t>nano ~/ros2_curri/my_agv_ws/src/agv_bringup/launch/agv_sim.launch.py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1/4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2/4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3/4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~/ros2_curri/my_agv_ws/src/agv_bringup/launch/agv_sim.launch.py의 4/4 구현 블록을 직접 입력한다.</a:t>
            </a:r>
          </a:p>
          <a:p>
            <a:r>
              <a:t>[실행] nano ~/ros2_curri/my_agv_ws/src/agv_bringup/launch/agv_sim.launch.py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ROS/Gazebo 조합과 workspace overlay가 결과 재현의 시작점이다.</a:t>
            </a:r>
          </a:p>
          <a:p>
            <a:r>
              <a:t>[실행] source /opt/ros/jazzy/setup.bash</a:t>
            </a:r>
          </a:p>
          <a:p>
            <a:r>
              <a:t>cd ~/ros2_curri/my_agv_ws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launch가 Gazebo·bridge·TF·sensor·mission·safety를 조립한다.</a:t>
            </a:r>
          </a:p>
          <a:p>
            <a:r>
              <a:t>[실행] ros2 launch agv_bringup agv_sim.launch.py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화면만이 아니라 topic·log·bag을 함께 남겨야 다른 사람이 검증할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bag record -o ~/agv_final_bag /scan /imu/data /odom /camera/image_raw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launch agv_bringup agv_sim.launch.py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launch agv_bringup agv_sim.launch.py --show-args</a:t>
            </a:r>
          </a:p>
          <a:p>
            <a:r>
              <a:t>ros2 node list</a:t>
            </a:r>
          </a:p>
          <a:p>
            <a:r>
              <a:t>ros2 topic list | rg '/scan|/imu/data|/odom|/camera/image_raw|/cmd_vel'</a:t>
            </a:r>
          </a:p>
          <a:p>
            <a:r>
              <a:t>[확인] 한 launch 실행, RViz/Gazebo 확인, mission log, rosbag 기록을 제출 체크리스트로 남긴다.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blocks/F_integration/M22_final_project/complete/agv_ws/src || true</a:t>
            </a:r>
          </a:p>
          <a:p>
            <a:r>
              <a:t>cp -a my_agv_ws/src my_agv_ws/src_before_M22</a:t>
            </a:r>
          </a:p>
          <a:p>
            <a:r>
              <a:t>cp -a blocks/F_integration/M22_final_project/complete/agv_ws/src/.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미션 시나리오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최종 기능 체크표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Milestone 1~8 제출 증거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실패를 재현 가능하게 기록한다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항목이 현재 시스템의 어느 package/topic/file과 연결되는지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핵심 과정 완료 → SLAM/Nav2 확장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Final Project — Gazebo 기반 가상 AGV 자율 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M22</a:t>
            </a:r>
            <a:br/>
            <a:r>
              <a:t>Final Project — Gazebo 기반 가상 AGV 자율 미션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핵심 과정 완료 → SLAM/Nav2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M21의 agv_sim.launch.py와 각 기능별 checkpoint가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M21 one-command bringup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한 launch 실행, RViz/Gazebo 확인, mission log, rosbag 기록을 제출 체크리스트로 남긴다.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M21 one-command bringup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모델·주행·bridge·센서·인지·안전·미션·시각화를 하나의 AGV 프로젝트로 연결한다.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한 launch 실행, RViz/Gazebo 확인, mission log, rosbag 기록을 제출 체크리스트로 남긴다.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 통합 display: 최종 미션에서 RobotModel·TF·sensor·Path·Marker를 함께 확인하는 화면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START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0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20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SEARCH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96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06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APPROACH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82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92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AVOID / GOAL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8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78924" y="2743200"/>
            <a:ext cx="1975104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agv_bringup/launch/agv_sim.launch.py</a:t>
            </a:r>
            <a:br/>
            <a:r>
              <a:t>└── agv_bringup/config/mission.yaml</a:t>
            </a:r>
            <a:br/>
            <a:r>
              <a:t>└── agv_gazebo/worlds/warehouse.sdf</a:t>
            </a:r>
            <a:br/>
            <a:r>
              <a:t>└── agv_mission/agv_mission/mission_manager.py</a:t>
            </a:r>
            <a:br/>
            <a:r>
              <a:t>└── agv_control/agv_control/safety_controller.py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~/ros2_curri/my_agv_ws/src/agv_bringup/launch/agv_sim.launch.py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return LaunchDescription([DeclareLaunchArgument('rviz',</a:t>
            </a:r>
            <a:br/>
            <a:r>
              <a:t>default_value='true',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description='Start RViz2'),</a:t>
            </a:r>
            <a:br/>
            <a:r>
              <a:t>DeclareLaunchArgument('autonomy', default_value='true',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실행할 때 바꿀 수 있는 옵션 이름과 기본값을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 ... 이름:=값`으로 기본 동작을 바꿀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'gazebo.launch.py'))),</a:t>
            </a:r>
            <a:br/>
            <a:r>
              <a:t>Node(package='robot_state_publisher',</a:t>
            </a:r>
            <a:br/>
            <a:r>
              <a:t>executable='robot_state_publisher',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 안에서 시작할 ROS node 하나의 package·실행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`ros2 node list`에 이 node가 나타납니다.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parameters=[os.path.join(bringup, 'config', 'robot.yaml'),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YAML/값을 node에 parameter로 전달하는 연결 지점입니다.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파일 값이 node parameter와 실행 결과에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launch.actions import DeclareLaunchArgument, IncludeLaunchDescription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launch.conditions import IfCondition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launch.substitutions import Command, LaunchConfiguration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launch_ros.parameter_descriptions import ParameterValue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generate_launch_description():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bringup = get_package_share_directory('agv_bringup')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description = get_package_share_directory('agv_description')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gazebo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xacro_file = os.path.join(description, 'urdf', 'agv.urdf.xacro')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robot_description = ParameterValue(Command(['xacro ', xacro_file]), value_type=str)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return LaunchDescription([DeclareLaunchArgument('rviz', default_value='true',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description='Start RViz2'), DeclareLaunchArgument('autonomy', default_value='true',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description='Start mission and safety nodes'),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IncludeLaunchDescription(PythonLaunchDescriptionSource(os.path.join(gazebo, 'launch',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'gazebo.launch.py'))), Node(package='robot_state_publisher', executable='robot_state_publisher',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parameters=[os.path.join(bringup, 'config', 'robot.yaml'),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{'robot_description': robot_description}]), Node(package='agv_sensors',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executable='lidar_processor', parameters=[os.path.join(bringup, 'config',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'sensors.yaml')]), Node(package='agv_sensors', executable='imu_monitor',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parameters=[os.path.join(bringup, 'config', 'sensors.yaml')]), Node(package='agv_sensors',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executable='odom_path', parameters=[{'use_sim_time': True}]), Node(package='agv_vision',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executable='yolo_node', parameters=[os.path.join(bringup, 'config',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'vision.yaml')]), Node(package='agv_mission', executable='mission_manager',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parameters=[os.path.join(bringup, 'config', 'mission.yaml')],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condition=IfCondition(LaunchConfiguration('autonomy'))), Node(package='agv_mission',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executable='mission_markers', parameters=[os.path.join(bringup, 'config',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'mission.yaml')], condition=IfCondition(LaunchConfiguration('autonomy'))),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Node(package='agv_control', executable='safety_controller',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parameters=[os.path.join(bringup, 'config', 'mission.yaml')],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condition=IfCondition(LaunchConfiguration('autonomy'))), Node(package='rviz2',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~/ros2_curri/my_agv_ws/src/agv_bringup/launch/agv_sim.launch.py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~/ros2_curri/my_agv_ws/src/agv_bringup/launch/agv_sim.launch.py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executable='rviz2', arguments=['-d', os.path.join(description, 'rviz',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'agv.rviz')], condition=IfCondition(LaunchConfiguration('rviz')))])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~/ros2_curri/my_agv_ws/src/agv_bringup/config/mission.yaml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~/ros2_curri/my_agv_ws/src/agv_gazebo/worlds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&lt;plugin filename="gz-sim-physics-system"</a:t>
            </a:r>
            <a:br/>
            <a:r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&lt;world name="warehouse"&gt;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&lt;gravity&gt;0 0 -9.8&lt;/gravity&gt;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filename="gz-sim-physics-system" name="gz::sim::systems::Physics"/&gt;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filename="gz-sim-user-commands-system"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name="gz::sim::systems::UserCommands"/&gt;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filename="gz-sim-imu-system" name="gz::sim::systems::Imu"/&gt;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filename="gz-sim-sensors-system" name="gz::sim::systems::Sensors"/&gt;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&lt;light type="directional" name="sun"&gt;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&lt;cast_shadows&gt;true&lt;/cast_shadows&gt;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&lt;direction&gt;-0.5 0.1 -0.9&lt;/direction&gt;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&lt;/light&gt;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&lt;normal&gt;0 0 1&lt;/normal&gt;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&lt;size&gt;30 30&lt;/size&gt;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&lt;/plane&gt;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&lt;diffuse&gt;0.65 0.65 0.65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name="wall_north"&gt;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4 1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&lt;size&gt;8 0.15 2&lt;/size&gt;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&lt;size&gt;8 0.15 2&lt;/size&gt;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&lt;pose&gt;1.5 -1.0 0.4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&lt;size&gt;0.5 0.5 0.8&lt;/size&gt;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&lt;size&gt;0.5 0.5 0.8&lt;/size&gt;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&lt;diffuse&gt;0.9 0.7 0.1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name="target"&gt;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&lt;static&gt;true&lt;/static&gt;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&lt;pose&gt;1.5 0 0.5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&lt;link name="link"&gt;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&lt;collision name="c"&gt;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&lt;size&gt;0.25 0.25 1&lt;/size&gt;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&lt;size&gt;0.25 0.25 1&lt;/size&gt;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&lt;diffuse&gt;0.9 0.05 0.05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&lt;uri&gt;model://agv&lt;/uri&gt;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&lt;name&gt;agv&lt;/name&gt;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0.08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&lt;/include&gt;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&lt;/world&gt;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~/ros2_curri/my_agv_ws/src/agv_mission/agv_mission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self.create_subscription(Float32, '/obstacle_distance',</a:t>
            </a:r>
            <a:br/>
            <a:r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self.command_publisher = self.create_publisher(Twist,</a:t>
            </a:r>
            <a:br/>
            <a:r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std_msgs.msg import Float32, String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agv_interfaces.msg import DetectionArray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MissionManager(Node):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super().__init__('mission_manager')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self.declare_parameter('search_speed',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self.declare_parameter('approach_speed', 0.15)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self.declare_parameter('image_center_x', 320)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self.declare_parameter('target_timeout_sec', 0.7)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self.state = 'IDLE'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self.obstacle_distance = math.inf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self.target =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self.last_target_time =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self.create_subscription(Float32, '/obstacle_distance', self.obstacle_callback,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self.create_subscription(DetectionArray, '/detections', self.detections_callback,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 = self.create_publisher(Twist, '/cmd_vel_raw',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self.state_publisher = self.create_publisher(String, '/mission_state',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self.tick)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obstacle_callback(self,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self.obstacle_distance = message.data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detections_callback(self,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message.detections: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self.target = message.detections[0]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set_state(self, state):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state != self.state: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self.state = state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self.get_logger().info('mission state -&gt; ' + state)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self.state_publisher.publish(String(data=self.state))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tick(self):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self.last_target_time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age = (self.get_clock().now() - self.last_target_time).nanoseconds / 1000000000.0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age &gt; self.get_parameter('target_timeout_sec').value: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&lt; self.get_parameter('stop_distance').value: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self.set_state('AVOID')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self.get_parameter('search_speed').value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elif self.target is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self.set_state('SEARCH')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self.get_parameter('search_speed').value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elif self.target.estimated_distance &gt; 0.0 and self.target.estimated_distance &lt; self.get_parameter('stop_distance').value: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self.set_state('GOAL')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self.set_state('APPROACH')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command.linear.x = self.get_parameter('approach_speed').value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command.angular.z = max(min(-0.004 * error, 0.6), -0.6)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self.command_publisher.publish(command)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MissionManager()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~/ros2_curri/my_agv_ws/src/agv_mission/agv_mission/mission_manager.py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self.create_subscription(LaserScan, '/scan',</a:t>
            </a:r>
            <a:br/>
            <a:r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limit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self.get_logger().warn('obstacle at %.2f m: stopping</a:t>
            </a:r>
            <a:br/>
            <a:r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LaserScan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SafetyController(Node):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"""Pass a desired command through unless an obstacle is within stop_distance."""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super().__init__('safety_controller')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self.obstacle_distance = math.inf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self.create_subscription(LaserScan, '/scan', self.scan_callback,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self.create_subscription(Twist, '/cmd_vel_raw', self.command_callback,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self.create_publisher(Twist, '/cmd_vel',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scan_callback(self, scan):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limit = math.radians(self.get_parameter('front_half_angle_deg').value)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readings = [value for index,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value in enumerate(scan.ranges) if abs(scan.angle_min + index * scan.angle_increment) &lt;= limit and math.isfinite(value)]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safe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self.obstacle_distance &gt;= self.get_parameter('stop_distance').value or command.linear.x &lt;= 0.0: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safe = command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self.get_logger().warn('obstacle at %.2f m: stopping forward command' % self.obstacle_distance)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self.publisher.publish(safe)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SafetyController()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~/ros2_curri/my_agv_ws/src/agv_control/agv_control/safety_controller.py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환경 기준선을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같은 ROS/Gazebo 조합과 workspace overlay가 결과 재현의 시작점이다.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최종 bringup을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최종 launch가 Gazebo·bridge·TF·sensor·mission·safety를 조립한다.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증거 데이터를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화면만이 아니라 topic·log·bag을 함께 남겨야 다른 사람이 검증할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bag record -o ~/agv_final_bag /scan /imu/data /odom /camera/image_raw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 통합 display: 최종 미션에서 RobotModel·TF·sensor·Path·Marker를 함께 확인하는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f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--show-args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node list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'/scan|/imu/data|/odom|/camera/image_raw|/cmd_vel'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한 launch 실행, RViz/Gazebo 확인, mission log, rosbag 기록을 제출 체크리스트로 남긴다.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일부 노드만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launch 순서·namespace·config 경로를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센서/TF 위치 불일치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header.frame_id와 TF tree를 확인한다.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459028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73659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3: 로봇이 불안정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4718303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physics collision·friction·inertia를 M07 순서로 점검한다.</a:t>
            </a:r>
            <a:br/>
            <a:r>
              <a:t>수정 후: ros2 launch agv_bringup agv_sim.launch.py --show-args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79008"/>
            <a:ext cx="10607040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</a:t>
            </a:r>
            <a:br/>
            <a:r>
              <a:t>④ 이름/타입/단위 ⑤ build·source 후 재실행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blocks/F_integration/M22_final_project/complete/agv_ws/src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my_agv_ws/src_before_M22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blocks/F_integration/M22_final_project/complete/agv_ws/src/.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완료 증거를 ①Gazebo ②RViz ③ros2 topic ④mission log ⑤rosbag으로 나누어 실제 제출 파일 목록을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미션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1. START: launch와 sensor topic을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2. SEARCH: target이 없을 때 회전 탐색 command를 관찰한다.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3. APPROACH: detection 중심 오차가 angular command로 바뀌는지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4. AVOID/STOP: LiDAR threshold 안에서는 safety가 우선하는지 확인한다.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5. GOAL/STOP: 목표 도달 뒤 forward /cmd_vel이 0인지 확인한다.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최종 기능 체크표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Model/Physics: body·wheel·collision·inertia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Drive/TF/Odom: /cmd_vel, /odom,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Sensors: /camera/image_raw, /scan, /imu/data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Autonomy: detection, safety priority, mission state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Operations/Data: launch, YAML, rosbag2, README/checkpoint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Milestone 1~8 제출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1 모델 TF, 2 World spawn, 3 Differential Drive, 4 bridge/RViz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5 Camera/LiDAR/IMU, 6 safety/perception, 7 FSM/PID, 8 launch/rosbag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각 milestone마다 command 결과와 정상 화면을 함께 저장한다.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실패를 재현 가능하게 기록한다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통합 단계에서 놓치기 쉬운 실행·운영 조건을 정리합니다.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통합 보강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691640"/>
            <a:ext cx="10972800" cy="4434840"/>
          </a:xfrm>
          <a:prstGeom prst="roundRect">
            <a:avLst/>
          </a:prstGeom>
          <a:solidFill>
            <a:srgbClr val="F4F7FB"/>
          </a:solidFill>
          <a:ln>
            <a:solidFill>
              <a:srgbClr val="D2DE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10332720" cy="3749039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topic: 이름·타입·publisher/subscriber 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TF: frame_id·parent/child·Fixed Frame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bridge: 방향·Gazebo/ROS type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physics: collision·friction·inertia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launch: package share·YAML key·실행 순서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한 launch 실행, RViz/Gazebo 확인, mission log, rosbag 기록을 제출 체크리스트로 남긴다.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blocks/F_integration/M22_final_project/complete/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핵심 과정 완료 → SLAM/Nav2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M22 · Block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