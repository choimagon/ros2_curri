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  <a:br/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 DeclareLaunchArgument('autonomy', default_value='true',</a:t>
            </a:r>
            <a:br/>
            <a:r>
              <a:t>         description='Start mission and safety nodes'),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  <a:br/>
            <a:r>
              <a:t>        parameters=[os.path.join(bringup, 'config', 'sensors.yaml')]), Node(package='agv_sensors',</a:t>
            </a:r>
            <a:br/>
            <a:r>
              <a:t>         executable='odom_path', parameters=[{'use_sim_time': True}]),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Node(package='agv_mission',</a:t>
            </a:r>
            <a:br/>
            <a:r>
              <a:t>         executable='mission_markers', parameters=[os.path.join(bringup, 'config',</a:t>
            </a:r>
            <a:br/>
            <a:r>
              <a:t>        'mission.yaml')], condition=IfCondition(LaunchConfiguration('autonomy'))),</a:t>
            </a:r>
            <a:br/>
            <a:r>
              <a:t>        Node(package='agv_control', executable='safety_controller',</a:t>
            </a:r>
            <a:br/>
            <a:r>
              <a:t>        parameters=[os.path.join(bringup, 'config', 'mission.yaml')],</a:t>
            </a:r>
            <a:br/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  <a:br/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  <a:br/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self.declare_parameter('target_timeout_sec', 0.7)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self.last_target_time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  <a:br/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if message.detections:</a:t>
            </a:r>
            <a:br/>
            <a:r>
              <a:t>            self.target = message.detections[0]</a:t>
            </a:r>
            <a:br/>
            <a:r>
              <a:t>            self.last_target_time = self.get_clock().now()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  <a:br/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self.last_target_time is not None:</a:t>
            </a:r>
            <a:br/>
            <a:r>
              <a:t>            age = (self.get_clock().now() - self.last_target_time).nanoseconds / 1000000000.0</a:t>
            </a:r>
            <a:br/>
            <a:r>
              <a:t>            if age &gt; self.get_parameter('target_timeout_sec').value:</a:t>
            </a:r>
            <a:br/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  <a:br/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~/ros2_curri/my_agv_ws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blocks/F_integration/M22_final_project/complete/agv_ws/src || true</a:t>
            </a:r>
            <a:br/>
            <a:r>
              <a:t>cp -a my_agv_ws/src my_agv_ws/src_before_M22</a:t>
            </a:r>
            <a:br/>
            <a:r>
              <a:t>cp -a blocks/F_integration/M22_final_project/complete/agv_ws/src/.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