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M21 YAML/Launch/rosbag2 · M22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YAML과 하나의 launch 명령으로 전체 시스템을 재현하고 rosbag으로 주행을 기록한다.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agv_bringup/config/robot.yaml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agv_bringup/config/sensors.yaml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agv_bringup/config/vision.yaml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agv_bringup/config/mission.yaml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export PATH=/usr/bin:/bin:$PATH  # Miniconda 사용 시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/opt/ros/jazzy/setup.bash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cd /home/lab4090/ros2_curri/agv_ws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colcon build --symlink-install --cmake-args -DPython3_EXECUTABLE=/usr/bin/python3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install/setup.bash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launch agv_bringup agv_sim.launch.py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f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8개 패키지와 agv_sim.launch.py 인자가 출력되고 rosdep이 All system dependencies have been satisfied를 표시하면 재현 가능한 최종 구조다.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