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3400" b="1">
                <a:solidFill>
                  <a:srgbClr val="173E6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30428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3F5373"/>
                </a:solidFill>
                <a:latin typeface="Noto Sans CJK KR"/>
              </a:defRPr>
            </a:pPr>
            <a:r>
              <a:t>M21 YAML/Launch/rosbag2 · M22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08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212B3D"/>
                </a:solidFill>
                <a:latin typeface="Noto Sans CJK KR"/>
              </a:defRPr>
            </a:pPr>
            <a:r>
              <a:t>YAML과 하나의 launch 명령으로 8개 최종 AGV 패키지를 재현하고 rosbag으로 주행을 기록한다.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8978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9687E"/>
                </a:solidFill>
                <a:latin typeface="Noto Sans CJK KR"/>
              </a:defRPr>
            </a:pPr>
            <a:r>
              <a:t>실제 실행 결과 캡처 포함 · 한국어 작성 · 최소 글꼴 크기 10pt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만들어진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Block에서 실제로 만든 핵심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agv_bringup/config/robot.yaml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agv_bringup/config/sensors.yaml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agv_bringup/config/vision.yaml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agv_bringup/config/mission.yaml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3F5373"/>
                </a:solidFill>
                <a:latin typeface="Noto Sans CJK KR"/>
              </a:defRPr>
            </a:pPr>
            <a:r>
              <a:t>모듈별 만드는 방법과 상세 확인 기준은 이 폴더의 Mxx/README.md에 정리되어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초심자 파일 제작 실습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73E6F"/>
                </a:solidFill>
                <a:latin typeface="Noto Sans CJK KR"/>
              </a:defRPr>
            </a:pPr>
            <a:r>
              <a:t>숫자를 YAML 설정으로 분리하기 (.yaml)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16128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4C5B74"/>
                </a:solidFill>
                <a:latin typeface="Noto Sans CJK KR"/>
              </a:defRPr>
            </a:pPr>
            <a:r>
              <a:t>실제 파일: agv_ws/src/agv_bringup/config/mission.yaml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362456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17638C"/>
                </a:solidFill>
                <a:latin typeface="Noto Sans CJK KR"/>
              </a:defRPr>
            </a:pPr>
            <a:r>
              <a:t>처음 만들 때: mkdir -p agv_bringup/config  # node별 YAML을 config/에 저장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5806440" cy="4416552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mission_manager: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ros__parameters: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use_sim_time: true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stop_distance: 0.50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search_speed: 0.25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approach_speed: 0.15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image_center_x: 320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safety_controller: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ros__parameters: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627632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만드는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1975104"/>
            <a:ext cx="4800600" cy="2258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1. node 이름을 최상위 key로 쓰고 ros__parameters 아래에 값만 둡니다.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2. 코드의 declare_parameter 이름과 YAML key 철자를 정확히 맞춥니다.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3. 숫자를 바꾼 뒤 launch를 다시 시작해 코드 수정 없이 동작을 비교합니다.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4480560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실행하면 이렇게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4892040"/>
            <a:ext cx="4800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같은 0.50 m 정지 거리가 FSM과 safety node에 전달돼 서로 다른 기준으로 움직이지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초심자 파일 제작 실습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73E6F"/>
                </a:solidFill>
                <a:latin typeface="Noto Sans CJK KR"/>
              </a:defRPr>
            </a:pPr>
            <a:r>
              <a:t>여러 노드를 한 명령으로 실행하기 (launch.py)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161288"/>
            <a:ext cx="10972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4C5B74"/>
                </a:solidFill>
                <a:latin typeface="Noto Sans CJK KR"/>
              </a:defRPr>
            </a:pPr>
            <a:r>
              <a:t>실제 파일: agv_ws/src/agv_bringup/launch/agv_sim.launch.py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362456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17638C"/>
                </a:solidFill>
                <a:latin typeface="Noto Sans CJK KR"/>
              </a:defRPr>
            </a:pPr>
            <a:r>
              <a:t>처음 만들 때: mkdir -p agv_bringup/launch  # launch.py는 패키지 setup.py의 data_files에도 등록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5806440" cy="4416552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DeclareLaunchArgument('rviz', default_value='true')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IncludeLaunchDescription(...gazebo.launch.py...)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Node(package='agv_sensors', executable='lidar_processor',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 parameters=[os.path.join(bringup, 'config', 'sensors.yaml')])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Node(package='agv_mission', executable='mission_manager',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 parameters=[os.path.join(bringup, 'config', 'mission.yaml')])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Node(package='agv_control', executable='safety_controller',</a:t>
            </a:r>
          </a:p>
          <a:p>
            <a:pPr>
              <a:spcAft>
                <a:spcPts val="300"/>
              </a:spcAft>
              <a:defRPr sz="1000">
                <a:solidFill>
                  <a:srgbClr val="DFEDFF"/>
                </a:solidFill>
                <a:latin typeface="Noto Sans CJK KR"/>
              </a:defRPr>
            </a:pPr>
            <a:r>
              <a:t>     parameters=[os.path.join(bringup, 'config', 'mission.yaml')])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627632"/>
            <a:ext cx="4892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만드는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1975104"/>
            <a:ext cx="4800600" cy="2258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1. gazebo launch를 IncludeLaunchDescription으로 포함합니다.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2. 각 Node에 해당 YAML 파일을 parameters로 전달합니다.</a:t>
            </a:r>
          </a:p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• 3. rviz launch argument로 GUI를 켜거나 끄고, 실행 로그에서 각 process가 시작됐는지 확인합니다.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4480560"/>
            <a:ext cx="4800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3E6F"/>
                </a:solidFill>
                <a:latin typeface="Noto Sans CJK KR"/>
              </a:defRPr>
            </a:pPr>
            <a:r>
              <a:t>실행하면 이렇게 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4892040"/>
            <a:ext cx="4800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12B3D"/>
                </a:solidFill>
                <a:latin typeface="Noto Sans CJK KR"/>
              </a:defRPr>
            </a:pPr>
            <a:r>
              <a:t>ros2 launch 한 번으로 Gazebo·bridge·TF·센서·미션·안전 노드가 함께 시작됩니다.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실행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권장 실행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0972800" cy="4526280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82880"/>
          <a:lstStyle/>
          <a:p>
            <a:pPr algn="ctr"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export PATH=/usr/bin:/bin:$PATH  # Miniconda 사용 시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/opt/ros/jazzy/setup.bash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cd /home/lab4090/ros2_curri/agv_ws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colcon build --symlink-install --cmake-args -DPython3_EXECUTABLE=/usr/bin/python3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install/setup.bash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launch agv_bringup agv_sim.launch.py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bag record -o ~/agv_bag_01 /scan /imu/data /odom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89904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05C70"/>
                </a:solidFill>
                <a:latin typeface="Noto Sans CJK KR"/>
              </a:defRPr>
            </a:pPr>
            <a:r>
              <a:t>명령은 Block README의 순서와 동일합니다. 새 터미널에서도 ROS와 workspace를 source해야 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동작과 설정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명령이 실제로 하는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colcon build는 8개 패키지를 의존성 순서로 install하고, source는 새 overlay를 현재 셸에 적용한다.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agv_sim.launch.py는 Gazebo·bridge·TF·sensor·mission·safety를 한 명령으로 조립한다. rviz:=false로 GUI만 제외할 수 있다.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ros2 bag record는 지정 토픽을 기록하며, --clock 재생은 use_sim_time 노드와 함께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3F5373"/>
                </a:solidFill>
                <a:latin typeface="Noto Sans CJK KR"/>
              </a:defRPr>
            </a:pPr>
            <a:r>
              <a:t>수치·토픽·방향을 바꿀 때는 해당 Block의 Mxx README에서 구현 파일과 기대 결과를 함께 확인합니다.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실행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pic>
        <p:nvPicPr>
          <p:cNvPr id="6" name="Picture 5" descr="block_f_actu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32688"/>
            <a:ext cx="11365992" cy="54223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F — 통합·재현·최종 프로젝트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확인 기준과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통과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8개 최종 AGV 패키지와 별도 C++ 교육 예제 1개, agv_sim.launch.py 인자가 출력되고 rosdep이 All system dependencies have been satisfied를 표시하면 재현 가능한 최종 구조다.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문제가 생기면 README의 '확인' 명령부터 다시 실행하고, 첫 오류 메시지를 기준으로 수정합니다.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