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73E6F"/>
                </a:solidFill>
                <a:latin typeface="Noto Sans CJK KR"/>
              </a:defRPr>
            </a:pPr>
            <a:r>
              <a:t>Block F — 통합·재현·최종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042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F5373"/>
                </a:solidFill>
                <a:latin typeface="Noto Sans CJK KR"/>
              </a:defRPr>
            </a:pPr>
            <a:r>
              <a:t>M21 YAML/Launch/rosbag2 · M22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12B3D"/>
                </a:solidFill>
                <a:latin typeface="Noto Sans CJK KR"/>
              </a:defRPr>
            </a:pPr>
            <a:r>
              <a:t>YAML과 하나의 launch 명령으로 전체 시스템을 재현하고 rosbag으로 주행을 기록한다.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9687E"/>
                </a:solidFill>
                <a:latin typeface="Noto Sans CJK KR"/>
              </a:defRPr>
            </a:pPr>
            <a:r>
              <a:t>실제 실행 결과 캡처 포함 · 한국어 작성 · 최소 글꼴 크기 10pt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F — 통합·재현·최종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만들어진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Block에서 실제로 만든 핵심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agv_bringup/config/robot.yaml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agv_bringup/config/sensors.yaml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agv_bringup/config/vision.yaml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agv_bringup/config/mission.yaml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agv_bringup/launch/agv_sim.launch.py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5373"/>
                </a:solidFill>
                <a:latin typeface="Noto Sans CJK KR"/>
              </a:defRPr>
            </a:pPr>
            <a:r>
              <a:t>모듈별 만드는 방법과 상세 확인 기준은 이 폴더의 Mxx/README.md에 정리되어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F — 통합·재현·최종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실행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권장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82880"/>
          <a:lstStyle/>
          <a:p>
            <a:pPr algn="ctr"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export PATH=/usr/bin:/bin:$PATH  # Miniconda 사용 시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source /opt/ros/jazzy/setup.bash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cd /home/lab4090/ros2_curri/agv_ws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colcon build --symlink-install --cmake-args -DPython3_EXECUTABLE=/usr/bin/python3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source install/setup.bash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launch agv_bringup agv_sim.launch.py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bag record -o ~/agv_bag_01 /scan /imu/data /odom /camera/image_raw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9904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C70"/>
                </a:solidFill>
                <a:latin typeface="Noto Sans CJK KR"/>
              </a:defRPr>
            </a:pPr>
            <a:r>
              <a:t>명령은 Block README의 순서와 동일합니다. 새 터미널에서도 ROS와 workspace를 source해야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F — 통합·재현·최종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동작과 설정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명령이 실제로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colcon build는 8개 패키지를 의존성 순서로 install하고, source는 새 overlay를 현재 셸에 적용한다.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agv_sim.launch.py는 Gazebo·bridge·TF·sensor·mission·safety를 한 명령으로 조립한다. rviz:=false로 GUI만 제외할 수 있다.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ros2 bag record는 지정 토픽을 기록하며, --clock 재생은 use_sim_time 노드와 함께 사용한다.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F5373"/>
                </a:solidFill>
                <a:latin typeface="Noto Sans CJK KR"/>
              </a:defRPr>
            </a:pPr>
            <a:r>
              <a:t>수치·토픽·방향을 바꿀 때는 해당 Block의 Mxx README에서 구현 파일과 기대 결과를 함께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F — 통합·재현·최종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실제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pic>
        <p:nvPicPr>
          <p:cNvPr id="6" name="Picture 5" descr="block_f_actu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11365992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F — 통합·재현·최종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확인 기준과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통과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8개 패키지와 agv_sim.launch.py 인자가 출력되고 rosdep이 All system dependencies have been satisfied를 표시하면 재현 가능한 최종 구조다.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문제가 생기면 README의 '확인' 명령부터 다시 실행하고, 첫 오류 메시지를 기준으로 수정합니다.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