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~/agv_ws/src/agv_bringup/config/robot.yaml의 전체 파일을 1/1 구간으로 작성한다.</a:t>
            </a:r>
          </a:p>
          <a:p>
            <a:r>
              <a:t>[실행] nano ~/agv_ws/src/agv_bringup/config/robot.yaml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~/agv_ws/src/agv_bringup/config/sensors.yaml의 전체 파일을 1/1 구간으로 작성한다.</a:t>
            </a:r>
          </a:p>
          <a:p>
            <a:r>
              <a:t>[실행] nano ~/agv_ws/src/agv_bringup/config/sensors.yaml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~/agv_ws/src/agv_bringup/config/vision.yaml의 전체 파일을 1/1 구간으로 작성한다.</a:t>
            </a:r>
          </a:p>
          <a:p>
            <a:r>
              <a:t>[실행] nano ~/agv_ws/src/agv_bringup/config/vision.yaml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~/agv_ws/src/agv_control/config/controllers.yaml의 전체 파일을 1/2 구간으로 작성한다.</a:t>
            </a:r>
          </a:p>
          <a:p>
            <a:r>
              <a:t>[실행] nano ~/agv_ws/src/agv_control/config/controllers.yaml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~/agv_ws/src/agv_control/config/controllers.yaml의 전체 파일을 2/2 구간으로 작성한다.</a:t>
            </a:r>
          </a:p>
          <a:p>
            <a:r>
              <a:t>[실행] nano ~/agv_ws/src/agv_control/config/controllers.yaml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1/3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2/3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3/3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1/2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2/2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  <a:br/>
            <a:r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agv_bringup/config/robot.yaml</a:t>
            </a:r>
            <a:br/>
            <a:r>
              <a:t>└── agv_bringup/config/sensors.yaml</a:t>
            </a:r>
            <a:br/>
            <a:r>
              <a:t>└── agv_bringup/config/vision.yaml</a:t>
            </a:r>
            <a:br/>
            <a:r>
              <a:t>└── agv_bringup/config/mission.yaml</a:t>
            </a:r>
            <a:br/>
            <a:r>
              <a:t>└── agv_control/config/controllers.yaml</a:t>
            </a:r>
            <a:br/>
            <a:r>
              <a:t>└── agv_bringup/launch/agv_sim.launch.py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find ~/agv_ws/src -path '*/config/*.yaml' -type f | sort</a:t>
            </a:r>
            <a:br/>
            <a:r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~/agv_bag_01 \</a:t>
            </a:r>
            <a:br/>
            <a:r>
              <a:t>  /scan /imu/data /odom /camera/image_raw</a:t>
            </a:r>
            <a:br/>
            <a:r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~/agv_ws/src/agv_bringup/config/robot.yaml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robot_state_publisher: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~/agv_ws/src/agv_control/config    &amp;&amp;    nano ~/agv_ws/src/agv_control/config/controllers.yaml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  <a:br/>
            <a:r>
              <a:t>    wheel_radius: 0.08</a:t>
            </a:r>
            <a:br/>
            <a:r>
              <a:t>    base_frame_id: base_link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~/agv_ws/src/agv_control/config    &amp;&amp;    nano ~/agv_ws/src/agv_control/config/controllers.yaml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~/agv_ws/src/agv_bringup/launch    &amp;&amp;   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  <a:br/>
            <a:r>
              <a:t>    description = get_package_share_directory('agv_description')</a:t>
            </a:r>
            <a:br/>
            <a:r>
              <a:t>    gazebo = get_package_share_directory('agv_gazebo')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~/agv_ws/src/agv_bringup/launch    &amp;&amp;   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  <a:br/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'mission.yaml')]), Node(package='agv_control',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~/agv_ws/src/agv_bringup/launch    &amp;&amp;   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executable='safety_controller', parameters=[os.path.join(bringup, 'config',</a:t>
            </a:r>
            <a:br/>
            <a:r>
              <a:t>        'mission.yaml')]), Node(package='rviz2', executable='rviz2', arguments=['-d',</a:t>
            </a:r>
            <a:br/>
            <a:r>
              <a:t>        os.path.join(description, 'rviz', 'agv.rviz')],</a:t>
            </a:r>
            <a:br/>
            <a:r>
              <a:t>       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~/agv_ws/src/agv_gazebo/launch    &amp;&amp;   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  <a:br/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~/agv_ws/src/agv_gazebo/launch    &amp;&amp;   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agv_bringup agv_sim.launch.py</a:t>
            </a:r>
            <a:br/>
            <a:r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순서·spawn 준비·package path를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node name/namespace와 parameter key를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시뮬레이터: Gazebo GUI와 bridge log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