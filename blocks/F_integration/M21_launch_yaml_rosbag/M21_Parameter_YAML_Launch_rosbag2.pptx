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흩어진 숫자와 수동 실행을 YAML·Launch·rosbag2로 재현 가능한 실행으로 묶는다.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이전=M20 controller, 다음=M22 final mission을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흩어진 숫자와 수동 실행을 YAML·Launch·rosbag2로 재현 가능한 실행으로 묶는다.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~/ros2_curri/my_agv_ws/src/agv_bringup</a:t>
            </a:r>
          </a:p>
          <a:p>
            <a:r>
              <a:t>nano ~/ros2_curri/my_agv_ws/src/agv_bringup/package.xml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1/3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2/3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3/3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~/ros2_curri/my_agv_ws/src/agv_bringup</a:t>
            </a:r>
          </a:p>
          <a:p>
            <a:r>
              <a:t>nano ~/ros2_curri/my_agv_ws/src/agv_bringup/setup.py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~/ros2_curri/my_agv_ws/src/agv_bringup/setup.py의 1/1 구현 블록을 직접 입력한다.</a:t>
            </a:r>
          </a:p>
          <a:p>
            <a:r>
              <a:t>[실행] nano ~/ros2_curri/my_agv_ws/src/agv_bringup/setup.py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~/ros2_curri/my_agv_ws/src/agv_bringup/config/robot.yaml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~/ros2_curri/my_agv_ws/src/agv_bringup/config/robot.yaml의 1/1 구현 블록을 직접 입력한다.</a:t>
            </a:r>
          </a:p>
          <a:p>
            <a:r>
              <a:t>[실행] nano ~/ros2_curri/my_agv_ws/src/agv_bringup/config/robot.yaml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 처리 노드가 공통으로 사용할 use_sim_time 등 실행 파라미터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~/ros2_curri/my_agv_ws/src/agv_bringup/config/sensors.yaml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~/ros2_curri/my_agv_ws/src/agv_bringup/config/sensors.yaml의 1/1 구현 블록을 직접 입력한다.</a:t>
            </a:r>
          </a:p>
          <a:p>
            <a:r>
              <a:t>[실행] nano ~/ros2_curri/my_agv_ws/src/agv_bringup/config/sensors.yaml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~/ros2_curri/my_agv_ws/src/agv_bringup/config/vision.yaml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~/ros2_curri/my_agv_ws/src/agv_bringup/config/vision.yaml의 1/1 구현 블록을 직접 입력한다.</a:t>
            </a:r>
          </a:p>
          <a:p>
            <a:r>
              <a:t>[실행] nano ~/ros2_curri/my_agv_ws/src/agv_bringup/config/vision.yaml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~/ros2_curri/my_agv_ws/src/agv_bringup/config/mission.yaml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1/2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2/2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~/ros2_curri/my_agv_ws/src/agv_control/config</a:t>
            </a:r>
          </a:p>
          <a:p>
            <a:r>
              <a:t>nano ~/ros2_curri/my_agv_ws/src/agv_control/config/controllers.yaml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~/ros2_curri/my_agv_ws/src/agv_control/config/controllers.yaml의 1/2 구현 블록을 직접 입력한다.</a:t>
            </a:r>
          </a:p>
          <a:p>
            <a:r>
              <a:t>[실행] nano ~/ros2_curri/my_agv_ws/src/agv_control/config/controllers.yaml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~/ros2_curri/my_agv_ws/src/agv_control/config/controllers.yaml의 2/2 구현 블록을 직접 입력한다.</a:t>
            </a:r>
          </a:p>
          <a:p>
            <a:r>
              <a:t>[실행] nano ~/ros2_curri/my_agv_ws/src/agv_control/config/controllers.yaml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node를 시작 순서대로 조립하는 launch 파일</a:t>
            </a:r>
          </a:p>
          <a:p>
            <a:r>
              <a:t>[실행] mkdir -p ~/ros2_curri/my_agv_ws/src/agv_bringup/launch</a:t>
            </a:r>
          </a:p>
          <a:p>
            <a:r>
              <a:t>nano ~/ros2_curri/my_agv_ws/src/agv_bringup/launch/agv_sim.launch.py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1/4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2/4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3/4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4/4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node를 시작 순서대로 조립하는 launch 파일</a:t>
            </a:r>
          </a:p>
          <a:p>
            <a:r>
              <a:t>[실행] mkdir -p ~/ros2_curri/my_agv_ws/src/agv_gazebo/launch</a:t>
            </a:r>
          </a:p>
          <a:p>
            <a:r>
              <a:t>nano ~/ros2_curri/my_agv_ws/src/agv_gazebo/launch/gazebo.launch.py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~/ros2_curri/my_agv_ws/src/agv_gazebo/launch/gazebo.launch.py의 1/2 구현 블록을 직접 입력한다.</a:t>
            </a:r>
          </a:p>
          <a:p>
            <a:r>
              <a:t>[실행] nano ~/ros2_curri/my_agv_ws/src/agv_gazebo/launch/gazebo.launch.py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~/ros2_curri/my_agv_ws/src/agv_gazebo/launch/gazebo.launch.py의 2/2 구현 블록을 직접 입력한다.</a:t>
            </a:r>
          </a:p>
          <a:p>
            <a:r>
              <a:t>[실행] nano ~/ros2_curri/my_agv_ws/src/agv_gazebo/launch/gazebo.launch.py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robot·sensor·vision·mission·controller 값은 실행 코드와 분리한다.</a:t>
            </a:r>
          </a:p>
          <a:p>
            <a:r>
              <a:t>[실행] find ~/ros2_curri/my_agv_ws/src -path '*/config/*.yaml' -type f | sort</a:t>
            </a:r>
          </a:p>
          <a:p>
            <a:r>
              <a:t>ros2 param get /mission_manager stop_distance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launch는 Gazebo, TF, processing, mission, safety의 시작 순서를 한 곳에서 관리한다.</a:t>
            </a:r>
          </a:p>
          <a:p>
            <a:r>
              <a:t>[실행] source ~/ros2_curri/my_agv_ws/install/setup.bash</a:t>
            </a:r>
          </a:p>
          <a:p>
            <a:r>
              <a:t>ros2 launch agv_bringup agv_sim.launch.py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bag은 simulator 재실행 없이 processing 결과를 비교할 입력 데이터다.</a:t>
            </a:r>
          </a:p>
          <a:p>
            <a:r>
              <a:t>[실행] ros2 bag record -o ~/agv_bag_01 \</a:t>
            </a:r>
          </a:p>
          <a:p>
            <a:r>
              <a:t>  /scan /imu/data /odom /camera/image_raw</a:t>
            </a:r>
          </a:p>
          <a:p>
            <a:r>
              <a:t># Ctrl-C 뒤: ros2 bag info ~/agv_bag_01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 &amp;&amp; source install/setup.bash</a:t>
            </a:r>
          </a:p>
          <a:p>
            <a:r>
              <a:t>ros2 launch agv_bringup agv_sim.launch.py</a:t>
            </a:r>
          </a:p>
          <a:p>
            <a:r>
              <a:t># 별도 터미널: ros2 bag record -o ~/agv_bag_01 /scan /imu/data /odom /camera/image_raw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launch agv_bringup agv_sim.launch.py --show-args</a:t>
            </a:r>
          </a:p>
          <a:p>
            <a:r>
              <a:t>ros2 node list</a:t>
            </a:r>
          </a:p>
          <a:p>
            <a:r>
              <a:t>ros2 param get /mission_manager stop_distance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blocks/F_integration/M21_launch_yaml_rosbag/complete/agv_ws/src || true</a:t>
            </a:r>
          </a:p>
          <a:p>
            <a:r>
              <a:t>cp -a my_agv_ws/src my_agv_ws/src_before_M21</a:t>
            </a:r>
          </a:p>
          <a:p>
            <a:r>
              <a:t>cp -a blocks/F_integration/M21_launch_yaml_rosbag/complete/agv_ws/src/.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rosbag2 재생 절차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증상별 디버깅 도구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M22 final mission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Parameter, YAML, Launch, rosbag2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한 launch 명령·YAML parameter·rosbag record/replay 명령을 설명하고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M20 controller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M21</a:t>
            </a:r>
            <a:br/>
            <a:r>
              <a:t>Parameter, YAML, Launch, rosbag2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M22 final mission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한 launch 명령·YAML parameter·rosbag record/replay 명령을 설명하고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M20까지 각 노드를 수동 터미널에서 실행할 수 있는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M20 controller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흩어진 숫자와 수동 실행을 YAML·Launch·rosbag2로 재현 가능한 실행으로 묶는다.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한 launch 명령·YAML parameter·rosbag record/replay 명령을 설명하고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M20 controller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흩어진 숫자와 수동 실행을 YAML·Launch·rosbag2로 재현 가능한 실행으로 묶는다.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한 launch 명령·YAML parameter·rosbag record/replay 명령을 설명하고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9개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1_gazebo_f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5044" y="1389888"/>
            <a:ext cx="5518863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Gazebo Sim: launch로 World와 AGV를 함께 실행한 화면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YAML config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agv_sim.launch.py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nodes + Gazebo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rosbag2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agv_bringup/package.xml</a:t>
            </a:r>
            <a:br/>
            <a:r>
              <a:t>└── agv_bringup/setup.py</a:t>
            </a:r>
            <a:br/>
            <a:r>
              <a:t>└── agv_bringup/config/robot.yaml</a:t>
            </a:r>
            <a:br/>
            <a:r>
              <a:t>└── agv_bringup/config/sensors.yaml</a:t>
            </a:r>
            <a:br/>
            <a:r>
              <a:t>└── agv_bringup/config/vision.yaml</a:t>
            </a:r>
            <a:br/>
            <a:r>
              <a:t>└── agv_bringup/config/mission.yaml</a:t>
            </a:r>
            <a:br/>
            <a:r>
              <a:t>└── agv_control/config/controllers.yaml</a:t>
            </a:r>
            <a:br/>
            <a:r>
              <a:t>└── agv_bringup/launch/agv_sim.launch.py</a:t>
            </a:r>
            <a:br/>
            <a:r>
              <a:t>└── agv_gazebo/launch/gazebo.launch.py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build가 dependency를 해석할 때 사용한다.</a:t>
            </a:r>
            <a:br/>
            <a:r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build·source 뒤 ros2 pkg executables로 확인한다.</a:t>
            </a:r>
            <a:br/>
            <a:r>
              <a:t>화면/출력: ros2 pkg executables와 ros2 run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~/ros2_curri/my_agv_ws/src/agv_bringup/config/robot.yaml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~/ros2_curri/my_agv_ws/src/agv_bringup/config/sensors.yaml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센서 처리 노드가 공통으로 사용할 use_sim_time 등 실행 파라미터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노드 이름 아래 parameter와 값의 단위를 확인한다.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launch가 YAML을 넘긴 뒤 ros2 param get으로 확인한다.</a:t>
            </a:r>
            <a:br/>
            <a:r>
              <a:t>화면/출력: /clock과 use_sim_time=true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~/ros2_curri/my_agv_ws/src/agv_bringup/config/vision.yaml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~/ros2_curri/my_agv_ws/src/agv_control/config/controllers.yaml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여러 ROS 2 node를 시작 순서대로 조립하는 launch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launch argument → Node → parameters/config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ros2 launch로 실행한다.</a:t>
            </a:r>
            <a:br/>
            <a:r>
              <a:t>화면/출력: terminal의 실행 node와 topic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여러 ROS 2 node를 시작 순서대로 조립하는 launch 파일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launch argument → Node → parameters/config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ros2 launch로 실행한다.</a:t>
            </a:r>
            <a:br/>
            <a:r>
              <a:t>화면/출력: terminal의 실행 node와 topic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</a:t>
            </a:r>
            <a:br/>
            <a:r>
              <a:t>nano ~/ros2_curri/my_agv_ws/src/agv_bringup/package.xml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&lt;name&gt;agv_bringup&lt;/name&gt;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2가 이 폴더를 부를 공식 package 이름입니다.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뒤 `ros2 pkg prefix`가 이 이름으로 package를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&lt;buildtool_depend&gt;ament_python&lt;/buildtool_depend&gt;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package를 어떤 빌드 도구로 처리할지 colcon에 알려 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단계에서 ament 도구가 이 package의 규칙을 읽습니다.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&lt;exec_depend&gt;launch&lt;/exec_depend&gt;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코드가 빌드하거나 실행할 때 반드시 필요한 ROS package를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dependency 이름이 틀리면 build 또는 실행에서 package를 찾지 못합니다.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1/9: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1/9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&lt;package format="3"&gt;</a:t>
            </a:r>
            <a:br/>
            <a:r>
              <a:t>  &lt;name&gt;agv_bringup&lt;/name&gt;</a:t>
            </a:r>
            <a:br/>
            <a:r>
              <a:t>  &lt;version&gt;0.1.0&lt;/version&gt;</a:t>
            </a:r>
            <a:br/>
            <a:r>
              <a:t>  </a:t>
            </a:r>
            <a:br/>
            <a:r>
              <a:t>  </a:t>
            </a:r>
            <a:br/>
            <a:r>
              <a:t>  &lt;description&gt;One-command launch and parameter files for the educational</a:t>
            </a:r>
            <a:br/>
            <a:r>
              <a:t>    AGV.&lt;/description&gt;</a:t>
            </a:r>
            <a:br/>
            <a:r>
              <a:t>  &lt;maintainer email="student@example.com"&gt;AGV student&lt;/maintainer&gt;</a:t>
            </a:r>
            <a:br/>
            <a:r>
              <a:t>  &lt;license&gt;Apache-2.0&lt;/license&gt;</a:t>
            </a:r>
            <a:br/>
            <a:r>
              <a:t>  </a:t>
            </a:r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1/9: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1/9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&lt;buildtool_depend&gt;ament_python&lt;/buildtool_depend&gt;</a:t>
            </a:r>
            <a:br/>
            <a:r>
              <a:t>  &lt;exec_depend&gt;launch&lt;/exec_depend&gt;</a:t>
            </a:r>
            <a:br/>
            <a:r>
              <a:t>  &lt;exec_depend&gt;launch_ros&lt;/exec_depend&gt;</a:t>
            </a:r>
            <a:br/>
            <a:r>
              <a:t>  &lt;exec_depend&gt;agv_description&lt;/exec_depend&gt;</a:t>
            </a:r>
            <a:br/>
            <a:r>
              <a:t>  &lt;exec_depend&gt;agv_gazebo&lt;/exec_depend&gt;</a:t>
            </a:r>
            <a:br/>
            <a:r>
              <a:t>  &lt;exec_depend&gt;agv_control&lt;/exec_depend&gt;</a:t>
            </a:r>
            <a:br/>
            <a:r>
              <a:t>  &lt;exec_depend&gt;agv_sensors&lt;/exec_depend&gt;</a:t>
            </a:r>
            <a:br/>
            <a:r>
              <a:t>  &lt;exec_depend&gt;agv_vision&lt;/exec_depend&gt;</a:t>
            </a:r>
            <a:br/>
            <a:r>
              <a:t>  &lt;exec_depend&gt;agv_mission&lt;/exec_depend&gt;</a:t>
            </a:r>
            <a:br/>
            <a:r>
              <a:t>  &lt;exec_depend&gt;robot_state_publisher&lt;/exec_depend&gt;</a:t>
            </a:r>
            <a:br/>
            <a:r>
              <a:t>  &lt;exec_depend&gt;rviz2&lt;/exec_depend&gt;</a:t>
            </a:r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1/9: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1/9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r>
              <a:t>  &lt;export&gt;</a:t>
            </a:r>
            <a:br/>
            <a:r>
              <a:t>    &lt;build_type&gt;ament_python&lt;/build_type&gt;</a:t>
            </a:r>
            <a:br/>
            <a:r>
              <a:t>  &lt;/export&gt;</a:t>
            </a:r>
            <a:br/>
            <a:r>
              <a:t>  </a:t>
            </a:r>
            <a:br/>
            <a:br/>
            <a:r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</a:t>
            </a:r>
            <a:br/>
            <a:r>
              <a:t>nano ~/ros2_curri/my_agv_ws/src/agv_bringup/setup.py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from glob import glob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setup(name=package_name, version='0.1.0',</a:t>
            </a:r>
            <a:br/>
            <a:r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launch`가 package share 경로에서 설정 파일을 찾습니다.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~/ros2_curri/my_agv_ws/src/agv_bringup/setup.py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glob import glob</a:t>
            </a:r>
            <a:br/>
            <a:r>
              <a:t>from setuptools import find_packages, setup</a:t>
            </a:r>
            <a:br/>
            <a:r>
              <a:t>package_name = 'agv_bringup'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['package.xml']),</a:t>
            </a:r>
            <a:br/>
            <a:r>
              <a:t>    ('share/' + package_name + '/launch', glob('launch/*.launch.py')),</a:t>
            </a:r>
            <a:br/>
            <a:r>
              <a:t>    ('share/' + package_name + '/config', glob('config/*.yaml'))],</a:t>
            </a:r>
            <a:br/>
            <a:r>
              <a:t>    install_requires=['setuptools'], zip_safe=True, maintainer='AGV student',</a:t>
            </a:r>
            <a:br/>
            <a:r>
              <a:t>    maintainer_email='student@example.com', license='Apache-2.0')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~/ros2_curri/my_agv_ws/src/agv_bringup/config/robot.yaml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~/ros2_curri/my_agv_ws/src/agv_bringup/config</a:t>
            </a:r>
            <a:br/>
            <a:r>
              <a:t>nano ~/ros2_curri/my_agv_ws/src/agv_bringup/config/robot.yaml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~/ros2_curri/my_agv_ws/src/agv_bringup/config/robot.yaml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robot_state_publisher: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~/ros2_curri/my_agv_ws/src/agv_bringup/config/robot.yaml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~/ros2_curri/my_agv_ws/src/agv_bringup/config/robot.yaml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~/ros2_curri/my_agv_ws/src/agv_bringup/config/robot.yaml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robot_state_publisher:</a:t>
            </a:r>
            <a:br/>
            <a:r>
              <a:t>  ros__parameters:</a:t>
            </a:r>
            <a:br/>
            <a:r>
              <a:t>    use_sim_time: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4/9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~/ros2_curri/my_agv_ws/src/agv_bringup/config/sensors.yaml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센서 처리 노드가 공통으로 사용할 use_sim_time 등 실행 파라미터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~/ros2_curri/my_agv_ws/src/agv_bringup/config</a:t>
            </a:r>
            <a:br/>
            <a:r>
              <a:t>nano ~/ros2_curri/my_agv_ws/src/agv_bringup/config/sensors.yaml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/clock과 use_sim_time=true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~/ros2_curri/my_agv_ws/src/agv_bringup/config/sensors.yaml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lidar_processor: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센서 처리 노드가 공통으로 사용할 use_sim_time 등 실행 파라미터의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launch가 YAML을 넘긴 뒤 ros2 param get으로 확인한다.; /clock과 use_sim_time=true로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~/ros2_curri/my_agv_ws/src/agv_bringup/config/sensors.yaml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센서 처리 노드가 공통으로 사용할 use_sim_time 등 실행 파라미터의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launch가 YAML을 넘긴 뒤 ros2 param get으로 확인한다.; /clock과 use_sim_time=true로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~/ros2_curri/my_agv_ws/src/agv_bringup/config/sensors.yaml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~/ros2_curri/my_agv_ws/src/agv_bringup/config/sensors.yaml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lidar_processor: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front_half_angle_deg: 15.0</a:t>
            </a:r>
            <a:br/>
            <a:r>
              <a:t>imu_monitor:</a:t>
            </a:r>
            <a:br/>
            <a:r>
              <a:t>  ros__parameters:</a:t>
            </a:r>
            <a:br/>
            <a:r>
              <a:t>    use_sim_time: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5/9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~/ros2_curri/my_agv_ws/src/agv_bringup/config/vision.yaml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~/ros2_curri/my_agv_ws/src/agv_bringup/config</a:t>
            </a:r>
            <a:br/>
            <a:r>
              <a:t>nano ~/ros2_curri/my_agv_ws/src/agv_bringup/config/vision.yaml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~/ros2_curri/my_agv_ws/src/agv_bringup/config/vision.yaml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yolo_node: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~/ros2_curri/my_agv_ws/src/agv_bringup/config/vision.yaml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~/ros2_curri/my_agv_ws/src/agv_bringup/config/vision.yaml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~/ros2_curri/my_agv_ws/src/agv_bringup/config/vision.yaml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yolo_node: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enable_yolo: false</a:t>
            </a:r>
            <a:br/>
            <a:r>
              <a:t>    enable_red_target_fallback: true</a:t>
            </a:r>
            <a:br/>
            <a:r>
              <a:t>    model_path: yolo11n.pt</a:t>
            </a:r>
            <a:br/>
            <a:r>
              <a:t>    confidence_threshold: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6/9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~/ros2_curri/my_agv_ws/src/agv_bringup/config</a:t>
            </a:r>
            <a:br/>
            <a:r>
              <a:t>nano ~/ros2_curri/my_agv_ws/src/agv_bringup/config/mission.yaml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6/9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6/9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6/9: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6/9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~/ros2_curri/my_agv_ws/src/agv_bringup/config/mission.yaml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  <a:br/>
            <a:r>
              <a:t>    search_speed: 0.25</a:t>
            </a:r>
            <a:br/>
            <a:r>
              <a:t>    approach_speed: 0.15</a:t>
            </a:r>
            <a:br/>
            <a:r>
              <a:t>    image_center_x: 320</a:t>
            </a:r>
            <a:br/>
            <a:r>
              <a:t>    target_timeout_sec: 0.70</a:t>
            </a:r>
            <a:br/>
            <a:r>
              <a:t>safety_controller: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6/9: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6/9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~/ros2_curri/my_agv_ws/src/agv_bringup/config/mission.yaml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~/ros2_curri/my_agv_ws/src/agv_control/config/controllers.yaml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~/ros2_curri/my_agv_ws/src/agv_control/config</a:t>
            </a:r>
            <a:br/>
            <a:r>
              <a:t>nano ~/ros2_curri/my_agv_ws/src/agv_control/config/controllers.yaml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~/ros2_curri/my_agv_ws/src/agv_control/config/controllers.yaml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controller_manager: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~/ros2_curri/my_agv_ws/src/agv_control/config/controllers.yaml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update_rate: 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~/ros2_curri/my_agv_ws/src/agv_control/config/controllers.yaml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controller_manager:</a:t>
            </a:r>
            <a:br/>
            <a:r>
              <a:t>  ros__parameters:</a:t>
            </a:r>
            <a:br/>
            <a:r>
              <a:t>    update_rate: 50</a:t>
            </a:r>
            <a:br/>
            <a:r>
              <a:t>    joint_state_broadcaster:</a:t>
            </a:r>
            <a:br/>
            <a:r>
              <a:t>      type: joint_state_broadcaster/JointStateBroadcaster</a:t>
            </a:r>
            <a:br/>
            <a:r>
              <a:t>    diff_drive_controller:</a:t>
            </a:r>
            <a:br/>
            <a:r>
              <a:t>      type: diff_drive_controller/DiffDriveController</a:t>
            </a:r>
            <a:br/>
            <a:r>
              <a:t>diff_drive_controller:</a:t>
            </a:r>
            <a:br/>
            <a:r>
              <a:t>  ros__parameters:</a:t>
            </a:r>
            <a:br/>
            <a:r>
              <a:t>    left_wheel_names: [left_wheel_joint]</a:t>
            </a:r>
            <a:br/>
            <a:r>
              <a:t>    right_wheel_names: [right_wheel_joint]</a:t>
            </a:r>
            <a:br/>
            <a:r>
              <a:t>    wheel_separation: 0.38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~/ros2_curri/my_agv_ws/src/agv_control/config/controllers.yaml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wheel_radius: 0.08</a:t>
            </a:r>
            <a:br/>
            <a:r>
              <a:t>    base_frame_id: base_link</a:t>
            </a:r>
            <a:br/>
            <a:r>
              <a:t>    odom_frame_id: odom</a:t>
            </a:r>
            <a:br/>
            <a:r>
              <a:t>    publish_rate: 50.0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8/9: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8/9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여러 ROS 2 node를 시작 순서대로 조립하는 launch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~/ros2_curri/my_agv_ws/src/agv_bringup/launch</a:t>
            </a:r>
            <a:br/>
            <a:r>
              <a:t>nano ~/ros2_curri/my_agv_ws/src/agv_bringup/launch/agv_sim.launch.py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실행 node와 topic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8/9: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8/9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generate_launch_description():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8/9: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8/9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return LaunchDescription([DeclareLaunchArgument('rviz',</a:t>
            </a:r>
            <a:br/>
            <a:r>
              <a:t>default_value='true',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launch가 시작할 모든 node와 설정을 담는 목록을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launch` 한 명령이 여러 구성 요소를 함께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description='Start RViz2'),</a:t>
            </a:r>
            <a:br/>
            <a:r>
              <a:t>DeclareLaunchArgument('autonomy', default_value='true',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실행할 때 바꿀 수 있는 옵션 이름과 기본값을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 ... 이름:=값`으로 기본 동작을 바꿀 수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8/9: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8/9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'gazebo.launch.py'))),</a:t>
            </a:r>
            <a:br/>
            <a:r>
              <a:t>Node(package='robot_state_publisher',</a:t>
            </a:r>
            <a:br/>
            <a:r>
              <a:t>executable='robot_state_publisher',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 안에서 시작할 ROS node 하나의 package·실행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뒤 `ros2 node list`에 이 node가 나타납니다.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parameters=[os.path.join(bringup, 'config', 'robot.yaml'),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YAML/값을 node에 parameter로 전달하는 연결 지점입니다.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파일 값이 node parameter와 실행 결과에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8/9: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8/9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~/ros2_curri/my_agv_ws/src/agv_bringup/launch/agv_sim.launch.py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  <a:br/>
            <a:r>
              <a:t>from ament_index_python.packages import get_package_share_directory</a:t>
            </a:r>
            <a:br/>
            <a:r>
              <a:t>from launch import LaunchDescription</a:t>
            </a:r>
            <a:br/>
            <a:r>
              <a:t>from launch.actions import DeclareLaunchArgument, IncludeLaunchDescription</a:t>
            </a:r>
            <a:br/>
            <a:r>
              <a:t>from launch.conditions import IfCondition</a:t>
            </a:r>
            <a:br/>
            <a:r>
              <a:t>from launch.launch_description_sources import PythonLaunchDescriptionSource</a:t>
            </a:r>
            <a:br/>
            <a:r>
              <a:t>from launch.substitutions import Command, LaunchConfiguration</a:t>
            </a:r>
            <a:br/>
            <a:r>
              <a:t>from launch_ros.actions import Node</a:t>
            </a:r>
            <a:br/>
            <a:r>
              <a:t>from launch_ros.parameter_descriptions import ParameterValue</a:t>
            </a:r>
            <a:br/>
            <a:br/>
            <a:r>
              <a:t>def generate_launch_description():</a:t>
            </a:r>
            <a:br/>
            <a:r>
              <a:t>    bringup = get_package_share_directory('agv_bringup')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8/9: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8/9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~/ros2_curri/my_agv_ws/src/agv_bringup/launch/agv_sim.launch.py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description = get_package_share_directory('agv_description')</a:t>
            </a:r>
            <a:br/>
            <a:r>
              <a:t>    gazebo = get_package_share_directory('agv_gazebo')</a:t>
            </a:r>
            <a:br/>
            <a:r>
              <a:t>    xacro_file = os.path.join(description, 'urdf', 'agv.urdf.xacro')</a:t>
            </a:r>
            <a:br/>
            <a:r>
              <a:t>    robot_description = ParameterValue(Command(['xacro ', xacro_file]), value_type=str)</a:t>
            </a:r>
            <a:br/>
            <a:r>
              <a:t>    return LaunchDescription([DeclareLaunchArgument('rviz', default_value='true',</a:t>
            </a:r>
            <a:br/>
            <a:r>
              <a:t>        description='Start RViz2'), DeclareLaunchArgument('autonomy', default_value='true',</a:t>
            </a:r>
            <a:br/>
            <a:r>
              <a:t>         description='Start mission and safety nodes'),</a:t>
            </a:r>
            <a:br/>
            <a:r>
              <a:t>        IncludeLaunchDescription(PythonLaunchDescriptionSource(os.path.join(gazebo, 'launch',</a:t>
            </a:r>
            <a:br/>
            <a:r>
              <a:t>         'gazebo.launch.py'))), Node(package='robot_state_publisher', executable='robot_state_publisher',</a:t>
            </a:r>
            <a:br/>
            <a:r>
              <a:t>         parameters=[os.path.join(bringup, 'config', 'robot.yaml'),</a:t>
            </a:r>
            <a:br/>
            <a:r>
              <a:t>        {'robot_description': robot_description}]), Node(package='agv_sensors',</a:t>
            </a:r>
            <a:br/>
            <a:r>
              <a:t>        executable='lidar_processor', parameters=[os.path.join(bringup, 'config',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8/9: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8/9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~/ros2_curri/my_agv_ws/src/agv_bringup/launch/agv_sim.launch.py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'sensors.yaml')]), Node(package='agv_sensors', executable='imu_monitor',</a:t>
            </a:r>
            <a:br/>
            <a:r>
              <a:t>        parameters=[os.path.join(bringup, 'config', 'sensors.yaml')]), Node(package='agv_sensors',</a:t>
            </a:r>
            <a:br/>
            <a:r>
              <a:t>         executable='odom_path', parameters=[{'use_sim_time': True}]), Node(package='agv_vision',</a:t>
            </a:r>
            <a:br/>
            <a:r>
              <a:t>         executable='yolo_node', parameters=[os.path.join(bringup, 'config',</a:t>
            </a:r>
            <a:br/>
            <a:r>
              <a:t>        'vision.yaml')]), Node(package='agv_mission', executable='mission_manager',</a:t>
            </a:r>
            <a:br/>
            <a:r>
              <a:t>        parameters=[os.path.join(bringup, 'config', 'mission.yaml')],</a:t>
            </a:r>
            <a:br/>
            <a:r>
              <a:t>        condition=IfCondition(LaunchConfiguration('autonomy'))), Node(package='agv_mission',</a:t>
            </a:r>
            <a:br/>
            <a:r>
              <a:t>         executable='mission_markers', parameters=[os.path.join(bringup, 'config',</a:t>
            </a:r>
            <a:br/>
            <a:r>
              <a:t>        'mission.yaml')], condition=IfCondition(LaunchConfiguration('autonomy'))),</a:t>
            </a:r>
            <a:br/>
            <a:r>
              <a:t>        Node(package='agv_control', executable='safety_controller',</a:t>
            </a:r>
            <a:br/>
            <a:r>
              <a:t>        parameters=[os.path.join(bringup, 'config', 'mission.yaml')],</a:t>
            </a:r>
            <a:br/>
            <a:r>
              <a:t>        condition=IfCondition(LaunchConfiguration('autonomy'))), Node(package='rviz2',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8/9: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8/9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~/ros2_curri/my_agv_ws/src/agv_bringup/launch/agv_sim.launch.py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executable='rviz2', arguments=['-d', os.path.join(description, 'rviz',</a:t>
            </a:r>
            <a:br/>
            <a:r>
              <a:t>        'agv.rviz')], condition=IfCondition(LaunchConfiguration('rviz')))])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9/9: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9/9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여러 ROS 2 node를 시작 순서대로 조립하는 launch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~/ros2_curri/my_agv_ws/src/agv_gazebo/launch</a:t>
            </a:r>
            <a:br/>
            <a:r>
              <a:t>nano ~/ros2_curri/my_agv_ws/src/agv_gazebo/launch/gazebo.launch.py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실행 node와 topic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9/9: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9/9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generate_launch_description():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9/9: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9/9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return</a:t>
            </a:r>
            <a:br/>
            <a:r>
              <a:t>LaunchDescription([SetEnvironmentVariable('GZ_SIM_RESOURCE_PATH',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launch가 시작할 모든 node와 설정을 담는 목록을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launch` 한 명령이 여러 구성 요소를 함께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launch_arguments={'gz_args': '-r ' + world}.items()),</a:t>
            </a:r>
            <a:br/>
            <a:r>
              <a:t>Node(package='ros_gz_bridge',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 안에서 시작할 ROS node 하나의 package·실행 이름을 지정합니다.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뒤 `ros2 node list`에 이 node가 나타납니다.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9/9: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9/9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executable='parameter_bridge', parameters=[{'config_file':</a:t>
            </a:r>
            <a:br/>
            <a:r>
              <a:t>os.path.join(share,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YAML/값을 node에 parameter로 전달하는 연결 지점입니다.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파일 값이 node parameter와 실행 결과에 반영됩니다.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9/9: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9/9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~/ros2_curri/my_agv_ws/src/agv_gazebo/launch/gazebo.launch.py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  <a:br/>
            <a:r>
              <a:t>from ament_index_python.packages import get_package_share_directory</a:t>
            </a:r>
            <a:br/>
            <a:r>
              <a:t>from launch import LaunchDescription</a:t>
            </a:r>
            <a:br/>
            <a:r>
              <a:t>from launch.actions import IncludeLaunchDescription, SetEnvironmentVariable</a:t>
            </a:r>
            <a:br/>
            <a:r>
              <a:t>from launch.launch_description_sources import PythonLaunchDescriptionSource</a:t>
            </a:r>
            <a:br/>
            <a:r>
              <a:t>from launch_ros.actions import Node</a:t>
            </a:r>
            <a:br/>
            <a:br/>
            <a:r>
              <a:t>def generate_launch_description():</a:t>
            </a:r>
            <a:br/>
            <a:r>
              <a:t>    share = get_package_share_directory('agv_gazebo')</a:t>
            </a:r>
            <a:br/>
            <a:r>
              <a:t>    world = os.path.join(share, 'worlds', 'warehouse.sdf')</a:t>
            </a:r>
            <a:br/>
            <a:r>
              <a:t>    models = os.path.join(share, 'models')</a:t>
            </a:r>
            <a:br/>
            <a:r>
              <a:t>    previous = os.environ.get('GZ_SIM_RESOURCE_PATH', '')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9/9: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9/9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~/ros2_curri/my_agv_ws/src/agv_gazebo/launch/gazebo.launch.py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gz_launch = os.path.join(get_package_share_directory('ros_gz_sim'), 'launch', 'gz_sim.launch.py')</a:t>
            </a:r>
            <a:br/>
            <a:r>
              <a:t>    return LaunchDescription([SetEnvironmentVariable('GZ_SIM_RESOURCE_PATH',</a:t>
            </a:r>
            <a:br/>
            <a:r>
              <a:t>        models + (':' + previous if previous else '')),</a:t>
            </a:r>
            <a:br/>
            <a:r>
              <a:t>        IncludeLaunchDescription(PythonLaunchDescriptionSource(gz_launch),</a:t>
            </a:r>
            <a:br/>
            <a:r>
              <a:t>        launch_arguments={'gz_args': '-r ' + world}.items()), Node(package='ros_gz_bridge',</a:t>
            </a:r>
            <a:br/>
            <a:r>
              <a:t>         executable='parameter_bridge', parameters=[{'config_file': os.path.join(share,</a:t>
            </a:r>
            <a:br/>
            <a:r>
              <a:t>        'config', 'bridge.yaml')}], output='screen')])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1/3: YAML 책임을 분리한다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robot·sensor·vision·mission·controller 값은 실행 코드와 분리한다.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find ~/ros2_curri/my_agv_ws/src -path '*/config/*.yaml' -type f | sort</a:t>
            </a:r>
            <a:br/>
            <a:r>
              <a:t>ros2 param get /mission_manager stop_distance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2/3: 한 launch로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launch는 Gazebo, TF, processing, mission, safety의 시작 순서를 한 곳에서 관리한다.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  <a:br/>
            <a:r>
              <a:t>ros2 launch agv_bringup agv_sim.launch.py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3/3: 주행 데이터를 기록한다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bag은 simulator 재실행 없이 processing 결과를 비교할 입력 데이터다.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bag record -o ~/agv_bag_01 \</a:t>
            </a:r>
            <a:br/>
            <a:r>
              <a:t>  /scan /imu/data /odom /camera/image_raw</a:t>
            </a:r>
            <a:br/>
            <a:r>
              <a:t># Ctrl-C 뒤: ros2 bag info ~/agv_bag_01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 &amp;&amp; source install/setup.bash</a:t>
            </a:r>
            <a:br/>
            <a:r>
              <a:t>ros2 launch agv_bringup agv_sim.launch.py</a:t>
            </a:r>
            <a:br/>
            <a:r>
              <a:t># 별도 터미널: ros2 bag record -o ~/agv_bag_01 /scan /imu/data /odom /camera/image_raw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한 launch 명령·YAML parameter·rosbag record/replay 명령을 설명하고 확인한다.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133" y="1353312"/>
            <a:ext cx="647868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--show-args</a:t>
            </a:r>
            <a:br/>
            <a:r>
              <a:t>ros2 node list</a:t>
            </a:r>
            <a:br/>
            <a:r>
              <a:t>ros2 param get /mission_manager stop_distance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한 launch 명령·YAML parameter·rosbag record/replay 명령을 설명하고 확인한다.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일부 노드 시작 실패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launch 순서·spawn 준비·package path를 확인한다.</a:t>
            </a:r>
            <a:br/>
            <a:r>
              <a:t>수정 후: ros2 launch agv_bringup agv_sim.launch.py --show-args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YAML 값이 적용 안 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node name/namespace와 parameter key를 확인한다.</a:t>
            </a:r>
            <a:br/>
            <a:r>
              <a:t>수정 후: ros2 launch agv_bringup agv_sim.launch.py --show-args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blocks/F_integration/M21_launch_yaml_rosbag/complete/agv_ws/src || true</a:t>
            </a:r>
            <a:br/>
            <a:r>
              <a:t>cp -a my_agv_ws/src my_agv_ws/src_before_M21</a:t>
            </a:r>
            <a:br/>
            <a:r>
              <a:t>cp -a blocks/F_integration/M21_launch_yaml_rosbag/complete/agv_ws/src/.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mission.yaml stop_distance를 0.50→0.70으로 바꾼 뒤 재실행하고 ros2 param get으로 적용값을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rosbag2 재생 절차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기록 종료 뒤 `ros2 bag info ~/agv_bag_01`로 topic과 duration을 먼저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Gazebo가 없는 terminal에서 processing node를 source·실행한다.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`ros2 bag play ~/agv_bag_01 --clock`으로 sensor 입력을 다시 공급한다.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use_sim_time=true 노드는 /clock을 받아 같은 시간축을 사용한다.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증상별 디버깅 도구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node 미실행: ros2 node list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topic/타입/QoS: ros2 topic info --verbose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parameter: ros2 param get/list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frame: tf2_tools view_frames와 RViz2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시뮬레이터: Gazebo GUI와 bridge log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한 launch 명령·YAML parameter·rosbag record/replay 명령을 설명하고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blocks/F_integration/M21_launch_yaml_rosbag/complete/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M22 final 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