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~/ros2_curri/my_agv_ws/src/agv_bringup/config/robot.yaml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~/ros2_curri/my_agv_ws/src/agv_bringup/config/robot.yaml의 1/1 구현 블록을 직접 입력한다.</a:t>
            </a:r>
          </a:p>
          <a:p>
            <a:r>
              <a:t>[실행] nano ~/ros2_curri/my_agv_ws/src/agv_bringup/config/robot.yaml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~/ros2_curri/my_agv_ws/src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blocks/F_integration/M21_launch_yaml_rosbag/complete/agv_ws/src || true</a:t>
            </a:r>
          </a:p>
          <a:p>
            <a:r>
              <a:t>cp -a my_agv_ws/src my_agv_ws/src_before_M21</a:t>
            </a:r>
          </a:p>
          <a:p>
            <a:r>
              <a:t>cp -a blocks/F_integration/M21_launch_yaml_rosbag/complete/agv_ws/src/.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  <a:br/>
            <a:r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M20 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launch로 World와 AGV를 함께 실행한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agv_bringup/package.xml</a:t>
            </a:r>
            <a:br/>
            <a:r>
              <a:t>└── agv_bringup/setup.py</a:t>
            </a:r>
            <a:br/>
            <a:r>
              <a:t>└── agv_bringup/config/robot.yaml</a:t>
            </a:r>
            <a:br/>
            <a:r>
              <a:t>└── agv_bringup/config/sensors.yaml</a:t>
            </a:r>
            <a:br/>
            <a:r>
              <a:t>└── agv_bringup/config/vision.yaml</a:t>
            </a:r>
            <a:br/>
            <a:r>
              <a:t>└── agv_bringup/config/mission.yaml</a:t>
            </a:r>
            <a:br/>
            <a:r>
              <a:t>└── agv_control/config/controllers.yaml</a:t>
            </a:r>
            <a:br/>
            <a:r>
              <a:t>└── agv_bringup/launch/agv_sim.launch.py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노드 이름 아래 parameter와 값의 단위를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launch가 YAML을 넘긴 뒤 ros2 param get으로 확인한다.</a:t>
            </a:r>
            <a:br/>
            <a:r>
              <a:t>화면/출력: /clock과 use_sim_time=true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&lt;name&gt;agv_bringup&lt;/name&gt;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&lt;description&gt;One-command launch and parameter files for the educational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AGV.&lt;/description&gt;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&lt;exec_depend&gt;launch&lt;/exec_depend&gt;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&lt;exec_depend&gt;launch_ros&lt;/exec_depend&gt;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&lt;exec_depend&gt;agv_description&lt;/exec_depend&gt;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&lt;exec_depend&gt;agv_gazebo&lt;/exec_depend&gt;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&lt;exec_depend&gt;agv_control&lt;/exec_depend&gt;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&lt;exec_depend&gt;agv_sensors&lt;/exec_depend&gt;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&lt;exec_depend&gt;agv_vision&lt;/exec_depend&gt;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&lt;exec_depend&gt;agv_mission&lt;/exec_depend&gt;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&lt;exec_depend&gt;robot_state_publisher&lt;/exec_depend&gt;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&lt;exec_depend&gt;rviz2&lt;/exec_depend&gt;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package_name = 'agv_bringup'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'/launch', glob('launch/*.launch.py')),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'/config', glob('config/*.yaml'))],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~/ros2_curri/my_agv_ws/src/agv_bringup/config/robot.yaml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~/ros2_curri/my_agv_ws/src/agv_bringup/config/robot.yaml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~/ros2_curri/my_agv_ws/src/agv_bringup/config/sensors.yaml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imu_monitor: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~/ros2_curri/my_agv_ws/src/agv_bringup/config/vision.yaml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enable_yolo: false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enable_red_target_fallback: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model_path: yolo11n.pt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stop_distance: 0.50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search_speed: 0.25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approach_speed: 0.15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image_center_x: 320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target_timeout_sec: 0.70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safety_controller: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update_rate: 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joint_state_broadcaster: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type: joint_state_broadcaster/JointStateBroadcaster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diff_drive_controller: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type: diff_drive_controller/DiffDriveController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diff_drive_controller: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left_wheel_names: [left_wheel_joint]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right_wheel_names: [right_wheel_joint]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base_frame_id: base_link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odom_frame_id: odom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~/ros2_curri/my_agv_ws/src/agv_bringup/launch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 LaunchDescription([DeclareLaunchArgument('rviz',</a:t>
            </a:r>
            <a:br/>
            <a:r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description='Start RViz2'),</a:t>
            </a:r>
            <a:br/>
            <a:r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'gazebo.launch.py'))),</a:t>
            </a:r>
            <a:br/>
            <a:r>
              <a:t>Node(package='robot_state_publisher',</a:t>
            </a:r>
            <a:br/>
            <a:r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ament_index_python.packages import get_package_share_directory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 import 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launch.actions import DeclareLaunchArgument, IncludeLaunchDescription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launch.conditions import IfCondition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launch.launch_description_sources import PythonLaunchDescriptionSource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launch.substitutions import Command, LaunchConfiguration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launch_ros.actions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launch_ros.parameter_descriptions import ParameterValue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gazebo = get_package_share_directory('agv_gazebo')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xacro_file = os.path.join(description, 'urdf', 'agv.urdf.xacro')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robot_description = ParameterValue(Command(['xacro ', xacro_file]), value_type=str)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return LaunchDescription([DeclareLaunchArgument('rviz', default_value='true',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description='Start RViz2'), DeclareLaunchArgument('autonomy', default_value='true',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description='Start mission and safety nodes'),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IncludeLaunchDescription(PythonLaunchDescriptionSource(os.path.join(gazebo, 'launch',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'gazebo.launch.py'))), Node(package='robot_state_publisher', executable='robot_state_publisher',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parameters=[os.path.join(bringup, 'config', 'robot.yaml'),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{'robot_description': robot_description}]), Node(package='agv_sensors',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parameters=[os.path.join(bringup, 'config', 'sensors.yaml')]), Node(package='agv_sensors',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executable='odom_path', parameters=[{'use_sim_time': True}]), Node(package='agv_vision',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executable='yolo_node', parameters=[os.path.join(bringup, 'config',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'vision.yaml')]), Node(package='agv_mission', executable='mission_manager',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parameters=[os.path.join(bringup, 'config', 'mission.yaml')],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condition=IfCondition(LaunchConfiguration('autonomy'))), Node(package='agv_mission',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executable='mission_markers', parameters=[os.path.join(bringup, 'config',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'mission.yaml')], condition=IfCondition(LaunchConfiguration('autonomy'))),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Node(package='agv_control', executable='safety_controller',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parameters=[os.path.join(bringup, 'config', 'mission.yaml')],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</a:t>
            </a:r>
            <a:br/>
            <a:r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launch_arguments={'gz_args': '-r ' + world}.items()),</a:t>
            </a:r>
            <a:br/>
            <a:r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executable='parameter_bridge', parameters=[{'config_file':</a:t>
            </a:r>
            <a:br/>
            <a:r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ament_index_python.packages import get_package_share_directory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 import 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launch.actions import IncludeLaunchDescription, SetEnvironmentVariable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launch.launch_description_sources import PythonLaunchDescriptionSource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launch_ros.actions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share = get_package_share_directory('agv_gazebo')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world = os.path.join(share, 'worlds', 'warehouse.sdf')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models = os.path.join(share, 'models')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return LaunchDescription([SetEnvironmentVariable('GZ_SIM_RESOURCE_PATH',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models + (':' + previous if previous else '')),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IncludeLaunchDescription(PythonLaunchDescriptionSource(gz_launch),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launch_arguments={'gz_args': '-r ' + world}.items()), Node(package='ros_gz_bridge',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executable='parameter_bridge', parameters=[{'config_file': os.path.join(share,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robot·sensor·vision·mission·controller 값은 실행 코드와 분리한다.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find ~/ros2_curri/my_agv_ws/src -path '*/config/*.yaml' -type f | sort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/mission_manager stop_distance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launch는 Gazebo, TF, processing, mission, safety의 시작 순서를 한 곳에서 관리한다.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bag은 simulator 재실행 없이 processing 결과를 비교할 입력 데이터다.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bag record -o ~/agv_bag_01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/scan /imu/data /odom /camera/image_raw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Sim: launch로 World와 AGV를 함께 실행한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순서·spawn 준비·package path를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node name/namespace와 parameter key를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blocks/F_integration/M21_launch_yaml_rosbag/complete/agv_ws/src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my_agv_ws/src_before_M21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blocks/F_integration/M21_launch_yaml_rosbag/complete/agv_ws/src/.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시뮬레이터: Gazebo GUI와 bridge log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