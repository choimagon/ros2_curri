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흩어진 숫자와 수동 실행을 YAML·Launch·rosbag2로 재현 가능한 실행으로 묶는다.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한 launch 명령·YAML parameter·rosbag record/replay 명령을 설명하고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현재 모듈이 앞뒤 과정과 분리된 예제가 아님을 보여 준다.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이전=M20 controller, 다음=M22 final mission을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교육생의 시작 상태를 통일한다.</a:t>
            </a:r>
          </a:p>
          <a:p>
            <a:r>
              <a:t>[실행] pwd; source /opt/ros/jazzy/setup.bash; source ~/agv_ws/install/setup.bash</a:t>
            </a:r>
          </a:p>
          <a:p>
            <a:r>
              <a:t>[확인] 현재 폴더와 source 상태를 모두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흩어진 숫자와 수동 실행을 YAML·Launch·rosbag2로 재현 가능한 실행으로 묶는다.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한 launch 명령·YAML parameter·rosbag record/replay 명령을 설명하고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도식의 각 상자가 무엇을 만들고 화살표가 어떤 방향으로 데이터를 보내는지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왼쪽에서 오른쪽(또는 제어 방향)으로 흐름을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실제 파일 경로를 보여 주고 어떤 package의 책임인지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파일의 부모 package를 찾을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robot·sensor·vision·mission·controller 값은 실행 코드와 분리한다.</a:t>
            </a:r>
          </a:p>
          <a:p>
            <a:r>
              <a:t>[실행] find ~/agv_ws/src -path '*/config/*.yaml' -type f | sort</a:t>
            </a:r>
          </a:p>
          <a:p>
            <a:r>
              <a:t>ros2 param get /mission_manager stop_distance</a:t>
            </a:r>
          </a:p>
          <a:p>
            <a:r>
              <a:t>[확인] 명령 출력에서 슬라이드의 확인 항목을 찾는다.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launch는 Gazebo, TF, processing, mission, safety의 시작 순서를 한 곳에서 관리한다.</a:t>
            </a:r>
          </a:p>
          <a:p>
            <a:r>
              <a:t>[실행] source ~/agv_ws/install/setup.bash</a:t>
            </a:r>
          </a:p>
          <a:p>
            <a:r>
              <a:t>ros2 launch agv_bringup agv_sim.launch.py</a:t>
            </a:r>
          </a:p>
          <a:p>
            <a:r>
              <a:t>[확인] 명령 출력에서 슬라이드의 확인 항목을 찾는다.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bag은 simulator 재실행 없이 processing 결과를 비교할 입력 데이터다.</a:t>
            </a:r>
          </a:p>
          <a:p>
            <a:r>
              <a:t>[실행] ros2 bag record -o ~/agv_bag_01 \</a:t>
            </a:r>
          </a:p>
          <a:p>
            <a:r>
              <a:t>  /scan /imu/data /odom /camera/image_raw</a:t>
            </a:r>
          </a:p>
          <a:p>
            <a:r>
              <a:t># Ctrl-C 뒤: ros2 bag info ~/agv_bag_01</a:t>
            </a:r>
          </a:p>
          <a:p>
            <a:r>
              <a:t>[확인] 명령 출력에서 슬라이드의 확인 항목을 찾는다.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~/agv_ws/src/agv_bringup/config/robot.yaml의 전체 파일을 1/1 구간으로 작성한다.</a:t>
            </a:r>
          </a:p>
          <a:p>
            <a:r>
              <a:t>[실행] nano ~/agv_ws/src/agv_bringup/config/robot.yaml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~/agv_ws/src/agv_bringup/config/sensors.yaml의 전체 파일을 1/1 구간으로 작성한다.</a:t>
            </a:r>
          </a:p>
          <a:p>
            <a:r>
              <a:t>[실행] nano ~/agv_ws/src/agv_bringup/config/sensors.yaml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~/agv_ws/src/agv_bringup/config/vision.yaml의 전체 파일을 1/1 구간으로 작성한다.</a:t>
            </a:r>
          </a:p>
          <a:p>
            <a:r>
              <a:t>[실행] nano ~/agv_ws/src/agv_bringup/config/vision.yaml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~/agv_ws/src/agv_bringup/config/mission.yaml의 전체 파일을 1/1 구간으로 작성한다.</a:t>
            </a:r>
          </a:p>
          <a:p>
            <a:r>
              <a:t>[실행] nano ~/agv_ws/src/agv_bringup/config/mission.yaml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~/agv_ws/src/agv_control/config/controllers.yaml의 전체 파일을 1/2 구간으로 작성한다.</a:t>
            </a:r>
          </a:p>
          <a:p>
            <a:r>
              <a:t>[실행] nano ~/agv_ws/src/agv_control/config/controllers.yaml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~/agv_ws/src/agv_control/config/controllers.yaml의 전체 파일을 2/2 구간으로 작성한다.</a:t>
            </a:r>
          </a:p>
          <a:p>
            <a:r>
              <a:t>[실행] nano ~/agv_ws/src/agv_control/config/controllers.yaml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~/agv_ws/src/agv_bringup/launch/agv_sim.launch.py의 전체 파일을 1/3 구간으로 작성한다.</a:t>
            </a:r>
          </a:p>
          <a:p>
            <a:r>
              <a:t>[실행] nano ~/agv_ws/src/agv_bringup/launch/agv_sim.launch.py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~/agv_ws/src/agv_bringup/launch/agv_sim.launch.py의 전체 파일을 2/3 구간으로 작성한다.</a:t>
            </a:r>
          </a:p>
          <a:p>
            <a:r>
              <a:t>[실행] nano ~/agv_ws/src/agv_bringup/launch/agv_sim.launch.py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~/agv_ws/src/agv_bringup/launch/agv_sim.launch.py의 전체 파일을 3/3 구간으로 작성한다.</a:t>
            </a:r>
          </a:p>
          <a:p>
            <a:r>
              <a:t>[실행] nano ~/agv_ws/src/agv_bringup/launch/agv_sim.launch.py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~/agv_ws/src/agv_gazebo/launch/gazebo.launch.py의 전체 파일을 1/2 구간으로 작성한다.</a:t>
            </a:r>
          </a:p>
          <a:p>
            <a:r>
              <a:t>[실행] nano ~/agv_ws/src/agv_gazebo/launch/gazebo.launch.py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~/agv_ws/src/agv_gazebo/launch/gazebo.launch.py의 전체 파일을 2/2 구간으로 작성한다.</a:t>
            </a:r>
          </a:p>
          <a:p>
            <a:r>
              <a:t>[실행] nano ~/agv_ws/src/agv_gazebo/launch/gazebo.launch.py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build/source/run을 생략 없이 실행한다.</a:t>
            </a:r>
          </a:p>
          <a:p>
            <a:r>
              <a:t>[실행] cd ~/agv_ws &amp;&amp; source install/setup.bash</a:t>
            </a:r>
          </a:p>
          <a:p>
            <a:r>
              <a:t>ros2 launch agv_bringup agv_sim.launch.py</a:t>
            </a:r>
          </a:p>
          <a:p>
            <a:r>
              <a:t># 별도 터미널: ros2 bag record -o ~/agv_bag_01 /scan /imu/data /odom /camera/image_raw</a:t>
            </a:r>
          </a:p>
          <a:p>
            <a:r>
              <a:t>[확인] 한 launch 명령·YAML parameter·rosbag record/replay 명령을 설명하고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실제 Ubuntu/ROS 2 환경에서 생성한 검증 화면이다.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캡처의 명령과 다음 슬라이드의 검증 명령을 비교한다.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검증 명령은 GUI 결과와 별도로 실행해 재현 가능한 완료 기준을 만든다.</a:t>
            </a:r>
          </a:p>
          <a:p>
            <a:r>
              <a:t>[실행] ros2 launch agv_bringup agv_sim.launch.py --show-args</a:t>
            </a:r>
          </a:p>
          <a:p>
            <a:r>
              <a:t>ros2 node list</a:t>
            </a:r>
          </a:p>
          <a:p>
            <a:r>
              <a:t>ros2 param get /mission_manager stop_distance</a:t>
            </a:r>
          </a:p>
          <a:p>
            <a:r>
              <a:t>[확인] 한 launch 명령·YAML parameter·rosbag record/replay 명령을 설명하고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오류를 대신 해결하지 말고 증상부터 우선 확인 순서대로 교육생이 실행하게 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수정 뒤 첫 검증 명령을 다시 실행한다.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슬라이드의 두 대표 오류를 먼저 사용한다.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교육생이 직접 한 값만 바꿔 원인과 결과를 연결하게 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원래 값과 변경 값을 모두 기록한다.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rosbag2 재생 절차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항목이 현재 시스템의 어느 package/topic/file과 연결되는지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증상별 디버깅 도구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항목이 현재 시스템의 어느 package/topic/file과 연결되는지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교육생이 Complete·캡처·로그를 저장했는지 확인하고 다음 모듈의 시작 상태를 읽는다.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M22 final mission 시작 조건을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공식 문서는 버전 차이와 확장 학습을 확인할 때 사용한다.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학습자는 본문만으로 현재 모듈을 완료한 상태여야 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22C4E"/>
          </a:solidFill>
          <a:ln>
            <a:solidFill>
              <a:srgbClr val="122C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800" b="1">
                <a:solidFill>
                  <a:srgbClr val="FFFFFF"/>
                </a:solidFill>
                <a:latin typeface="Noto Sans CJK KR"/>
              </a:defRPr>
            </a:pPr>
            <a:r>
              <a:t>M21 · Block F · ROS 2 + Gazebo Sim AGV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1600200"/>
            <a:ext cx="10698480" cy="10058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3400" b="1">
                <a:solidFill>
                  <a:srgbClr val="122C4E"/>
                </a:solidFill>
                <a:latin typeface="Noto Sans CJK KR"/>
              </a:defRPr>
            </a:pPr>
            <a:r>
              <a:t>Parameter, YAML, Launch, rosbag2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2834640"/>
            <a:ext cx="10149840" cy="5029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200" b="1">
                <a:solidFill>
                  <a:srgbClr val="2A8B5A"/>
                </a:solidFill>
                <a:latin typeface="Noto Sans CJK KR"/>
              </a:defRPr>
            </a:pPr>
            <a:r>
              <a:t>한 launch 명령·YAML parameter·rosbag record/replay 명령을 설명하고 확인한다.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0" y="3822191"/>
            <a:ext cx="9418320" cy="1051560"/>
          </a:xfrm>
          <a:prstGeom prst="round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800" b="1">
                <a:solidFill>
                  <a:srgbClr val="122C4E"/>
                </a:solidFill>
                <a:latin typeface="Noto Sans CJK KR"/>
              </a:defRPr>
            </a:pPr>
            <a:r>
              <a:t>기준 환경</a:t>
            </a:r>
            <a:br/>
            <a:r>
              <a:t>Ubuntu 24.04 LTS · ROS 2 Jazzy · Gazebo Harmonic · RViz2 · Python(rclpy)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080760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0">
                <a:solidFill>
                  <a:srgbClr val="5C6672"/>
                </a:solidFill>
                <a:latin typeface="Noto Sans CJK KR"/>
              </a:defRPr>
            </a:pPr>
            <a:r>
              <a:t>이 PPT만 보고 시작 상태 → 파일 작성 → build/run → 검증 → 오류 대응 → checkpoint를 순서대로 수행합니다.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M21 · 따라 하기형 AGV 실습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전체 과정에서 현재 위치를 확인한다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앞 모듈의 Complete가 현재 Starter가 되고, 현재 Complete가 다음 모듈로 넘어갑니다.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M21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1323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5C66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5C6672"/>
                </a:solidFill>
                <a:latin typeface="Noto Sans CJK KR"/>
              </a:defRPr>
            </a:pPr>
            <a:r>
              <a:t>M20 controller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968496" y="3035808"/>
            <a:ext cx="457200" cy="0"/>
          </a:xfrm>
          <a:prstGeom prst="line">
            <a:avLst/>
          </a:prstGeom>
          <a:ln w="38100">
            <a:solidFill>
              <a:srgbClr val="5C667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455371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225B9B"/>
                </a:solidFill>
                <a:latin typeface="Noto Sans CJK KR"/>
              </a:defRPr>
            </a:pPr>
            <a:r>
              <a:t>M21</a:t>
            </a:r>
            <a:br/>
            <a:r>
              <a:t>Parameter, YAML, Launch, rosbag2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808976" y="3035808"/>
            <a:ext cx="457199" cy="0"/>
          </a:xfrm>
          <a:prstGeom prst="line">
            <a:avLst/>
          </a:prstGeom>
          <a:ln w="3810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839419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2A8B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2A8B5A"/>
                </a:solidFill>
                <a:latin typeface="Noto Sans CJK KR"/>
              </a:defRPr>
            </a:pPr>
            <a:r>
              <a:t>M22 final mission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4617720"/>
            <a:ext cx="1042416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200" b="1">
                <a:solidFill>
                  <a:srgbClr val="122C4E"/>
                </a:solidFill>
                <a:latin typeface="Noto Sans CJK KR"/>
              </a:defRPr>
            </a:pPr>
            <a:r>
              <a:t>이번 모듈의 인계: 한 launch 명령·YAML parameter·rosbag record/replay 명령을 설명하고 확인한다.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시작 상태를 먼저 맞춘다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실습 시작 전에 현재 폴더·이전 파일·실행 프로그램을 확인합니다.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M21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시작    |    현재 폴더 ~/agv_ws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13232" y="1783080"/>
            <a:ext cx="10972800" cy="3429000"/>
          </a:xfrm>
          <a:prstGeom prst="roundRect">
            <a:avLst/>
          </a:prstGeom>
          <a:solidFill>
            <a:srgbClr val="F4F7FB"/>
          </a:solidFill>
          <a:ln>
            <a:solidFill>
              <a:srgbClr val="D7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011680"/>
            <a:ext cx="10424160" cy="283464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시작 상태: M20까지 각 노드를 수동 터미널에서 실행할 수 있는 상태.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이전 Complete: M20 controller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현재 폴더: ~/agv_ws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새 터미널마다: source /opt/ros/jazzy/setup.bash → source install/setup.bash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파일 경로는 PPT와 Complete 폴더에서 같은 이름으로 유지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5532120"/>
            <a:ext cx="10515600" cy="3200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2A8B5A"/>
                </a:solidFill>
                <a:latin typeface="Noto Sans CJK KR"/>
              </a:defRPr>
            </a:pPr>
            <a:r>
              <a:t>확인: pwd가 ~/agv_ws이고, 이전 모듈의 완료 조건을 한 문장으로 설명할 수 있으면 시작합니다.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이번 모듈의 눈으로 확인할 완료 조건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‘이해했다’가 아니라 실제로 보이는 결과를 기준으로 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M21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700784"/>
            <a:ext cx="10744200" cy="1325880"/>
          </a:xfrm>
          <a:prstGeom prst="roundRect">
            <a:avLst/>
          </a:prstGeom>
          <a:solidFill>
            <a:srgbClr val="EEF7F1"/>
          </a:solidFill>
          <a:ln>
            <a:solidFill>
              <a:srgbClr val="A8D3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500" b="1">
                <a:solidFill>
                  <a:srgbClr val="122C4E"/>
                </a:solidFill>
                <a:latin typeface="Noto Sans CJK KR"/>
              </a:defRPr>
            </a:pPr>
            <a:r>
              <a:t>흩어진 숫자와 수동 실행을 YAML·Launch·rosbag2로 재현 가능한 실행으로 묶는다.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3401568"/>
            <a:ext cx="10744200" cy="1325880"/>
          </a:xfrm>
          <a:prstGeom prst="roundRect">
            <a:avLst/>
          </a:prstGeom>
          <a:solidFill>
            <a:srgbClr val="F4F7FB"/>
          </a:solidFill>
          <a:ln>
            <a:solidFill>
              <a:srgbClr val="D6E0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200" b="1">
                <a:solidFill>
                  <a:srgbClr val="2A8B5A"/>
                </a:solidFill>
                <a:latin typeface="Noto Sans CJK KR"/>
              </a:defRPr>
            </a:pPr>
            <a:r>
              <a:t>완료 화면/결과</a:t>
            </a:r>
            <a:br/>
            <a:r>
              <a:t>한 launch 명령·YAML parameter·rosbag record/replay 명령을 설명하고 확인한다.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5349240"/>
            <a:ext cx="10424160" cy="4114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t>종료 전에는 ‘무엇이 보이면 성공인가’를 terminal 또는 Gazebo/RViz 화면에서 반드시 확인합니다.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핵심 흐름을 한 장으로 이해하기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상자와 화살표의 방향을 따라 데이터 또는 제어의 흐름을 읽습니다.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M21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568195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YAML config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598164" y="3264408"/>
            <a:ext cx="283464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3909060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agv_sim.launch.py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939028" y="3264408"/>
            <a:ext cx="283464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6249924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nodes + Gazebo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8279892" y="3264408"/>
            <a:ext cx="283464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8590788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rosbag2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4800600"/>
            <a:ext cx="10332720" cy="5029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000" b="1">
                <a:solidFill>
                  <a:srgbClr val="225B9B"/>
                </a:solidFill>
                <a:latin typeface="Noto Sans CJK KR"/>
              </a:defRPr>
            </a:pPr>
            <a:r>
              <a:t>기억할 한 문장: 앞 단계의 출력이 다음 단계의 입력이 되도록 topic·frame·파일 이름을 끝까지 유지합니다.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이번 모듈에서 생성·수정하는 파일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파일명과 package 경로를 끝까지 동일하게 사용합니다.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M21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600200"/>
            <a:ext cx="10789920" cy="4407408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~/agv_ws/src/</a:t>
            </a:r>
            <a:br/>
            <a:r>
              <a:t>└── agv_bringup/config/robot.yaml</a:t>
            </a:r>
            <a:br/>
            <a:r>
              <a:t>└── agv_bringup/config/sensors.yaml</a:t>
            </a:r>
            <a:br/>
            <a:r>
              <a:t>└── agv_bringup/config/vision.yaml</a:t>
            </a:r>
            <a:br/>
            <a:r>
              <a:t>└── agv_bringup/config/mission.yaml</a:t>
            </a:r>
            <a:br/>
            <a:r>
              <a:t>└── agv_control/config/controllers.yaml</a:t>
            </a:r>
            <a:br/>
            <a:r>
              <a:t>└── agv_bringup/launch/agv_sim.launch.py</a:t>
            </a:r>
            <a:br/>
            <a:r>
              <a:t>└── agv_gazebo/launch/gazebo.launch.py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7824" y="6144768"/>
            <a:ext cx="103327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파일 전체 코드는 다음 슬라이드에 이어집니다. 중간 줄을 빼지 않고 끝까지 제공합니다.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YAML 책임을 분리한다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한 장에는 한 행동만 수행합니다.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M21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1/3    |    현재 폴더 ~/agv_ws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764792"/>
            <a:ext cx="1828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t>왜 하는가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2103120"/>
            <a:ext cx="107899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2000" b="0">
                <a:solidFill>
                  <a:srgbClr val="122C4E"/>
                </a:solidFill>
                <a:latin typeface="Noto Sans CJK KR"/>
              </a:defRPr>
            </a:pPr>
            <a:r>
              <a:t>robot·sensor·vision·mission·controller 값은 실행 코드와 분리한다.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76656" y="2871216"/>
            <a:ext cx="10835640" cy="23317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find ~/agv_ws/src -path '*/config/*.yaml' -type f | sort</a:t>
            </a:r>
            <a:br/>
            <a:r>
              <a:t>ros2 param get /mission_manager stop_distance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5468112"/>
            <a:ext cx="11430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확인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5742432"/>
            <a:ext cx="1056132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t>명령의 출력에서 topic·frame·파일 이름 또는 성공 메시지를 찾으면 이 단계가 완료됩니다.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한 launch로 실행한다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한 장에는 한 행동만 수행합니다.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M21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2/3    |    현재 폴더 ~/agv_ws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764792"/>
            <a:ext cx="1828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t>왜 하는가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2103120"/>
            <a:ext cx="107899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2000" b="0">
                <a:solidFill>
                  <a:srgbClr val="122C4E"/>
                </a:solidFill>
                <a:latin typeface="Noto Sans CJK KR"/>
              </a:defRPr>
            </a:pPr>
            <a:r>
              <a:t>launch는 Gazebo, TF, processing, mission, safety의 시작 순서를 한 곳에서 관리한다.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76656" y="2871216"/>
            <a:ext cx="10835640" cy="23317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source ~/agv_ws/install/setup.bash</a:t>
            </a:r>
            <a:br/>
            <a:r>
              <a:t>ros2 launch agv_bringup agv_sim.launch.py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5468112"/>
            <a:ext cx="11430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확인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5742432"/>
            <a:ext cx="1056132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t>명령의 출력에서 topic·frame·파일 이름 또는 성공 메시지를 찾으면 이 단계가 완료됩니다.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주행 데이터를 기록한다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한 장에는 한 행동만 수행합니다.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M21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3/3    |    현재 폴더 ~/agv_ws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764792"/>
            <a:ext cx="1828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t>왜 하는가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2103120"/>
            <a:ext cx="107899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2000" b="0">
                <a:solidFill>
                  <a:srgbClr val="122C4E"/>
                </a:solidFill>
                <a:latin typeface="Noto Sans CJK KR"/>
              </a:defRPr>
            </a:pPr>
            <a:r>
              <a:t>bag은 simulator 재실행 없이 processing 결과를 비교할 입력 데이터다.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76656" y="2871216"/>
            <a:ext cx="10835640" cy="23317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ros2 bag record -o ~/agv_bag_01 \</a:t>
            </a:r>
            <a:br/>
            <a:r>
              <a:t>  /scan /imu/data /odom /camera/image_raw</a:t>
            </a:r>
            <a:br/>
            <a:r>
              <a:t># Ctrl-C 뒤: ros2 bag info ~/agv_bag_01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5468112"/>
            <a:ext cx="11430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확인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5742432"/>
            <a:ext cx="1056132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t>명령의 출력에서 topic·frame·파일 이름 또는 성공 메시지를 찾으면 이 단계가 완료됩니다.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새로 만들고 저장한다 (1/1)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~/agv_ws/src/agv_bringup/config/robot.yaml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M21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4/5    |    현재 폴더 ~/agv_ws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~/agv_ws/src/agv_bringup/config</a:t>
            </a:r>
            <a:br/>
            <a:r>
              <a:t>파일 열기: nano ~/agv_ws/src/agv_bringup/config/robot.yaml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robot_state_publisher:</a:t>
            </a:r>
            <a:br/>
            <a:r>
              <a:t>  ros__parameters:</a:t>
            </a:r>
            <a:br/>
            <a:r>
              <a:t>    use_sim_time: true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1/1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새로 만들고 저장한다 (1/1)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~/agv_ws/src/agv_bringup/config/sensors.yaml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M21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5/6    |    현재 폴더 ~/agv_ws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~/agv_ws/src/agv_bringup/config</a:t>
            </a:r>
            <a:br/>
            <a:r>
              <a:t>파일 열기: nano ~/agv_ws/src/agv_bringup/config/sensors.yaml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lidar_processor:</a:t>
            </a:r>
            <a:br/>
            <a:r>
              <a:t>  ros__parameters:</a:t>
            </a:r>
            <a:br/>
            <a:r>
              <a:t>    use_sim_time: true</a:t>
            </a:r>
            <a:br/>
            <a:r>
              <a:t>    front_half_angle_deg: 15.0</a:t>
            </a:r>
            <a:br/>
            <a:r>
              <a:t>imu_monitor:</a:t>
            </a:r>
            <a:br/>
            <a:r>
              <a:t>  ros__parameters:</a:t>
            </a:r>
            <a:br/>
            <a:r>
              <a:t>    use_sim_time: true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1/1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새로 만들고 저장한다 (1/1)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~/agv_ws/src/agv_bringup/config/vision.yaml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M21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6/7    |    현재 폴더 ~/agv_ws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~/agv_ws/src/agv_bringup/config</a:t>
            </a:r>
            <a:br/>
            <a:r>
              <a:t>파일 열기: nano ~/agv_ws/src/agv_bringup/config/vision.yaml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yolo_node:</a:t>
            </a:r>
            <a:br/>
            <a:r>
              <a:t>  ros__parameters:</a:t>
            </a:r>
            <a:br/>
            <a:r>
              <a:t>    use_sim_time: true</a:t>
            </a:r>
            <a:br/>
            <a:r>
              <a:t>    enable_yolo: false</a:t>
            </a:r>
            <a:br/>
            <a:r>
              <a:t>    model_path: yolo11n.pt</a:t>
            </a:r>
            <a:br/>
            <a:r>
              <a:t>    confidence_threshold: 0.50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1/1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새로 만들고 저장한다 (1/1)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~/agv_ws/src/agv_bringup/config/mission.yaml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M21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7/8    |    현재 폴더 ~/agv_ws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~/agv_ws/src/agv_bringup/config</a:t>
            </a:r>
            <a:br/>
            <a:r>
              <a:t>파일 열기: nano ~/agv_ws/src/agv_bringup/config/mission.yaml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mission_manager:</a:t>
            </a:r>
            <a:br/>
            <a:r>
              <a:t>  ros__parameters:</a:t>
            </a:r>
            <a:br/>
            <a:r>
              <a:t>    use_sim_time: true</a:t>
            </a:r>
            <a:br/>
            <a:r>
              <a:t>    stop_distance: 0.50</a:t>
            </a:r>
            <a:br/>
            <a:r>
              <a:t>    search_speed: 0.25</a:t>
            </a:r>
            <a:br/>
            <a:r>
              <a:t>    approach_speed: 0.15</a:t>
            </a:r>
            <a:br/>
            <a:r>
              <a:t>    image_center_x: 320</a:t>
            </a:r>
            <a:br/>
            <a:r>
              <a:t>safety_controller:</a:t>
            </a:r>
            <a:br/>
            <a:r>
              <a:t>  ros__parameters:</a:t>
            </a:r>
            <a:br/>
            <a:r>
              <a:t>    use_sim_time: true</a:t>
            </a:r>
            <a:br/>
            <a:r>
              <a:t>    stop_distance: 0.50</a:t>
            </a:r>
            <a:br/>
            <a:r>
              <a:t>    front_half_angle_deg: 15.0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1/1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새로 만들고 저장한다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~/agv_ws/src/agv_control/config/controllers.yaml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M21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8/10    |    현재 폴더 ~/agv_ws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~/agv_ws/src/agv_control/config</a:t>
            </a:r>
            <a:br/>
            <a:r>
              <a:t>파일 열기: nano ~/agv_ws/src/agv_control/config/controllers.yaml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controller_manager:</a:t>
            </a:r>
            <a:br/>
            <a:r>
              <a:t>  ros__parameters:</a:t>
            </a:r>
            <a:br/>
            <a:r>
              <a:t>    update_rate: 50</a:t>
            </a:r>
            <a:br/>
            <a:r>
              <a:t>    joint_state_broadcaster:</a:t>
            </a:r>
            <a:br/>
            <a:r>
              <a:t>      type: joint_state_broadcaster/JointStateBroadcaster</a:t>
            </a:r>
            <a:br/>
            <a:r>
              <a:t>    diff_drive_controller:</a:t>
            </a:r>
            <a:br/>
            <a:r>
              <a:t>      type: diff_drive_controller/DiffDriveController</a:t>
            </a:r>
            <a:br/>
            <a:r>
              <a:t>diff_drive_controller:</a:t>
            </a:r>
            <a:br/>
            <a:r>
              <a:t>  ros__parameters:</a:t>
            </a:r>
            <a:br/>
            <a:r>
              <a:t>    left_wheel_names: [left_wheel_joint]</a:t>
            </a:r>
            <a:br/>
            <a:r>
              <a:t>    right_wheel_names: [right_wheel_joint]</a:t>
            </a:r>
            <a:br/>
            <a:r>
              <a:t>    wheel_separation: 0.38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1/2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(2/2)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~/agv_ws/src/agv_control/config/controllers.yaml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M21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9/10    |    현재 폴더 ~/agv_ws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~/agv_ws/src/agv_control/config</a:t>
            </a:r>
            <a:br/>
            <a:r>
              <a:t>파일 열기: nano ~/agv_ws/src/agv_control/config/controllers.yaml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wheel_radius: 0.08</a:t>
            </a:r>
            <a:br/>
            <a:r>
              <a:t>    base_frame_id: base_link</a:t>
            </a:r>
            <a:br/>
            <a:r>
              <a:t>    odom_frame_id: odom</a:t>
            </a:r>
            <a:br/>
            <a:r>
              <a:t>    publish_rate: 50.0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2/2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새로 만들고 저장한다 (1/3)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~/agv_ws/src/agv_bringup/launch/agv_sim.launch.py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M21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10/13    |    현재 폴더 ~/agv_ws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~/agv_ws/src/agv_bringup/launch</a:t>
            </a:r>
            <a:br/>
            <a:r>
              <a:t>파일 열기: nano ~/agv_ws/src/agv_bringup/launch/agv_sim.launch.py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import os</a:t>
            </a:r>
            <a:br/>
            <a:r>
              <a:t>from ament_index_python.packages import get_package_share_directory</a:t>
            </a:r>
            <a:br/>
            <a:r>
              <a:t>from launch import LaunchDescription</a:t>
            </a:r>
            <a:br/>
            <a:r>
              <a:t>from launch.actions import DeclareLaunchArgument, IncludeLaunchDescription</a:t>
            </a:r>
            <a:br/>
            <a:r>
              <a:t>from launch.conditions import IfCondition</a:t>
            </a:r>
            <a:br/>
            <a:r>
              <a:t>from launch.launch_description_sources import PythonLaunchDescriptionSource</a:t>
            </a:r>
            <a:br/>
            <a:r>
              <a:t>from launch.substitutions import Command, LaunchConfiguration</a:t>
            </a:r>
            <a:br/>
            <a:r>
              <a:t>from launch_ros.actions import Node</a:t>
            </a:r>
            <a:br/>
            <a:r>
              <a:t>from launch_ros.parameter_descriptions import ParameterValue</a:t>
            </a:r>
            <a:br/>
            <a:br/>
            <a:r>
              <a:t>def generate_launch_description():</a:t>
            </a:r>
            <a:br/>
            <a:r>
              <a:t>    bringup = get_package_share_directory('agv_bringup')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1/3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(2/3)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~/agv_ws/src/agv_bringup/launch/agv_sim.launch.py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M21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11/13    |    현재 폴더 ~/agv_ws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~/agv_ws/src/agv_bringup/launch</a:t>
            </a:r>
            <a:br/>
            <a:r>
              <a:t>파일 열기: nano ~/agv_ws/src/agv_bringup/launch/agv_sim.launch.py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description = get_package_share_directory('agv_description')</a:t>
            </a:r>
            <a:br/>
            <a:r>
              <a:t>    gazebo = get_package_share_directory('agv_gazebo')</a:t>
            </a:r>
            <a:br/>
            <a:r>
              <a:t>    xacro_file = os.path.join(description, 'urdf', 'agv.urdf.xacro')</a:t>
            </a:r>
            <a:br/>
            <a:r>
              <a:t>    robot_description = ParameterValue(Command(['xacro ', xacro_file]), value_type=str)</a:t>
            </a:r>
            <a:br/>
            <a:r>
              <a:t>    return LaunchDescription([DeclareLaunchArgument('rviz', default_value='true',</a:t>
            </a:r>
            <a:br/>
            <a:r>
              <a:t>        description='Start RViz2'),</a:t>
            </a:r>
            <a:br/>
            <a:r>
              <a:t>        IncludeLaunchDescription(PythonLaunchDescriptionSource(os.path.join(gazebo, 'launch',</a:t>
            </a:r>
            <a:br/>
            <a:r>
              <a:t>         'gazebo.launch.py'))), Node(package='robot_state_publisher', executable='robot_state_publisher',</a:t>
            </a:r>
            <a:br/>
            <a:r>
              <a:t>         parameters=[os.path.join(bringup, 'config', 'robot.yaml'),</a:t>
            </a:r>
            <a:br/>
            <a:r>
              <a:t>        {'robot_description': robot_description}]), Node(package='agv_sensors',</a:t>
            </a:r>
            <a:br/>
            <a:r>
              <a:t>        executable='lidar_processor', parameters=[os.path.join(bringup, 'config',</a:t>
            </a:r>
            <a:br/>
            <a:r>
              <a:t>        'sensors.yaml')]), Node(package='agv_sensors', executable='imu_monitor',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2/3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(3/3)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~/agv_ws/src/agv_bringup/launch/agv_sim.launch.py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M21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12/13    |    현재 폴더 ~/agv_ws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~/agv_ws/src/agv_bringup/launch</a:t>
            </a:r>
            <a:br/>
            <a:r>
              <a:t>파일 열기: nano ~/agv_ws/src/agv_bringup/launch/agv_sim.launch.py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parameters=[os.path.join(bringup, 'config', 'sensors.yaml')]), Node(package='agv_vision',</a:t>
            </a:r>
            <a:br/>
            <a:r>
              <a:t>         executable='yolo_node', parameters=[os.path.join(bringup, 'config',</a:t>
            </a:r>
            <a:br/>
            <a:r>
              <a:t>        'vision.yaml')]), Node(package='agv_mission', executable='mission_manager',</a:t>
            </a:r>
            <a:br/>
            <a:r>
              <a:t>        parameters=[os.path.join(bringup, 'config', 'mission.yaml')]), Node(package='agv_control',</a:t>
            </a:r>
            <a:br/>
            <a:r>
              <a:t>         executable='safety_controller', parameters=[os.path.join(bringup, 'config',</a:t>
            </a:r>
            <a:br/>
            <a:r>
              <a:t>        'mission.yaml')]), Node(package='rviz2', executable='rviz2', arguments=['-d',</a:t>
            </a:r>
            <a:br/>
            <a:r>
              <a:t>        os.path.join(description, 'rviz', 'agv.rviz')],</a:t>
            </a:r>
            <a:br/>
            <a:r>
              <a:t>        condition=IfCondition(LaunchConfiguration('rviz')))])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3/3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새로 만들고 저장한다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~/agv_ws/src/agv_gazebo/launch/gazebo.launch.py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M21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13/15    |    현재 폴더 ~/agv_ws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~/agv_ws/src/agv_gazebo/launch</a:t>
            </a:r>
            <a:br/>
            <a:r>
              <a:t>파일 열기: nano ~/agv_ws/src/agv_gazebo/launch/gazebo.launch.py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import os</a:t>
            </a:r>
            <a:br/>
            <a:r>
              <a:t>from ament_index_python.packages import get_package_share_directory</a:t>
            </a:r>
            <a:br/>
            <a:r>
              <a:t>from launch import LaunchDescription</a:t>
            </a:r>
            <a:br/>
            <a:r>
              <a:t>from launch.actions import IncludeLaunchDescription, SetEnvironmentVariable</a:t>
            </a:r>
            <a:br/>
            <a:r>
              <a:t>from launch.launch_description_sources import PythonLaunchDescriptionSource</a:t>
            </a:r>
            <a:br/>
            <a:r>
              <a:t>from launch_ros.actions import Node</a:t>
            </a:r>
            <a:br/>
            <a:br/>
            <a:r>
              <a:t>def generate_launch_description():</a:t>
            </a:r>
            <a:br/>
            <a:r>
              <a:t>    share = get_package_share_directory('agv_gazebo')</a:t>
            </a:r>
            <a:br/>
            <a:r>
              <a:t>    world = os.path.join(share, 'worlds', 'warehouse.sdf')</a:t>
            </a:r>
            <a:br/>
            <a:r>
              <a:t>    models = os.path.join(share, 'models')</a:t>
            </a:r>
            <a:br/>
            <a:r>
              <a:t>    previous = os.environ.get('GZ_SIM_RESOURCE_PATH', '')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1/2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(2/2)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~/agv_ws/src/agv_gazebo/launch/gazebo.launch.py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M21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14/15    |    현재 폴더 ~/agv_ws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~/agv_ws/src/agv_gazebo/launch</a:t>
            </a:r>
            <a:br/>
            <a:r>
              <a:t>파일 열기: nano ~/agv_ws/src/agv_gazebo/launch/gazebo.launch.py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gz_launch = os.path.join(get_package_share_directory('ros_gz_sim'), 'launch', 'gz_sim.launch.py')</a:t>
            </a:r>
            <a:br/>
            <a:r>
              <a:t>    return LaunchDescription([SetEnvironmentVariable('GZ_SIM_RESOURCE_PATH',</a:t>
            </a:r>
            <a:br/>
            <a:r>
              <a:t>        models + (':' + previous if previous else '')),</a:t>
            </a:r>
            <a:br/>
            <a:r>
              <a:t>        IncludeLaunchDescription(PythonLaunchDescriptionSource(gz_launch),</a:t>
            </a:r>
            <a:br/>
            <a:r>
              <a:t>        launch_arguments={'gz_args': '-r ' + world}.items()), Node(package='ros_gz_bridge',</a:t>
            </a:r>
            <a:br/>
            <a:r>
              <a:t>         executable='parameter_bridge', parameters=[{'config_file': os.path.join(share,</a:t>
            </a:r>
            <a:br/>
            <a:r>
              <a:t>        'config', 'bridge.yaml')}], output='screen')])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2/2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build → source → run 순서로 실행한다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새 파일 또는 수정 파일은 build와 source 뒤에만 실행 이름·설정에 반영됩니다.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M21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실행    |    현재 폴더 ~/agv_ws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00784"/>
            <a:ext cx="10972800" cy="3182112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cd ~/agv_ws &amp;&amp; source install/setup.bash</a:t>
            </a:r>
            <a:br/>
            <a:r>
              <a:t>ros2 launch agv_bringup agv_sim.launch.py</a:t>
            </a:r>
            <a:br/>
            <a:r>
              <a:t># 별도 터미널: ros2 bag record -o ~/agv_bag_01 /scan /imu/data /odom /camera/image_raw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6384" y="5239512"/>
            <a:ext cx="1261872" cy="23774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확인 기준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" y="5532120"/>
            <a:ext cx="10469880" cy="42062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t>한 launch 명령·YAML parameter·rosbag record/replay 명령을 설명하고 확인한다.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정상 결과: 실제 환경에서 확인한 출력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실제 ROS 2 환경의 파일·패키지·구성 검증 로그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M21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pic>
        <p:nvPicPr>
          <p:cNvPr id="6" name="Picture 5" descr="validation_termin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55133" y="1353312"/>
            <a:ext cx="6478685" cy="48006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6217920"/>
            <a:ext cx="1060704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1">
                <a:solidFill>
                  <a:srgbClr val="2A8B5A"/>
                </a:solidFill>
                <a:latin typeface="Noto Sans CJK KR"/>
              </a:defRPr>
            </a:pPr>
            <a:r>
              <a:t>① 명령/설정  ② 정상 출력 또는 화면  ③ 다음 검증 명령으로 재확인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객관적 검증 명령으로 완료를 확인한다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화면만 보지 말고 topic·frame·파일·parameter를 다시 확인합니다.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M21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검증    |    현재 폴더 ~/agv_ws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55648"/>
            <a:ext cx="10972800" cy="214884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ros2 launch agv_bringup agv_sim.launch.py --show-args</a:t>
            </a:r>
            <a:br/>
            <a:r>
              <a:t>ros2 node list</a:t>
            </a:r>
            <a:br/>
            <a:r>
              <a:t>ros2 param get /mission_manager stop_distance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4206240"/>
            <a:ext cx="10972800" cy="1554480"/>
          </a:xfrm>
          <a:prstGeom prst="roundRect">
            <a:avLst/>
          </a:prstGeom>
          <a:solidFill>
            <a:srgbClr val="F4F7FB"/>
          </a:solidFill>
          <a:ln>
            <a:solidFill>
              <a:srgbClr val="D1DF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완료 체크</a:t>
            </a:r>
            <a:br/>
            <a:r>
              <a:t>□ 명령이 오류 없이 실행된다.</a:t>
            </a:r>
            <a:br/>
            <a:r>
              <a:t>□ 기대한 파일·topic·frame·parameter 이름이 보인다.</a:t>
            </a:r>
            <a:br/>
            <a:r>
              <a:t>□ 값의 단위와 방향을 한 문장으로 설명할 수 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5989320"/>
            <a:ext cx="10789920" cy="23774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완료 조건: 한 launch 명령·YAML parameter·rosbag record/replay 명령을 설명하고 확인한다.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막히면: 증상 → 우선 확인 → 재검증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오류 메시지를 숨기지 않고 같은 순서로 점검합니다.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M21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오류 대응    |    현재 폴더 ~/agv_ws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94944" y="1755648"/>
            <a:ext cx="10972800" cy="1115568"/>
          </a:xfrm>
          <a:prstGeom prst="roundRect">
            <a:avLst/>
          </a:prstGeom>
          <a:solidFill>
            <a:srgbClr val="FFF7F4"/>
          </a:solidFill>
          <a:ln>
            <a:solidFill>
              <a:srgbClr val="EDBE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1901952"/>
            <a:ext cx="292608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BE3B3B"/>
                </a:solidFill>
                <a:latin typeface="Noto Sans CJK KR"/>
              </a:defRPr>
            </a:pPr>
            <a:r>
              <a:t>증상 1: 일부 노드 시작 실패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94760" y="1883664"/>
            <a:ext cx="7543800" cy="62179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t>우선 확인: launch 순서·spawn 준비·package path를 확인한다.</a:t>
            </a:r>
            <a:br/>
            <a:r>
              <a:t>수정 후: ros2 launch agv_bringup agv_sim.launch.py --show-args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94944" y="3172968"/>
            <a:ext cx="10972800" cy="1115568"/>
          </a:xfrm>
          <a:prstGeom prst="roundRect">
            <a:avLst/>
          </a:prstGeom>
          <a:solidFill>
            <a:srgbClr val="FFF7F4"/>
          </a:solidFill>
          <a:ln>
            <a:solidFill>
              <a:srgbClr val="EDBE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96112" y="3319272"/>
            <a:ext cx="292608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BE3B3B"/>
                </a:solidFill>
                <a:latin typeface="Noto Sans CJK KR"/>
              </a:defRPr>
            </a:pPr>
            <a:r>
              <a:t>증상 2: YAML 값이 적용 안 됨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94760" y="3300984"/>
            <a:ext cx="7543800" cy="62179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t>우선 확인: node name/namespace와 parameter key를 확인한다.</a:t>
            </a:r>
            <a:br/>
            <a:r>
              <a:t>수정 후: ros2 launch agv_bringup agv_sim.launch.py --show-args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5102352"/>
            <a:ext cx="10607040" cy="40233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800" b="1">
                <a:solidFill>
                  <a:srgbClr val="DB7E22"/>
                </a:solidFill>
                <a:latin typeface="Noto Sans CJK KR"/>
              </a:defRPr>
            </a:pPr>
            <a:r>
              <a:t>공통 순서: ① 현재 폴더 ② source ③ 파일 경로 ④ 이름/타입/단위 ⑤ build·source 후 재실행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미니 실습: 값 하나를 바꾸고 결과를 비교한다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정상 결과를 만든 뒤에는 한 번에 하나의 값만 바꿉니다.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M21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미니 실습    |    현재 폴더 ~/agv_ws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9808" y="1874519"/>
            <a:ext cx="10652760" cy="1993392"/>
          </a:xfrm>
          <a:prstGeom prst="roundRect">
            <a:avLst/>
          </a:prstGeom>
          <a:solidFill>
            <a:srgbClr val="FFF8EB"/>
          </a:solidFill>
          <a:ln>
            <a:solidFill>
              <a:srgbClr val="ECC6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300" b="1">
                <a:solidFill>
                  <a:srgbClr val="122C4E"/>
                </a:solidFill>
                <a:latin typeface="Noto Sans CJK KR"/>
              </a:defRPr>
            </a:pPr>
            <a:r>
              <a:t>mission.yaml stop_distance를 0.50→0.70으로 바꾼 뒤 재실행하고 ros2 param get으로 적용값을 확인한다.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7824" y="4590288"/>
            <a:ext cx="10241280" cy="59436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900" b="1">
                <a:solidFill>
                  <a:srgbClr val="DB7E22"/>
                </a:solidFill>
                <a:latin typeface="Noto Sans CJK KR"/>
              </a:defRPr>
            </a:pPr>
            <a:r>
              <a:t>기록할 것: 바꾼 값(단위) · 기대한 변화 · 실제 출력/화면 · 원래 값으로 되돌린 결과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rosbag2 재생 절차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통합 단계에서 놓치기 쉬운 실행·운영 조건을 정리합니다.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M21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통합 보강    |    현재 폴더 ~/agv_ws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76656" y="1691640"/>
            <a:ext cx="10972800" cy="4434840"/>
          </a:xfrm>
          <a:prstGeom prst="roundRect">
            <a:avLst/>
          </a:prstGeom>
          <a:solidFill>
            <a:srgbClr val="F4F7FB"/>
          </a:solidFill>
          <a:ln>
            <a:solidFill>
              <a:srgbClr val="D2DE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993392"/>
            <a:ext cx="10332720" cy="3749039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기록 종료 뒤 `ros2 bag info ~/agv_bag_01`로 topic과 duration을 먼저 확인한다.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Gazebo가 없는 terminal에서 processing node를 source·실행한다.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`ros2 bag play ~/agv_bag_01 --clock`으로 sensor 입력을 다시 공급한다.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use_sim_time=true 노드는 /clock을 받아 같은 시간축을 사용한다.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증상별 디버깅 도구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통합 단계에서 놓치기 쉬운 실행·운영 조건을 정리합니다.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M21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통합 보강    |    현재 폴더 ~/agv_ws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76656" y="1691640"/>
            <a:ext cx="10972800" cy="4434840"/>
          </a:xfrm>
          <a:prstGeom prst="roundRect">
            <a:avLst/>
          </a:prstGeom>
          <a:solidFill>
            <a:srgbClr val="F4F7FB"/>
          </a:solidFill>
          <a:ln>
            <a:solidFill>
              <a:srgbClr val="D2DE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993392"/>
            <a:ext cx="10332720" cy="3749039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node 미실행: ros2 node list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topic/타입/QoS: ros2 topic info --verbose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parameter: ros2 param get/list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frame: tf2_tools view_frames와 RViz2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시뮬레이터: Gazebo GUI와 bridge log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체크포인트를 저장하고 다음 모듈로 넘긴다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현재 Complete는 다음 Starter의 기준선입니다.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M21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체크포인트    |    현재 폴더 ~/agv_ws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737360"/>
            <a:ext cx="10972800" cy="3611880"/>
          </a:xfrm>
          <a:prstGeom prst="roundRect">
            <a:avLst/>
          </a:prstGeom>
          <a:solidFill>
            <a:srgbClr val="F4F7FB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1993392"/>
            <a:ext cx="10332720" cy="297180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완료 화면: 한 launch 명령·YAML parameter·rosbag record/replay 명령을 설명하고 확인한다.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Complete 파일: blocks/F_integration/M21_launch_yaml_rosbag/complete/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정상 로그·캡처: logs/validation.log, screenshots/validation_terminal.png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버전 식별: CHECKSUM_or_TAG.txt의 SHA-256 manifest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다음 시작 조건: M22 final mission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5596128"/>
            <a:ext cx="10515600" cy="3383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700" b="1">
                <a:solidFill>
                  <a:srgbClr val="2A8B5A"/>
                </a:solidFill>
                <a:latin typeface="Noto Sans CJK KR"/>
              </a:defRPr>
            </a:pPr>
            <a:r>
              <a:t>다음 모듈을 시작하기 전, 이 슬라이드의 Complete와 다음 모듈의 Starter를 비교합니다.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공식 참고 자료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본문 단계는 링크를 열지 않아도 완료할 수 있으며, 링크는 개념을 더 확인할 때만 사용합니다.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M21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554480"/>
            <a:ext cx="10972800" cy="4526280"/>
          </a:xfrm>
          <a:prstGeom prst="roundRect">
            <a:avLst/>
          </a:prstGeom>
          <a:solidFill>
            <a:srgbClr val="F4F7FB"/>
          </a:solidFill>
          <a:ln>
            <a:solidFill>
              <a:srgbClr val="D7DF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773936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ROS 2 Jazzy — Gazebo Simulation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048255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t>https://docs.ros.org/en/jazzy/Tutorials/Advanced/Simulators/Gazebo/Simulation-Gazebo.html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852928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ROS 2 Jazzy — URDF / robot_state_publisher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127248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t>https://docs.ros.org/en/jazzy/Tutorials/Intermediate/URDF/Using-URDF-with-Robot-State-Publisher-py.html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931920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Gazebo — ROS 2 Integration / ros_gz_bridge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4206240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t>https://gazebosim.org/docs/latest/ros2_integration/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5010912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ROS 2 Jazzy — rosbag2 Recording and Playback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5285232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t>https://docs.ros.org/en/jazzy/Tutorials/Beginner-CLI-Tools/Recording-And-Playing-Back-Data/Recording-And-Playing-Back-Data.html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