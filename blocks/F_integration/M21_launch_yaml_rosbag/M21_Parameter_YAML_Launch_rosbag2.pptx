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흩어진 숫자와 수동 실행을 YAML·Launch·rosbag2로 재현 가능한 실행으로 묶는다.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이전=M20 controller, 다음=M22 final mission을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흩어진 숫자와 수동 실행을 YAML·Launch·rosbag2로 재현 가능한 실행으로 묶는다.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입력하기 전에 완성 결과와 관찰 기준을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명령·설정과 화면의 topic·frame·결과 이름을 대조합니다.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~/ros2_curri/my_agv_ws/src/agv_bringup</a:t>
            </a:r>
          </a:p>
          <a:p>
            <a:r>
              <a:t>nano ~/ros2_curri/my_agv_ws/src/agv_bringup/package.xml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1/3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2/3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~/ros2_curri/my_agv_ws/src/agv_bringup/package.xml의 3/3 구현 블록을 직접 입력한다.</a:t>
            </a:r>
          </a:p>
          <a:p>
            <a:r>
              <a:t>[실행] nano ~/ros2_curri/my_agv_ws/src/agv_bringup/package.xml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~/ros2_curri/my_agv_ws/src/agv_bringup</a:t>
            </a:r>
          </a:p>
          <a:p>
            <a:r>
              <a:t>nano ~/ros2_curri/my_agv_ws/src/agv_bringup/setup.py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~/ros2_curri/my_agv_ws/src/agv_bringup/setup.py의 1/1 구현 블록을 직접 입력한다.</a:t>
            </a:r>
          </a:p>
          <a:p>
            <a:r>
              <a:t>[실행] nano ~/ros2_curri/my_agv_ws/src/agv_bringup/setup.py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~/ros2_curri/my_agv_ws/src/agv_bringup/config/robot.yaml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~/ros2_curri/my_agv_ws/src/agv_bringup/config/robot.yaml의 1/1 구현 블록을 직접 입력한다.</a:t>
            </a:r>
          </a:p>
          <a:p>
            <a:r>
              <a:t>[실행] nano ~/ros2_curri/my_agv_ws/src/agv_bringup/config/robot.yaml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센서 처리 노드가 공통으로 사용할 use_sim_time 등 실행 파라미터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~/ros2_curri/my_agv_ws/src/agv_bringup/config/sensors.yaml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~/ros2_curri/my_agv_ws/src/agv_bringup/config/sensors.yaml의 1/1 구현 블록을 직접 입력한다.</a:t>
            </a:r>
          </a:p>
          <a:p>
            <a:r>
              <a:t>[실행] nano ~/ros2_curri/my_agv_ws/src/agv_bringup/config/sensors.yaml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~/ros2_curri/my_agv_ws/src/agv_bringup/config/vision.yaml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~/ros2_curri/my_agv_ws/src/agv_bringup/config/vision.yaml의 1/1 구현 블록을 직접 입력한다.</a:t>
            </a:r>
          </a:p>
          <a:p>
            <a:r>
              <a:t>[실행] nano ~/ros2_curri/my_agv_ws/src/agv_bringup/config/vision.yaml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~/ros2_curri/my_agv_ws/src/agv_bringup/config</a:t>
            </a:r>
          </a:p>
          <a:p>
            <a:r>
              <a:t>nano ~/ros2_curri/my_agv_ws/src/agv_bringup/config/mission.yaml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1/2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~/ros2_curri/my_agv_ws/src/agv_bringup/config/mission.yaml의 2/2 구현 블록을 직접 입력한다.</a:t>
            </a:r>
          </a:p>
          <a:p>
            <a:r>
              <a:t>[실행] nano ~/ros2_curri/my_agv_ws/src/agv_bringup/config/mission.yaml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실행 시 읽히는 ROS 2 설정값</a:t>
            </a:r>
          </a:p>
          <a:p>
            <a:r>
              <a:t>[실행] mkdir -p ~/ros2_curri/my_agv_ws/src/agv_control/config</a:t>
            </a:r>
          </a:p>
          <a:p>
            <a:r>
              <a:t>nano ~/ros2_curri/my_agv_ws/src/agv_control/config/controllers.yaml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~/ros2_curri/my_agv_ws/src/agv_control/config/controllers.yaml의 1/2 구현 블록을 직접 입력한다.</a:t>
            </a:r>
          </a:p>
          <a:p>
            <a:r>
              <a:t>[실행] nano ~/ros2_curri/my_agv_ws/src/agv_control/config/controllers.yaml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~/ros2_curri/my_agv_ws/src/agv_control/config/controllers.yaml의 2/2 구현 블록을 직접 입력한다.</a:t>
            </a:r>
          </a:p>
          <a:p>
            <a:r>
              <a:t>[실행] nano ~/ros2_curri/my_agv_ws/src/agv_control/config/controllers.yaml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node를 시작 순서대로 조립하는 launch 파일</a:t>
            </a:r>
          </a:p>
          <a:p>
            <a:r>
              <a:t>[실행] mkdir -p ~/ros2_curri/my_agv_ws/src/agv_bringup/launch</a:t>
            </a:r>
          </a:p>
          <a:p>
            <a:r>
              <a:t>nano ~/ros2_curri/my_agv_ws/src/agv_bringup/launch/agv_sim.launch.py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1/4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2/4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3/4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~/ros2_curri/my_agv_ws/src/agv_bringup/launch/agv_sim.launch.py의 4/4 구현 블록을 직접 입력한다.</a:t>
            </a:r>
          </a:p>
          <a:p>
            <a:r>
              <a:t>[실행] nano ~/ros2_curri/my_agv_ws/src/agv_bringup/launch/agv_sim.launch.py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node를 시작 순서대로 조립하는 launch 파일</a:t>
            </a:r>
          </a:p>
          <a:p>
            <a:r>
              <a:t>[실행] mkdir -p ~/ros2_curri/my_agv_ws/src/agv_gazebo/launch</a:t>
            </a:r>
          </a:p>
          <a:p>
            <a:r>
              <a:t>nano ~/ros2_curri/my_agv_ws/src/agv_gazebo/launch/gazebo.launch.py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~/ros2_curri/my_agv_ws/src/agv_gazebo/launch/gazebo.launch.py의 1/2 구현 블록을 직접 입력한다.</a:t>
            </a:r>
          </a:p>
          <a:p>
            <a:r>
              <a:t>[실행] nano ~/ros2_curri/my_agv_ws/src/agv_gazebo/launch/gazebo.launch.py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~/ros2_curri/my_agv_ws/src/agv_gazebo/launch/gazebo.launch.py의 2/2 구현 블록을 직접 입력한다.</a:t>
            </a:r>
          </a:p>
          <a:p>
            <a:r>
              <a:t>[실행] nano ~/ros2_curri/my_agv_ws/src/agv_gazebo/launch/gazebo.launch.py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robot·sensor·vision·mission·controller 값은 실행 코드와 분리한다.</a:t>
            </a:r>
          </a:p>
          <a:p>
            <a:r>
              <a:t>[실행] find ~/ros2_curri/my_agv_ws/src -path '*/config/*.yaml' -type f | sort</a:t>
            </a:r>
          </a:p>
          <a:p>
            <a:r>
              <a:t>ros2 param get /mission_manager stop_distance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launch는 Gazebo, TF, processing, mission, safety의 시작 순서를 한 곳에서 관리한다.</a:t>
            </a:r>
          </a:p>
          <a:p>
            <a:r>
              <a:t>[실행] source ~/ros2_curri/my_agv_ws/install/setup.bash</a:t>
            </a:r>
          </a:p>
          <a:p>
            <a:r>
              <a:t>ros2 launch agv_bringup agv_sim.launch.py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bag은 simulator 재실행 없이 processing 결과를 비교할 입력 데이터다.</a:t>
            </a:r>
          </a:p>
          <a:p>
            <a:r>
              <a:t>[실행] ros2 bag record -o ~/agv_bag_01 \</a:t>
            </a:r>
          </a:p>
          <a:p>
            <a:r>
              <a:t>  /scan /imu/data /odom /camera/image_raw</a:t>
            </a:r>
          </a:p>
          <a:p>
            <a:r>
              <a:t># Ctrl-C 뒤: ros2 bag info ~/agv_bag_01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 &amp;&amp; source install/setup.bash</a:t>
            </a:r>
          </a:p>
          <a:p>
            <a:r>
              <a:t>ros2 launch agv_bringup agv_sim.launch.py</a:t>
            </a:r>
          </a:p>
          <a:p>
            <a:r>
              <a:t># 별도 터미널: ros2 bag record -o ~/agv_bag_01 /scan /imu/data /odom /camera/image_raw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launch agv_bringup agv_sim.launch.py --show-args</a:t>
            </a:r>
          </a:p>
          <a:p>
            <a:r>
              <a:t>ros2 node list</a:t>
            </a:r>
          </a:p>
          <a:p>
            <a:r>
              <a:t>ros2 param get /mission_manager stop_distance</a:t>
            </a:r>
          </a:p>
          <a:p>
            <a:r>
              <a:t>[확인] 한 launch 명령·YAML parameter·rosbag record/replay 명령을 설명하고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blocks/F_integration/M21_launch_yaml_rosbag/complete/agv_ws/src || true</a:t>
            </a:r>
          </a:p>
          <a:p>
            <a:r>
              <a:t>cp -a my_agv_ws/src my_agv_ws/src_before_M21</a:t>
            </a:r>
          </a:p>
          <a:p>
            <a:r>
              <a:t>cp -a blocks/F_integration/M21_launch_yaml_rosbag/complete/agv_ws/src/.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rosbag2 재생 절차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증상별 디버깅 도구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항목이 현재 시스템의 어느 package/topic/file과 연결되는지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M22 final mission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t>M21 · Block F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Parameter, YAML, Launch, rosbag2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한 launch 명령·YAML parameter·rosbag record/replay 명령을 설명하고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기준 환경</a:t>
            </a:r>
            <a:br/>
            <a:r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t>M20 controller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M21</a:t>
            </a:r>
            <a:br/>
            <a:r>
              <a:t>Parameter, YAML, Launch, rosbag2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t>M22 final mission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t>이번 모듈의 인계: 한 launch 명령·YAML parameter·rosbag record/replay 명령을 설명하고 확인한다.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시작 상태: M20까지 각 노드를 수동 터미널에서 실행할 수 있는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이전 Complete: M20 controller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t>흩어진 숫자와 수동 실행을 YAML·Launch·rosbag2로 재현 가능한 실행으로 묶는다.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t>완료 화면/결과</a:t>
            </a:r>
            <a:br/>
            <a:r>
              <a:t>한 launch 명령·YAML parameter·rosbag record/replay 명령을 설명하고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M20 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흩어진 숫자와 수동 실행을 YAML·Launch·rosbag2로 재현 가능한 실행으로 묶는다.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한 launch 명령·YAML parameter·rosbag record/replay 명령을 설명하고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이번 모듈에서는 9개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먼저 이번 단계의 완료 모습을 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지금부터 폴더·파일·코드를 만들면 아래의 실제 결과에 도달합니다. 보이는 기준을 기억한 뒤 구현합니다.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01_gazebo_final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044" y="1389888"/>
            <a:ext cx="5518863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26480"/>
            <a:ext cx="106070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A8B5A"/>
                </a:solidFill>
                <a:latin typeface="Noto Sans CJK KR"/>
              </a:defRPr>
            </a:pPr>
            <a:r>
              <a:t>목표 화면: 실제 Gazebo Sim: launch로 World와 AGV를 함께 실행한 화면  |  나중에 확인할 것: 명령·설정과 화면의 topic·frame·결과 이름을 대조합니다.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YAML config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agv_sim.launch.py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nodes + Gazebo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rosbag2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~/ros2_curri/my_agv_ws/src/</a:t>
            </a:r>
            <a:br/>
            <a:r>
              <a:t>└── agv_bringup/package.xml</a:t>
            </a:r>
            <a:br/>
            <a:r>
              <a:t>└── agv_bringup/setup.py</a:t>
            </a:r>
            <a:br/>
            <a:r>
              <a:t>└── agv_bringup/config/robot.yaml</a:t>
            </a:r>
            <a:br/>
            <a:r>
              <a:t>└── agv_bringup/config/sensors.yaml</a:t>
            </a:r>
            <a:br/>
            <a:r>
              <a:t>└── agv_bringup/config/vision.yaml</a:t>
            </a:r>
            <a:br/>
            <a:r>
              <a:t>└── agv_bringup/config/mission.yaml</a:t>
            </a:r>
            <a:br/>
            <a:r>
              <a:t>└── agv_control/config/controllers.yaml</a:t>
            </a:r>
            <a:br/>
            <a:r>
              <a:t>└── agv_bringup/launch/agv_sim.launch.py</a:t>
            </a:r>
            <a:br/>
            <a:r>
              <a:t>└── agv_gazebo/launch/gazebo.launch.py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build가 dependency를 해석할 때 사용한다.</a:t>
            </a:r>
            <a:br/>
            <a:r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colcon build·source 뒤 ros2 pkg executables로 확인한다.</a:t>
            </a:r>
            <a:br/>
            <a:r>
              <a:t>화면/출력: ros2 pkg executables와 ros2 run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~/ros2_curri/my_agv_ws/src/agv_bringup/config/robot.yaml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실행 뒤 ros2 param/topic 명령으로 확인한다.</a:t>
            </a:r>
            <a:br/>
            <a:r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~/ros2_curri/my_agv_ws/src/agv_bringup/config/sensors.yaml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센서 처리 노드가 공통으로 사용할 use_sim_time 등 실행 파라미터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노드 이름 아래 parameter와 값의 단위를 확인한다.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launch가 YAML을 넘긴 뒤 ros2 param get으로 확인한다.</a:t>
            </a:r>
            <a:br/>
            <a:r>
              <a:t>화면/출력: /clock과 use_sim_time=true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실행 뒤 ros2 param/topic 명령으로 확인한다.</a:t>
            </a:r>
            <a:br/>
            <a:r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이름 → type/value → launch에서 전달되는 위치를 비교한다.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실행 뒤 ros2 param/topic 명령으로 확인한다.</a:t>
            </a:r>
            <a:br/>
            <a:r>
              <a:t>화면/출력: terminal의 parameter/topic 출력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~/ros2_curri/my_agv_ws/src/agv_control/config/controllers.yaml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이름 → type/value → launch에서 전달되는 위치를 비교한다.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launch 실행 뒤 ros2 param/topic 명령으로 확인한다.</a:t>
            </a:r>
            <a:br/>
            <a:r>
              <a:t>화면/출력: terminal의 parameter/topic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launch argument → Node → parameters/config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ros2 launch로 실행한다.</a:t>
            </a:r>
            <a:br/>
            <a:r>
              <a:t>화면/출력: terminal의 실행 node와 topic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코드/설정이 실제로 만드는 것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t>launch argument → Node → parameters/config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사용: ros2 launch로 실행한다.</a:t>
            </a:r>
            <a:br/>
            <a:r>
              <a:t>화면/출력: terminal의 실행 node와 topic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1/9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</a:t>
            </a:r>
            <a:br/>
            <a:r>
              <a:t>nano ~/ros2_curri/my_agv_ws/src/agv_bringup/package.xml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&lt;name&gt;agv_bringup&lt;/name&gt;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&lt;buildtool_depend&gt;ament_python&lt;/buildtool_depend&gt;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1/9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&lt;exec_depend&gt;launch&lt;/exec_depend&gt;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1/9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&lt;?xml version="1.0" ?&gt;</a:t>
            </a:r>
            <a:br/>
            <a:r>
              <a:t>&lt;package format="3"&gt;</a:t>
            </a:r>
            <a:br/>
            <a:r>
              <a:t>  &lt;name&gt;agv_bringup&lt;/name&gt;</a:t>
            </a:r>
            <a:br/>
            <a:r>
              <a:t>  &lt;version&gt;0.1.0&lt;/version&gt;</a:t>
            </a:r>
            <a:br/>
            <a:r>
              <a:t>  </a:t>
            </a:r>
            <a:br/>
            <a:r>
              <a:t>  </a:t>
            </a:r>
            <a:br/>
            <a:r>
              <a:t>  &lt;description&gt;One-command launch and parameter files for the educational</a:t>
            </a:r>
            <a:br/>
            <a:r>
              <a:t>    AGV.&lt;/description&gt;</a:t>
            </a:r>
            <a:br/>
            <a:r>
              <a:t>  &lt;maintainer email="student@example.com"&gt;AGV student&lt;/maintainer&gt;</a:t>
            </a:r>
            <a:br/>
            <a:r>
              <a:t>  &lt;license&gt;Apache-2.0&lt;/license&gt;</a:t>
            </a:r>
            <a:br/>
            <a:r>
              <a:t>  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1/9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&lt;buildtool_depend&gt;ament_python&lt;/buildtool_depend&gt;</a:t>
            </a:r>
            <a:br/>
            <a:r>
              <a:t>  &lt;exec_depend&gt;launch&lt;/exec_depend&gt;</a:t>
            </a:r>
            <a:br/>
            <a:r>
              <a:t>  &lt;exec_depend&gt;launch_ros&lt;/exec_depend&gt;</a:t>
            </a:r>
            <a:br/>
            <a:r>
              <a:t>  &lt;exec_depend&gt;agv_description&lt;/exec_depend&gt;</a:t>
            </a:r>
            <a:br/>
            <a:r>
              <a:t>  &lt;exec_depend&gt;agv_gazebo&lt;/exec_depend&gt;</a:t>
            </a:r>
            <a:br/>
            <a:r>
              <a:t>  &lt;exec_depend&gt;agv_control&lt;/exec_depend&gt;</a:t>
            </a:r>
            <a:br/>
            <a:r>
              <a:t>  &lt;exec_depend&gt;agv_sensors&lt;/exec_depend&gt;</a:t>
            </a:r>
            <a:br/>
            <a:r>
              <a:t>  &lt;exec_depend&gt;agv_vision&lt;/exec_depend&gt;</a:t>
            </a:r>
            <a:br/>
            <a:r>
              <a:t>  &lt;exec_depend&gt;agv_mission&lt;/exec_depend&gt;</a:t>
            </a:r>
            <a:br/>
            <a:r>
              <a:t>  &lt;exec_depend&gt;robot_state_publisher&lt;/exec_depend&gt;</a:t>
            </a:r>
            <a:br/>
            <a:r>
              <a:t>  &lt;exec_depend&gt;rviz2&lt;/exec_depend&gt;</a:t>
            </a:r>
            <a:br/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1/9: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1/9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~/ros2_curri/my_agv_ws/src/agv_bringup/package.xml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</a:t>
            </a:r>
            <a:br/>
            <a:r>
              <a:t>  &lt;export&gt;</a:t>
            </a:r>
            <a:br/>
            <a:r>
              <a:t>    &lt;build_type&gt;ament_python&lt;/build_type&gt;</a:t>
            </a:r>
            <a:br/>
            <a:r>
              <a:t>  &lt;/export&gt;</a:t>
            </a:r>
            <a:br/>
            <a:r>
              <a:t>  </a:t>
            </a:r>
            <a:br/>
            <a:br/>
            <a:r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2/9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</a:t>
            </a:r>
            <a:br/>
            <a:r>
              <a:t>nano ~/ros2_curri/my_agv_ws/src/agv_bringup/setup.py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from glob import glob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setup(name=package_name, version='0.1.0',</a:t>
            </a:r>
            <a:br/>
            <a:r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2/9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launch`가 package share 경로에서 설정 파일을 찾습니다.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2/9: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2/9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~/ros2_curri/my_agv_ws/src/agv_bringup/setup.py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from glob import glob</a:t>
            </a:r>
            <a:br/>
            <a:r>
              <a:t>from setuptools import find_packages, setup</a:t>
            </a:r>
            <a:br/>
            <a:r>
              <a:t>package_name = 'agv_bringup'</a:t>
            </a:r>
            <a:br/>
            <a:r>
              <a:t>setup(name=package_name, version='0.1.0', packages=find_packages(exclude=['test']),</a:t>
            </a:r>
            <a:br/>
            <a:r>
              <a:t>    data_files=[('share/ament_index/resource_index/packages',</a:t>
            </a:r>
            <a:br/>
            <a:r>
              <a:t>    ['resource/' + package_name]), ('share/' + package_name, ['package.xml']),</a:t>
            </a:r>
            <a:br/>
            <a:r>
              <a:t>    ('share/' + package_name + '/launch', glob('launch/*.launch.py')),</a:t>
            </a:r>
            <a:br/>
            <a:r>
              <a:t>    ('share/' + package_name + '/config', glob('config/*.yaml'))],</a:t>
            </a:r>
            <a:br/>
            <a:r>
              <a:t>    install_requires=['setuptools'], zip_safe=True, maintainer='AGV student',</a:t>
            </a:r>
            <a:br/>
            <a:r>
              <a:t>    maintainer_email='student@example.com', license='Apache-2.0')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3/9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~/ros2_curri/my_agv_ws/src/agv_bringup/config/robot.yaml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~/ros2_curri/my_agv_ws/src/agv_bringup/config</a:t>
            </a:r>
            <a:br/>
            <a:r>
              <a:t>nano ~/ros2_curri/my_agv_ws/src/agv_bringup/config/robot.yaml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~/ros2_curri/my_agv_ws/src/agv_bringup/config/robot.yaml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robot_state_publisher: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3/9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~/ros2_curri/my_agv_ws/src/agv_bringup/config/robot.yaml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use_sim_time: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3/9: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~/ros2_curri/my_agv_ws/src/agv_bringup/config/robot.yaml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3/9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~/ros2_curri/my_agv_ws/src/agv_bringup/config/robot.yaml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robot_state_publisher:</a:t>
            </a:r>
            <a:br/>
            <a:r>
              <a:t>  ros__parameters:</a:t>
            </a:r>
            <a:br/>
            <a:r>
              <a:t>    use_sim_time: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4/9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~/ros2_curri/my_agv_ws/src/agv_bringup/config/sensors.yaml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센서 처리 노드가 공통으로 사용할 use_sim_time 등 실행 파라미터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~/ros2_curri/my_agv_ws/src/agv_bringup/config</a:t>
            </a:r>
            <a:br/>
            <a:r>
              <a:t>nano ~/ros2_curri/my_agv_ws/src/agv_bringup/config/sensors.yaml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/clock과 use_sim_time=true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~/ros2_curri/my_agv_ws/src/agv_bringup/config/sensors.yaml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lidar_processor: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센서 처리 노드가 공통으로 사용할 use_sim_time 등 실행 파라미터의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launch가 YAML을 넘긴 뒤 ros2 param get으로 확인한다.; /clock과 use_sim_time=true로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4/9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~/ros2_curri/my_agv_ws/src/agv_bringup/config/sensors.yaml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use_sim_time: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센서 처리 노드가 공통으로 사용할 use_sim_time 등 실행 파라미터의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launch가 YAML을 넘긴 뒤 ros2 param get으로 확인한다.; /clock과 use_sim_time=true로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4/9: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~/ros2_curri/my_agv_ws/src/agv_bringup/config/sensors.yaml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4/9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~/ros2_curri/my_agv_ws/src/agv_bringup/config/sensors.yaml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lidar_processor: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front_half_angle_deg: 15.0</a:t>
            </a:r>
            <a:br/>
            <a:r>
              <a:t>imu_monitor:</a:t>
            </a:r>
            <a:br/>
            <a:r>
              <a:t>  ros__parameters:</a:t>
            </a:r>
            <a:br/>
            <a:r>
              <a:t>    use_sim_time: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5/9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~/ros2_curri/my_agv_ws/src/agv_bringup/config</a:t>
            </a:r>
            <a:br/>
            <a:r>
              <a:t>nano ~/ros2_curri/my_agv_ws/src/agv_bringup/config/vision.yaml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yolo_node: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5/9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~/ros2_curri/my_agv_ws/src/agv_bringup/config/vision.yaml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use_sim_time: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5/9: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~/ros2_curri/my_agv_ws/src/agv_bringup/config/vision.yaml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5/9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~/ros2_curri/my_agv_ws/src/agv_bringup/config/vision.yaml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yolo_node: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enable_yolo: false</a:t>
            </a:r>
            <a:br/>
            <a:r>
              <a:t>    enable_red_target_fallback: true</a:t>
            </a:r>
            <a:br/>
            <a:r>
              <a:t>    model_path: yolo11n.pt</a:t>
            </a:r>
            <a:br/>
            <a:r>
              <a:t>    confidence_threshold: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6/9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~/ros2_curri/my_agv_ws/src/agv_bringup/config</a:t>
            </a:r>
            <a:br/>
            <a:r>
              <a:t>nano ~/ros2_curri/my_agv_ws/src/agv_bringup/config/mission.yaml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6/9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mission_manager: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6/9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~/ros2_curri/my_agv_ws/src/agv_bringup/config/mission.yaml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use_sim_time: true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6/9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~/ros2_curri/my_agv_ws/src/agv_bringup/config/mission.yaml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mission_manager: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  <a:br/>
            <a:r>
              <a:t>    search_speed: 0.25</a:t>
            </a:r>
            <a:br/>
            <a:r>
              <a:t>    approach_speed: 0.15</a:t>
            </a:r>
            <a:br/>
            <a:r>
              <a:t>    image_center_x: 320</a:t>
            </a:r>
            <a:br/>
            <a:r>
              <a:t>    target_timeout_sec: 0.70</a:t>
            </a:r>
            <a:br/>
            <a:r>
              <a:t>safety_controller:</a:t>
            </a:r>
            <a:br/>
            <a:r>
              <a:t>  ros__parameters:</a:t>
            </a:r>
            <a:br/>
            <a:r>
              <a:t>    use_sim_time: true</a:t>
            </a:r>
            <a:br/>
            <a:r>
              <a:t>    stop_distance: 0.50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6/9: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~/ros2_curri/my_agv_ws/src/agv_bringup/config/mission.yaml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6/9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~/ros2_curri/my_agv_ws/src/agv_bringup/config/mission.yaml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front_half_angle_deg: 15.0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~/ros2_curri/my_agv_ws/src/agv_control/config/controllers.yaml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실행 시 읽히는 ROS 2 설정값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~/ros2_curri/my_agv_ws/src/agv_control/config</a:t>
            </a:r>
            <a:br/>
            <a:r>
              <a:t>nano ~/ros2_curri/my_agv_ws/src/agv_control/config/controllers.yaml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parameter/topic 출력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~/ros2_curri/my_agv_ws/src/agv_control/config/controllers.yaml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controller_manager: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 코드와 분리한 설정 키와 값을 적습니다.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launch 뒤 parameter/topic 동작에서 이 값의 효과를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ros__parameters: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7/9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~/ros2_curri/my_agv_ws/src/agv_control/config/controllers.yaml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update_rate: 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이 값은 실행 시 읽히는 ROS 2 설정값의 일부입니다.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다음에 launch 실행 뒤 ros2 param/topic 명령으로 확인한다.; terminal의 parameter/topic 출력로 확인합니다.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~/ros2_curri/my_agv_ws/src/agv_control/config/controllers.yaml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controller_manager:</a:t>
            </a:r>
            <a:br/>
            <a:r>
              <a:t>  ros__parameters:</a:t>
            </a:r>
            <a:br/>
            <a:r>
              <a:t>    update_rate: 50</a:t>
            </a:r>
            <a:br/>
            <a:r>
              <a:t>    joint_state_broadcaster:</a:t>
            </a:r>
            <a:br/>
            <a:r>
              <a:t>      type: joint_state_broadcaster/JointStateBroadcaster</a:t>
            </a:r>
            <a:br/>
            <a:r>
              <a:t>    diff_drive_controller:</a:t>
            </a:r>
            <a:br/>
            <a:r>
              <a:t>      type: diff_drive_controller/DiffDriveController</a:t>
            </a:r>
            <a:br/>
            <a:r>
              <a:t>diff_drive_controller:</a:t>
            </a:r>
            <a:br/>
            <a:r>
              <a:t>  ros__parameters:</a:t>
            </a:r>
            <a:br/>
            <a:r>
              <a:t>    left_wheel_names: [left_wheel_joint]</a:t>
            </a:r>
            <a:br/>
            <a:r>
              <a:t>    right_wheel_names: [right_wheel_joint]</a:t>
            </a:r>
            <a:br/>
            <a:r>
              <a:t>    wheel_separation: 0.38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7/9: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~/ros2_curri/my_agv_ws/src/agv_control/config/controllers.yaml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7/9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들여쓰기와 key 이름을 그대로 입력합니다. 설정 이름은 launch·코드가 찾는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~/ros2_curri/my_agv_ws/src/agv_control/config/controllers.yaml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wheel_radius: 0.08</a:t>
            </a:r>
            <a:br/>
            <a:r>
              <a:t>    base_frame_id: base_link</a:t>
            </a:r>
            <a:br/>
            <a:r>
              <a:t>    odom_frame_id: odom</a:t>
            </a:r>
            <a:br/>
            <a:r>
              <a:t>    publish_rate: 50.0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~/ros2_curri/my_agv_ws/src/agv_bringup/launch</a:t>
            </a:r>
            <a:br/>
            <a:r>
              <a:t>nano ~/ros2_curri/my_agv_ws/src/agv_bringup/launch/agv_sim.launch.py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실행 node와 topic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generate_launch_description():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return LaunchDescription([DeclareLaunchArgument('rviz',</a:t>
            </a:r>
            <a:br/>
            <a:r>
              <a:t>default_value='true',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launch가 시작할 모든 node와 설정을 담는 목록을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 한 명령이 여러 구성 요소를 함께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description='Start RViz2'),</a:t>
            </a:r>
            <a:br/>
            <a:r>
              <a:t>DeclareLaunchArgument('autonomy', default_value='true',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실행할 때 바꿀 수 있는 옵션 이름과 기본값을 선언합니다.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 ... 이름:=값`으로 기본 동작을 바꿀 수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8/9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'gazebo.launch.py'))),</a:t>
            </a:r>
            <a:br/>
            <a:r>
              <a:t>Node(package='robot_state_publisher',</a:t>
            </a:r>
            <a:br/>
            <a:r>
              <a:t>executable='robot_state_publisher',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 안에서 시작할 ROS node 하나의 package·실행 이름을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뒤 `ros2 node list`에 이 node가 나타납니다.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parameters=[os.path.join(bringup, 'config', 'robot.yaml'),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YAML/값을 node에 parameter로 전달하는 연결 지점입니다.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파일 값이 node parameter와 실행 결과에 반영됩니다.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입력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8/9 · 입력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  <a:br/>
            <a:r>
              <a:t>from ament_index_python.packages import get_package_share_directory</a:t>
            </a:r>
            <a:br/>
            <a:r>
              <a:t>from launch import LaunchDescription</a:t>
            </a:r>
            <a:br/>
            <a:r>
              <a:t>from launch.actions import DeclareLaunchArgument, IncludeLaunchDescription</a:t>
            </a:r>
            <a:br/>
            <a:r>
              <a:t>from launch.conditions import IfCondition</a:t>
            </a:r>
            <a:br/>
            <a:r>
              <a:t>from launch.launch_description_sources import PythonLaunchDescriptionSource</a:t>
            </a:r>
            <a:br/>
            <a:r>
              <a:t>from launch.substitutions import Command, LaunchConfiguration</a:t>
            </a:r>
            <a:br/>
            <a:r>
              <a:t>from launch_ros.actions import Node</a:t>
            </a:r>
            <a:br/>
            <a:r>
              <a:t>from launch_ros.parameter_descriptions import ParameterValue</a:t>
            </a:r>
            <a:br/>
            <a:br/>
            <a:r>
              <a:t>def generate_launch_description():</a:t>
            </a:r>
            <a:br/>
            <a:r>
              <a:t>    bringup = get_package_share_directory('agv_bringup')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입력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8/9 · 입력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description = get_package_share_directory('agv_description')</a:t>
            </a:r>
            <a:br/>
            <a:r>
              <a:t>    gazebo = get_package_share_directory('agv_gazebo')</a:t>
            </a:r>
            <a:br/>
            <a:r>
              <a:t>    xacro_file = os.path.join(description, 'urdf', 'agv.urdf.xacro')</a:t>
            </a:r>
            <a:br/>
            <a:r>
              <a:t>    robot_description = ParameterValue(Command(['xacro ', xacro_file]), value_type=str)</a:t>
            </a:r>
            <a:br/>
            <a:r>
              <a:t>    return LaunchDescription([DeclareLaunchArgument('rviz', default_value='true',</a:t>
            </a:r>
            <a:br/>
            <a:r>
              <a:t>        description='Start RViz2'), DeclareLaunchArgument('autonomy', default_value='true',</a:t>
            </a:r>
            <a:br/>
            <a:r>
              <a:t>         description='Start mission and safety nodes'),</a:t>
            </a:r>
            <a:br/>
            <a:r>
              <a:t>        IncludeLaunchDescription(PythonLaunchDescriptionSource(os.path.join(gazebo, 'launch',</a:t>
            </a:r>
            <a:br/>
            <a:r>
              <a:t>         'gazebo.launch.py'))), Node(package='robot_state_publisher', executable='robot_state_publisher',</a:t>
            </a:r>
            <a:br/>
            <a:r>
              <a:t>         parameters=[os.path.join(bringup, 'config', 'robot.yaml'),</a:t>
            </a:r>
            <a:br/>
            <a:r>
              <a:t>        {'robot_description': robot_description}]), Node(package='agv_sensors',</a:t>
            </a:r>
            <a:br/>
            <a:r>
              <a:t>        executable='lidar_processor', parameters=[os.path.join(bringup, 'config',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입력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8/9 · 입력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'sensors.yaml')]), Node(package='agv_sensors', executable='imu_monitor',</a:t>
            </a:r>
            <a:br/>
            <a:r>
              <a:t>        parameters=[os.path.join(bringup, 'config', 'sensors.yaml')]), Node(package='agv_sensors',</a:t>
            </a:r>
            <a:br/>
            <a:r>
              <a:t>         executable='odom_path', parameters=[{'use_sim_time': True}]), Node(package='agv_vision',</a:t>
            </a:r>
            <a:br/>
            <a:r>
              <a:t>         executable='yolo_node', parameters=[os.path.join(bringup, 'config',</a:t>
            </a:r>
            <a:br/>
            <a:r>
              <a:t>        'vision.yaml')]), Node(package='agv_mission', executable='mission_manager',</a:t>
            </a:r>
            <a:br/>
            <a:r>
              <a:t>        parameters=[os.path.join(bringup, 'config', 'mission.yaml')],</a:t>
            </a:r>
            <a:br/>
            <a:r>
              <a:t>        condition=IfCondition(LaunchConfiguration('autonomy'))), Node(package='agv_mission',</a:t>
            </a:r>
            <a:br/>
            <a:r>
              <a:t>         executable='mission_markers', parameters=[os.path.join(bringup, 'config',</a:t>
            </a:r>
            <a:br/>
            <a:r>
              <a:t>        'mission.yaml')], condition=IfCondition(LaunchConfiguration('autonomy'))),</a:t>
            </a:r>
            <a:br/>
            <a:r>
              <a:t>        Node(package='agv_control', executable='safety_controller',</a:t>
            </a:r>
            <a:br/>
            <a:r>
              <a:t>        parameters=[os.path.join(bringup, 'config', 'mission.yaml')],</a:t>
            </a:r>
            <a:br/>
            <a:r>
              <a:t>        condition=IfCondition(LaunchConfiguration('autonomy'))), Node(package='rviz2',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3/4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8/9: 코드 입력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~/ros2_curri/my_agv_ws/src/agv_bringup/launch/agv_sim.launch.py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8/9 · 입력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~/ros2_curri/my_agv_ws/src/agv_bringup/launch/agv_sim.launch.py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    executable='rviz2', arguments=['-d', os.path.join(description, 'rviz',</a:t>
            </a:r>
            <a:br/>
            <a:r>
              <a:t>        'agv.rviz')], condition=IfCondition(LaunchConfiguration('rviz')))])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4/4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생성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t>여러 ROS 2 node를 시작 순서대로 조립하는 launch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mkdir -p ~/ros2_curri/my_agv_ws/src/agv_gazebo/launch</a:t>
            </a:r>
            <a:br/>
            <a:r>
              <a:t>nano ~/ros2_curri/my_agv_ws/src/agv_gazebo/launch/gazebo.launch.py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다음 단계의 확인 화면: terminal의 실행 node와 topic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def generate_launch_description():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입력 message가 오거나 timer가 울릴 때 실행할 작은 기능 단위입니다.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이 함수 안의 계산·publish가 실제 node의 반응이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return</a:t>
            </a:r>
            <a:br/>
            <a:r>
              <a:t>LaunchDescription([SetEnvironmentVariable('GZ_SIM_RESOURCE_PATH',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launch가 시작할 모든 node와 설정을 담는 목록을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`ros2 launch` 한 명령이 여러 구성 요소를 함께 시작합니다.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launch_arguments={'gz_args': '-r ' + world}.items()),</a:t>
            </a:r>
            <a:br/>
            <a:r>
              <a:t>Node(package='ros_gz_bridge',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launch 안에서 시작할 ROS node 하나의 package·실행 이름을 지정합니다.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실행 뒤 `ros2 node list`에 이 node가 나타납니다.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코드 해설 9/9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t>executable='parameter_bridge', parameters=[{'config_file':</a:t>
            </a:r>
            <a:br/>
            <a:r>
              <a:t>os.path.join(share,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t>뜻: YAML/값을 node에 parameter로 전달하는 연결 지점입니다.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t>실행에서: 파일 값이 node parameter와 실행 결과에 반영됩니다.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9/9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~/ros2_curri/my_agv_ws/src/agv_gazebo/launch/gazebo.launch.py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import os</a:t>
            </a:r>
            <a:br/>
            <a:r>
              <a:t>from ament_index_python.packages import get_package_share_directory</a:t>
            </a:r>
            <a:br/>
            <a:r>
              <a:t>from launch import LaunchDescription</a:t>
            </a:r>
            <a:br/>
            <a:r>
              <a:t>from launch.actions import IncludeLaunchDescription, SetEnvironmentVariable</a:t>
            </a:r>
            <a:br/>
            <a:r>
              <a:t>from launch.launch_description_sources import PythonLaunchDescriptionSource</a:t>
            </a:r>
            <a:br/>
            <a:r>
              <a:t>from launch_ros.actions import Node</a:t>
            </a:r>
            <a:br/>
            <a:br/>
            <a:r>
              <a:t>def generate_launch_description():</a:t>
            </a:r>
            <a:br/>
            <a:r>
              <a:t>    share = get_package_share_directory('agv_gazebo')</a:t>
            </a:r>
            <a:br/>
            <a:r>
              <a:t>    world = os.path.join(share, 'worlds', 'warehouse.sdf')</a:t>
            </a:r>
            <a:br/>
            <a:r>
              <a:t>    models = os.path.join(share, 'models')</a:t>
            </a:r>
            <a:br/>
            <a:r>
              <a:t>    previous = os.environ.get('GZ_SIM_RESOURCE_PATH', '')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9/9: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~/ros2_curri/my_agv_ws/src/agv_gazebo/launch/gazebo.launch.py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파일 9/9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t>이 블록이 하는 일: launch argument와 Node 구성을 입력합니다. package·executable·parameter 경로가 실제 이름과 같아야 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t>현재 열린 파일: ~/ros2_curri/my_agv_ws/src/agv_gazebo/launch/gazebo.launch.py</a:t>
            </a:r>
            <a:br/>
            <a:r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    gz_launch = os.path.join(get_package_share_directory('ros_gz_sim'), 'launch', 'gz_sim.launch.py')</a:t>
            </a:r>
            <a:br/>
            <a:r>
              <a:t>    return LaunchDescription([SetEnvironmentVariable('GZ_SIM_RESOURCE_PATH',</a:t>
            </a:r>
            <a:br/>
            <a:r>
              <a:t>        models + (':' + previous if previous else '')),</a:t>
            </a:r>
            <a:br/>
            <a:r>
              <a:t>        IncludeLaunchDescription(PythonLaunchDescriptionSource(gz_launch),</a:t>
            </a:r>
            <a:br/>
            <a:r>
              <a:t>        launch_arguments={'gz_args': '-r ' + world}.items()), Node(package='ros_gz_bridge',</a:t>
            </a:r>
            <a:br/>
            <a:r>
              <a:t>         executable='parameter_bridge', parameters=[{'config_file': os.path.join(share,</a:t>
            </a:r>
            <a:br/>
            <a:r>
              <a:t>        'config', 'bridge.yaml')}], output='screen')])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1/3: YAML 책임을 분리한다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robot·sensor·vision·mission·controller 값은 실행 코드와 분리한다.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find ~/ros2_curri/my_agv_ws/src -path '*/config/*.yaml' -type f | sort</a:t>
            </a:r>
            <a:br/>
            <a:r>
              <a:t>ros2 param get /mission_manager stop_distance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2/3: 한 launch로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launch는 Gazebo, TF, processing, mission, safety의 시작 순서를 한 곳에서 관리한다.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source ~/ros2_curri/my_agv_ws/install/setup.bash</a:t>
            </a:r>
            <a:br/>
            <a:r>
              <a:t>ros2 launch agv_bringup agv_sim.launch.py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구현 뒤 실행 3/3: 주행 데이터를 기록한다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t>bag은 simulator 재실행 없이 processing 결과를 비교할 입력 데이터다.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bag record -o ~/agv_bag_01 \</a:t>
            </a:r>
            <a:br/>
            <a:r>
              <a:t>  /scan /imu/data /odom /camera/image_raw</a:t>
            </a:r>
            <a:br/>
            <a:r>
              <a:t># Ctrl-C 뒤: ros2 bag info ~/agv_bag_01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cd ~/ros2_curri/my_agv_ws &amp;&amp; source install/setup.bash</a:t>
            </a:r>
            <a:br/>
            <a:r>
              <a:t>ros2 launch agv_bringup agv_sim.launch.py</a:t>
            </a:r>
            <a:br/>
            <a:r>
              <a:t># 별도 터미널: ros2 bag record -o ~/agv_bag_01 /scan /imu/data /odom /camera/image_raw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t>한 launch 명령·YAML parameter·rosbag record/replay 명령을 설명하고 확인한다.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pic>
        <p:nvPicPr>
          <p:cNvPr id="6" name="Picture 5" descr="validation_term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33" y="1353312"/>
            <a:ext cx="647868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t>ros2 launch agv_bringup agv_sim.launch.py --show-args</a:t>
            </a:r>
            <a:br/>
            <a:r>
              <a:t>ros2 node list</a:t>
            </a:r>
            <a:br/>
            <a:r>
              <a:t>ros2 param get /mission_manager stop_distance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t>완료 체크</a:t>
            </a:r>
            <a:br/>
            <a:r>
              <a:t>□ 명령이 오류 없이 실행된다.</a:t>
            </a:r>
            <a:br/>
            <a:r>
              <a:t>□ 기대한 파일·topic·frame·parameter 이름이 보인다.</a:t>
            </a:r>
            <a:br/>
            <a:r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t>완료 조건: 한 launch 명령·YAML parameter·rosbag record/replay 명령을 설명하고 확인한다.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1: 일부 노드 시작 실패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launch 순서·spawn 준비·package path를 확인한다.</a:t>
            </a:r>
            <a:br/>
            <a:r>
              <a:t>수정 후: ros2 launch agv_bringup agv_sim.launch.py --show-args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t>증상 2: YAML 값이 적용 안 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t>우선 확인: node name/namespace와 parameter key를 확인한다.</a:t>
            </a:r>
            <a:br/>
            <a:r>
              <a:t>수정 후: ros2 launch agv_bringup agv_sim.launch.py --show-args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t>cd ~/ros2_curri</a:t>
            </a:r>
            <a:br/>
            <a:r>
              <a:t>diff -ru my_agv_ws/src blocks/F_integration/M21_launch_yaml_rosbag/complete/agv_ws/src || true</a:t>
            </a:r>
            <a:br/>
            <a:r>
              <a:t>cp -a my_agv_ws/src my_agv_ws/src_before_M21</a:t>
            </a:r>
            <a:br/>
            <a:r>
              <a:t>cp -a blocks/F_integration/M21_launch_yaml_rosbag/complete/agv_ws/src/. my_agv_ws/src/</a:t>
            </a:r>
            <a:br/>
            <a:r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t>mission.yaml stop_distance를 0.50→0.70으로 바꾼 뒤 재실행하고 ros2 param get으로 적용값을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rosbag2 재생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기록 종료 뒤 `ros2 bag info ~/agv_bag_01`로 topic과 duration을 먼저 확인한다.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Gazebo가 없는 terminal에서 processing node를 source·실행한다.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`ros2 bag play ~/agv_bag_01 --clock`으로 sensor 입력을 다시 공급한다.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use_sim_time=true 노드는 /clock을 받아 같은 시간축을 사용한다.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증상별 디버깅 도구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통합 단계에서 놓치기 쉬운 실행·운영 조건을 정리합니다.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통합 보강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" y="1691640"/>
            <a:ext cx="10972800" cy="4434840"/>
          </a:xfrm>
          <a:prstGeom prst="roundRect">
            <a:avLst/>
          </a:prstGeom>
          <a:solidFill>
            <a:srgbClr val="F4F7FB"/>
          </a:solidFill>
          <a:ln>
            <a:solidFill>
              <a:srgbClr val="D2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10332720" cy="3749039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node 미실행: ros2 node list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topic/타입/QoS: ros2 topic info --verbose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parameter: ros2 param get/list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frame: tf2_tools view_frames와 RViz2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t>• 시뮬레이터: Gazebo GUI와 bridge log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완료 화면: 한 launch 명령·YAML parameter·rosbag record/replay 명령을 설명하고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막혔을 때 비교할 Complete: blocks/F_integration/M21_launch_yaml_rosbag/complete/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t>• □ 다음 시작 조건: M22 final 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ROS 2 Jazzy · Gazebo Harmonic · M21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