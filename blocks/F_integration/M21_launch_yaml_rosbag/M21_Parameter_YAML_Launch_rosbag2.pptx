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~/ros2_curri/my_agv_ws/src/agv_bringup/config/robot.yaml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~/ros2_curri/my_agv_ws/src/agv_bringup/config/robot.yaml의 1/1 구현 블록을 직접 입력한다.</a:t>
            </a:r>
          </a:p>
          <a:p>
            <a:r>
              <a:t>[실행] nano ~/ros2_curri/my_agv_ws/src/agv_bringup/config/robot.yaml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~/ros2_curri/my_agv_ws/src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blocks/F_integration/M21_launch_yaml_rosbag/complete/agv_ws/src || true</a:t>
            </a:r>
          </a:p>
          <a:p>
            <a:r>
              <a:t>cp -a my_agv_ws/src my_agv_ws/src_before_M21</a:t>
            </a:r>
          </a:p>
          <a:p>
            <a:r>
              <a:t>cp -a blocks/F_integration/M21_launch_yaml_rosbag/complete/agv_ws/src/.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  <a:br/>
            <a:r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M20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launch로 World와 AGV를 함께 실행한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agv_bringup/package.xml</a:t>
            </a:r>
            <a:br/>
            <a:r>
              <a:t>└── agv_bringup/setup.py</a:t>
            </a:r>
            <a:br/>
            <a:r>
              <a:t>└── agv_bringup/config/robot.yaml</a:t>
            </a:r>
            <a:br/>
            <a:r>
              <a:t>└── agv_bringup/config/sensors.yaml</a:t>
            </a:r>
            <a:br/>
            <a:r>
              <a:t>└── agv_bringup/config/vision.yaml</a:t>
            </a:r>
            <a:br/>
            <a:r>
              <a:t>└── agv_bringup/config/mission.yaml</a:t>
            </a:r>
            <a:br/>
            <a:r>
              <a:t>└── agv_control/config/controllers.yaml</a:t>
            </a:r>
            <a:br/>
            <a:r>
              <a:t>└── agv_bringup/launch/agv_sim.launch.py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&lt;name&gt;agv_bringup&lt;/name&gt;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&lt;description&gt;One-command launch and parameter files for the educational</a:t>
            </a:r>
            <a:br/>
            <a:r>
              <a:t>   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&lt;exec_depend&gt;agv_description&lt;/exec_depend&gt;</a:t>
            </a:r>
            <a:br/>
            <a:r>
              <a:t>  &lt;exec_depend&gt;agv_gazebo&lt;/exec_depend&gt;</a:t>
            </a:r>
            <a:br/>
            <a:r>
              <a:t>  &lt;exec_depend&gt;agv_control&lt;/exec_depend&gt;</a:t>
            </a:r>
            <a:br/>
            <a:r>
              <a:t>  &lt;exec_depend&gt;agv_sensors&lt;/exec_depend&gt;</a:t>
            </a:r>
            <a:br/>
            <a:r>
              <a:t>  &lt;exec_depend&gt;agv_vision&lt;/exec_depend&gt;</a:t>
            </a:r>
            <a:br/>
            <a:r>
              <a:t>  &lt;exec_depend&gt;agv_mission&lt;/exec_depend&gt;</a:t>
            </a:r>
            <a:br/>
            <a:r>
              <a:t>  &lt;exec_depend&gt;robot_state_publisher&lt;/exec_depend&gt;</a:t>
            </a:r>
            <a:br/>
            <a:r>
              <a:t>  &lt;exec_depend&gt;rviz2&lt;/exec_depend&gt;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'agv_bringup'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'/config', glob('config/*.yaml'))],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~/ros2_curri/my_agv_ws/src/agv_bringup/config/robot.yaml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~/ros2_curri/my_agv_ws/src/agv_bringup/config/robot.yaml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~/ros2_curri/my_agv_ws/src/agv_bringup/config/sensors.yaml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~/ros2_curri/my_agv_ws/src/agv_bringup/config/vision.yaml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~/ros2_curri/my_agv_ws/src/agv_control/config</a:t>
            </a:r>
            <a:br/>
            <a:r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~/ros2_curri/my_agv_ws/src/agv_bringup/launch</a:t>
            </a:r>
            <a:br/>
            <a:r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~/ros2_curri/my_agv_ws/src -path '*/config/*.yaml' -type f | sort</a:t>
            </a:r>
            <a:br/>
            <a:r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~/agv_bag_01 \</a:t>
            </a:r>
            <a:br/>
            <a:r>
              <a:t>  /scan /imu/data /odom /camera/image_raw</a:t>
            </a:r>
            <a:br/>
            <a:r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launch agv_bringup agv_sim.launch.py</a:t>
            </a:r>
            <a:br/>
            <a:r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순서·spawn 준비·package path를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node name/namespace와 parameter key를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blocks/F_integration/M21_launch_yaml_rosbag/complete/agv_ws/src || true</a:t>
            </a:r>
            <a:br/>
            <a:r>
              <a:t>cp -a my_agv_ws/src my_agv_ws/src_before_M21</a:t>
            </a:r>
            <a:br/>
            <a:r>
              <a:t>cp -a blocks/F_integration/M21_launch_yaml_rosbag/complete/agv_ws/src/.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시뮬레이터: Gazebo GUI와 bridge log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