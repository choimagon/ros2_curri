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이전=M20 controller, 다음=M22 final mission을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robot·sensor·vision·mission·controller 값은 실행 코드와 분리한다.</a:t>
            </a:r>
          </a:p>
          <a:p>
            <a:r>
              <a:t>[실행] find ~/ros2_curri/agv_ws/src -path '*/config/*.yaml' -type f | sort</a:t>
            </a:r>
          </a:p>
          <a:p>
            <a:r>
              <a:t>ros2 param get /mission_manager stop_distance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launch는 Gazebo, TF, processing, mission, safety의 시작 순서를 한 곳에서 관리한다.</a:t>
            </a:r>
          </a:p>
          <a:p>
            <a:r>
              <a:t>[실행] source ~/ros2_curri/agv_ws/install/setup.bash</a:t>
            </a:r>
          </a:p>
          <a:p>
            <a:r>
              <a:t>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bag은 simulator 재실행 없이 processing 결과를 비교할 입력 데이터다.</a:t>
            </a:r>
          </a:p>
          <a:p>
            <a:r>
              <a:t>[실행] ros2 bag record -o ~/agv_bag_01 \</a:t>
            </a:r>
          </a:p>
          <a:p>
            <a:r>
              <a:t>  /scan /imu/data /odom /camera/image_raw</a:t>
            </a:r>
          </a:p>
          <a:p>
            <a:r>
              <a:t># Ctrl-C 뒤: ros2 bag info ~/agv_bag_01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~/ros2_curri/agv_ws/src/agv_bringup/config/robot.yaml의 전체 파일을 1/1 구간으로 작성한다.</a:t>
            </a:r>
          </a:p>
          <a:p>
            <a:r>
              <a:t>[실행] nano ~/ros2_curri/agv_ws/src/agv_bringup/config/robot.yaml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~/ros2_curri/agv_ws/src/agv_bringup/config/sensors.yaml의 전체 파일을 1/1 구간으로 작성한다.</a:t>
            </a:r>
          </a:p>
          <a:p>
            <a:r>
              <a:t>[실행] nano ~/ros2_curri/agv_ws/src/agv_bringup/config/sensors.yaml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~/ros2_curri/agv_ws/src/agv_bringup/config/vision.yaml의 전체 파일을 1/1 구간으로 작성한다.</a:t>
            </a:r>
          </a:p>
          <a:p>
            <a:r>
              <a:t>[실행] nano ~/ros2_curri/agv_ws/src/agv_bringup/config/vision.yaml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1/2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2/2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~/ros2_curri/agv_ws/src/agv_control/config/controllers.yaml의 전체 파일을 1/2 구간으로 작성한다.</a:t>
            </a:r>
          </a:p>
          <a:p>
            <a:r>
              <a:t>[실행] nano ~/ros2_curri/agv_ws/src/agv_control/config/controllers.yaml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~/ros2_curri/agv_ws/src/agv_control/config/controllers.yaml의 전체 파일을 2/2 구간으로 작성한다.</a:t>
            </a:r>
          </a:p>
          <a:p>
            <a:r>
              <a:t>[실행] nano ~/ros2_curri/agv_ws/src/agv_control/config/controllers.yaml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1/4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2/4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3/4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4/4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~/ros2_curri/agv_ws/src/agv_gazebo/launch/gazebo.launch.py의 전체 파일을 1/2 구간으로 작성한다.</a:t>
            </a:r>
          </a:p>
          <a:p>
            <a:r>
              <a:t>[실행] nano ~/ros2_curri/agv_ws/src/agv_gazebo/launch/gazebo.launch.py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~/ros2_curri/agv_ws/src/agv_gazebo/launch/gazebo.launch.py의 전체 파일을 2/2 구간으로 작성한다.</a:t>
            </a:r>
          </a:p>
          <a:p>
            <a:r>
              <a:t>[실행] nano ~/ros2_curri/agv_ws/src/agv_gazebo/launch/gazebo.launch.py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 &amp;&amp; source install/setup.bash</a:t>
            </a:r>
          </a:p>
          <a:p>
            <a:r>
              <a:t>ros2 launch agv_bringup agv_sim.launch.py</a:t>
            </a:r>
          </a:p>
          <a:p>
            <a:r>
              <a:t># 별도 터미널: ros2 bag record -o ~/agv_bag_01 /scan /imu/data /odom /camera/image_raw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param get /mission_manager stop_distance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rosbag2 재생 절차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증상별 디버깅 도구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M22 final mission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M21 · Block F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Parameter, YAML, Launch, rosbag2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한 launch 명령·YAML parameter·rosbag record/replay 명령을 설명하고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M20 controller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M21</a:t>
            </a:r>
            <a:br/>
            <a:r>
              <a:t>Parameter, YAML, Launch, rosbag2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M22 final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M20까지 각 노드를 수동 터미널에서 실행할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M20 controller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흩어진 숫자와 수동 실행을 YAML·Launch·rosbag2로 재현 가능한 실행으로 묶는다.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한 launch 명령·YAML parameter·rosbag record/replay 명령을 설명하고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YAML config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agv_sim.launch.py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nodes + Gazebo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rosbag2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agv_bringup/config/robot.yaml</a:t>
            </a:r>
            <a:br/>
            <a:r>
              <a:t>└── agv_bringup/config/sensors.yaml</a:t>
            </a:r>
            <a:br/>
            <a:r>
              <a:t>└── agv_bringup/config/vision.yaml</a:t>
            </a:r>
            <a:br/>
            <a:r>
              <a:t>└── agv_bringup/config/mission.yaml</a:t>
            </a:r>
            <a:br/>
            <a:r>
              <a:t>└── agv_control/config/controllers.yaml</a:t>
            </a:r>
            <a:br/>
            <a:r>
              <a:t>└── agv_bringup/launch/agv_sim.launch.py</a:t>
            </a:r>
            <a:br/>
            <a:r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~/ros2_curri/agv_ws/src/agv_bringup/config/robot.yaml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~/ros2_curri/agv_ws/src/agv_bringup/config/sensors.yaml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센서 처리 노드가 공통으로 사용할 use_sim_time 등 실행 파라미터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노드 이름 아래 parameter와 값의 단위를 확인한다.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launch가 YAML을 넘긴 뒤 ros2 param get으로 확인한다.</a:t>
            </a:r>
            <a:br/>
            <a:r>
              <a:t>화면/출력: /clock과 use_sim_time=true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~/ros2_curri/agv_ws/src/agv_bringup/launch/agv_sim.launch.py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YAML 책임을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robot·sensor·vision·mission·controller 값은 실행 코드와 분리한다.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find ~/ros2_curri/agv_ws/src -path '*/config/*.yaml' -type f | sort</a:t>
            </a:r>
            <a:br/>
            <a:r>
              <a:t>ros2 param get /mission_manager stop_distance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한 launch로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launch는 Gazebo, TF, processing, mission, safety의 시작 순서를 한 곳에서 관리한다.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~/ros2_curri/agv_ws/install/setup.bash</a:t>
            </a:r>
            <a:br/>
            <a:r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주행 데이터를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bag은 simulator 재실행 없이 processing 결과를 비교할 입력 데이터다.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bag record -o ~/agv_bag_01 \</a:t>
            </a:r>
            <a:br/>
            <a:r>
              <a:t>  /scan /imu/data /odom /camera/image_raw</a:t>
            </a:r>
            <a:br/>
            <a:r>
              <a:t># Ctrl-C 뒤: ros2 bag info ~/agv_bag_01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~/ros2_curri/agv_ws/src/agv_bringup/config/robot.yaml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~/ros2_curri/agv_ws/src/agv_bringup/config/robot.yaml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robot_state_publisher:</a:t>
            </a:r>
            <a:br/>
            <a:r>
              <a:t>  ros__parameters:</a:t>
            </a:r>
            <a:br/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~/ros2_curri/agv_ws/src/agv_bringup/config/sensors.yaml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lidar_processor: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front_half_angle_deg: 15.0</a:t>
            </a:r>
            <a:br/>
            <a:r>
              <a:t>imu_monitor:</a:t>
            </a:r>
            <a:br/>
            <a:r>
              <a:t>  ros__parameters:</a:t>
            </a:r>
            <a:br/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~/ros2_curri/agv_ws/src/agv_bringup/config/vision.yaml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yolo_node: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enable_yolo: false</a:t>
            </a:r>
            <a:br/>
            <a:r>
              <a:t>    enable_red_target_fallback: true</a:t>
            </a:r>
            <a:br/>
            <a:r>
              <a:t>    model_path: yolo11n.pt</a:t>
            </a:r>
            <a:br/>
            <a:r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~/ros2_curri/agv_ws/src/agv_control/config</a:t>
            </a:r>
            <a:br/>
            <a:r>
              <a:t>파일 열기: nano ~/ros2_curri/agv_ws/src/agv_control/config/controllers.yaml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controller_manager:</a:t>
            </a:r>
            <a:br/>
            <a:r>
              <a:t>  ros__parameters:</a:t>
            </a:r>
            <a:br/>
            <a:r>
              <a:t>    update_rate: 50</a:t>
            </a:r>
            <a:br/>
            <a:r>
              <a:t>    joint_state_broadcaster:</a:t>
            </a:r>
            <a:br/>
            <a:r>
              <a:t>      type: joint_state_broadcaster/JointStateBroadcaster</a:t>
            </a:r>
            <a:br/>
            <a:r>
              <a:t>    diff_drive_controller:</a:t>
            </a:r>
            <a:br/>
            <a:r>
              <a:t>      type: diff_drive_controller/DiffDriveController</a:t>
            </a:r>
            <a:br/>
            <a:r>
              <a:t>diff_drive_controller:</a:t>
            </a:r>
            <a:br/>
            <a:r>
              <a:t>  ros__parameters:</a:t>
            </a:r>
            <a:br/>
            <a:r>
              <a:t>    left_wheel_names: [left_wheel_joint]</a:t>
            </a:r>
            <a:br/>
            <a:r>
              <a:t>    right_wheel_names: [right_wheel_joint]</a:t>
            </a:r>
            <a:br/>
            <a:r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~/ros2_curri/agv_ws/src/agv_control/config</a:t>
            </a:r>
            <a:br/>
            <a:r>
              <a:t>파일 열기: nano ~/ros2_curri/agv_ws/src/agv_control/config/controllers.yaml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wheel_radius: 0.08</a:t>
            </a:r>
            <a:br/>
            <a:r>
              <a:t>    base_frame_id: base_link</a:t>
            </a:r>
            <a:br/>
            <a:r>
              <a:t>    odom_frame_id: odom</a:t>
            </a:r>
            <a:br/>
            <a:r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~/ros2_curri/agv_ws/src/agv_bringup/launch</a:t>
            </a:r>
            <a:br/>
            <a:r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DeclareLaunchArgument, IncludeLaunchDescription</a:t>
            </a:r>
            <a:br/>
            <a:r>
              <a:t>from launch.conditions import IfCondition</a:t>
            </a:r>
            <a:br/>
            <a:r>
              <a:t>from launch.launch_description_sources import PythonLaunchDescriptionSource</a:t>
            </a:r>
            <a:br/>
            <a:r>
              <a:t>from launch.substitutions import Command, LaunchConfiguration</a:t>
            </a:r>
            <a:br/>
            <a:r>
              <a:t>from launch_ros.actions import Node</a:t>
            </a:r>
            <a:br/>
            <a:r>
              <a:t>from launch_ros.parameter_descriptions import ParameterValue</a:t>
            </a:r>
            <a:br/>
            <a:br/>
            <a:r>
              <a:t>def generate_launch_description():</a:t>
            </a:r>
            <a:br/>
            <a:r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~/ros2_curri/agv_ws/src/agv_bringup/launch</a:t>
            </a:r>
            <a:br/>
            <a:r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description = get_package_share_directory('agv_description')</a:t>
            </a:r>
            <a:br/>
            <a:r>
              <a:t>    gazebo = get_package_share_directory('agv_gazebo')</a:t>
            </a:r>
            <a:br/>
            <a:r>
              <a:t>    xacro_file = os.path.join(description, 'urdf', 'agv.urdf.xacro')</a:t>
            </a:r>
            <a:br/>
            <a:r>
              <a:t>    robot_description = ParameterValue(Command(['xacro ', xacro_file]), value_type=str)</a:t>
            </a:r>
            <a:br/>
            <a:r>
              <a:t>    return LaunchDescription([DeclareLaunchArgument('rviz', default_value='true',</a:t>
            </a:r>
            <a:br/>
            <a:r>
              <a:t>        description='Start RViz2'), DeclareLaunchArgument('autonomy', default_value='true',</a:t>
            </a:r>
            <a:br/>
            <a:r>
              <a:t>         description='Start mission and safety nodes'),</a:t>
            </a:r>
            <a:br/>
            <a:r>
              <a:t>        IncludeLaunchDescription(PythonLaunchDescriptionSource(os.path.join(gazebo, 'launch',</a:t>
            </a:r>
            <a:br/>
            <a:r>
              <a:t>         'gazebo.launch.py'))), Node(package='robot_state_publisher', executable='robot_state_publisher',</a:t>
            </a:r>
            <a:br/>
            <a:r>
              <a:t>         parameters=[os.path.join(bringup, 'config', 'robot.yaml'),</a:t>
            </a:r>
            <a:br/>
            <a:r>
              <a:t>        {'robot_description': robot_description}]), Node(package='agv_sensors',</a:t>
            </a:r>
            <a:br/>
            <a:r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~/ros2_curri/agv_ws/src/agv_bringup/launch</a:t>
            </a:r>
            <a:br/>
            <a:r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'sensors.yaml')]), Node(package='agv_sensors', executable='imu_monitor',</a:t>
            </a:r>
            <a:br/>
            <a:r>
              <a:t>        parameters=[os.path.join(bringup, 'config', 'sensors.yaml')]), Node(package='agv_sensors',</a:t>
            </a:r>
            <a:br/>
            <a:r>
              <a:t>         executable='odom_path', parameters=[{'use_sim_time': True}]), Node(package='agv_vision',</a:t>
            </a:r>
            <a:br/>
            <a:r>
              <a:t>         executable='yolo_node', parameters=[os.path.join(bringup, 'config',</a:t>
            </a:r>
            <a:br/>
            <a:r>
              <a:t>        'vision.yaml')]), Node(package='agv_mission', executable='mission_manager',</a:t>
            </a:r>
            <a:br/>
            <a:r>
              <a:t>        parameters=[os.path.join(bringup, 'config', 'mission.yaml')],</a:t>
            </a:r>
            <a:br/>
            <a:r>
              <a:t>        condition=IfCondition(LaunchConfiguration('autonomy'))), Node(package='agv_mission',</a:t>
            </a:r>
            <a:br/>
            <a:r>
              <a:t>         executable='mission_markers', parameters=[os.path.join(bringup, 'config',</a:t>
            </a:r>
            <a:br/>
            <a:r>
              <a:t>        'mission.yaml')], condition=IfCondition(LaunchConfiguration('autonomy'))),</a:t>
            </a:r>
            <a:br/>
            <a:r>
              <a:t>        Node(package='agv_control', executable='safety_controller',</a:t>
            </a:r>
            <a:br/>
            <a:r>
              <a:t>        parameters=[os.path.join(bringup, 'config', 'mission.yaml')],</a:t>
            </a:r>
            <a:br/>
            <a:r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~/ros2_curri/agv_ws/src/agv_bringup/launch</a:t>
            </a:r>
            <a:br/>
            <a:r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executable='rviz2', arguments=['-d', os.path.join(description, 'rviz',</a:t>
            </a:r>
            <a:br/>
            <a:r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15/17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~/ros2_curri/agv_ws/src/agv_gazebo/launch</a:t>
            </a:r>
            <a:br/>
            <a:r>
              <a:t>파일 열기: nano ~/ros2_curri/agv_ws/src/agv_gazebo/launch/gazebo.launch.py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IncludeLaunchDescription, SetEnvironmentVariable</a:t>
            </a:r>
            <a:br/>
            <a:r>
              <a:t>from launch.launch_description_sources import PythonLaunchDescriptionSource</a:t>
            </a:r>
            <a:br/>
            <a:r>
              <a:t>from launch_ros.actions import Node</a:t>
            </a:r>
            <a:br/>
            <a:br/>
            <a:r>
              <a:t>def generate_launch_description():</a:t>
            </a:r>
            <a:br/>
            <a:r>
              <a:t>    share = get_package_share_directory('agv_gazebo')</a:t>
            </a:r>
            <a:br/>
            <a:r>
              <a:t>    world = os.path.join(share, 'worlds', 'warehouse.sdf')</a:t>
            </a:r>
            <a:br/>
            <a:r>
              <a:t>    models = os.path.join(share, 'models')</a:t>
            </a:r>
            <a:br/>
            <a:r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16/17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~/ros2_curri/agv_ws/src/agv_gazebo/launch</a:t>
            </a:r>
            <a:br/>
            <a:r>
              <a:t>파일 열기: nano ~/ros2_curri/agv_ws/src/agv_gazebo/launch/gazebo.launch.py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gz_launch = os.path.join(get_package_share_directory('ros_gz_sim'), 'launch', 'gz_sim.launch.py')</a:t>
            </a:r>
            <a:br/>
            <a:r>
              <a:t>    return LaunchDescription([SetEnvironmentVariable('GZ_SIM_RESOURCE_PATH',</a:t>
            </a:r>
            <a:br/>
            <a:r>
              <a:t>        models + (':' + previous if previous else '')),</a:t>
            </a:r>
            <a:br/>
            <a:r>
              <a:t>        IncludeLaunchDescription(PythonLaunchDescriptionSource(gz_launch),</a:t>
            </a:r>
            <a:br/>
            <a:r>
              <a:t>        launch_arguments={'gz_args': '-r ' + world}.items()), Node(package='ros_gz_bridge',</a:t>
            </a:r>
            <a:br/>
            <a:r>
              <a:t>         executable='parameter_bridge', parameters=[{'config_file': os.path.join(share,</a:t>
            </a:r>
            <a:br/>
            <a:r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 &amp;&amp; source install/setup.bash</a:t>
            </a:r>
            <a:br/>
            <a:r>
              <a:t>ros2 launch agv_bringup agv_sim.launch.py</a:t>
            </a:r>
            <a:br/>
            <a:r>
              <a:t># 별도 터미널: ros2 bag record -o ~/agv_bag_01 /scan /imu/data /odom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Gazebo Sim: launch로 World와 AGV를 함께 실행한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gazebo_f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884" y="1353312"/>
            <a:ext cx="568118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--show-args</a:t>
            </a:r>
            <a:br/>
            <a:r>
              <a:t>ros2 node list</a:t>
            </a:r>
            <a:br/>
            <a:r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일부 노드 시작 실패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 순서·spawn 준비·package path를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YAML 값이 적용 안 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node name/namespace와 parameter key를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mission.yaml stop_distance를 0.50→0.70으로 바꾼 뒤 재실행하고 ros2 param get으로 적용값을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rosbag2 재생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기록 종료 뒤 `ros2 bag info ~/agv_bag_01`로 topic과 duration을 먼저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Gazebo가 없는 terminal에서 processing node를 source·실행한다.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`ros2 bag play ~/agv_bag_01 --clock`으로 sensor 입력을 다시 공급한다.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use_sim_time=true 노드는 /clock을 받아 같은 시간축을 사용한다.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증상별 디버깅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node 미실행: ros2 node 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topic/타입/QoS: ros2 topic info --verbose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parameter: ros2 param get/list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frame: tf2_tools view_frames와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시뮬레이터: Gazebo GUI와 bridge log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한 launch 명령·YAML parameter·rosbag record/replay 명령을 설명하고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blocks/F_integration/M21_launch_yaml_rosbag/complete/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M22 final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