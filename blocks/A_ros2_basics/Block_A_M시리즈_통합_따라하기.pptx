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노드가 Topic으로 메시지를 주고받는 구조를 직접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이전=과정 시작, 다음=M02 workspace 생성을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여러 ROS 2 노드가 Topic으로 메시지를 주고받는 구조를 직접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새 터미널은 ROS 명령을 아직 모른다.</a:t>
            </a:r>
          </a:p>
          <a:p>
            <a:r>
              <a:t>[실행] source /opt/ros/jazzy/setup.bash</a:t>
            </a:r>
          </a:p>
          <a:p>
            <a:r>
              <a:t>ros2 --help | head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Publisher와 Subscriber는 동시에 살아 있어야 한다.</a:t>
            </a:r>
          </a:p>
          <a:p>
            <a:r>
              <a:t>[실행] # 터미널 1</a:t>
            </a:r>
          </a:p>
          <a:p>
            <a:r>
              <a:t>ros2 run demo_nodes_cpp talker</a:t>
            </a:r>
          </a:p>
          <a:p/>
          <a:p>
            <a:r>
              <a:t># 새 터미널 2</a:t>
            </a:r>
          </a:p>
          <a:p>
            <a:r>
              <a:t>source /opt/ros/jazzy/setup.bash</a:t>
            </a:r>
          </a:p>
          <a:p>
            <a:r>
              <a:t>ros2 run demo_nodes_py listener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 밖에서도 이름·타입·연결 수를 확인할 수 있다.</a:t>
            </a:r>
          </a:p>
          <a:p>
            <a:r>
              <a:t>[실행] ros2 node list</a:t>
            </a:r>
          </a:p>
          <a:p>
            <a:r>
              <a:t>ros2 topic list</a:t>
            </a:r>
          </a:p>
          <a:p>
            <a:r>
              <a:t>ros2 topic info /chatter</a:t>
            </a:r>
          </a:p>
          <a:p>
            <a:r>
              <a:t>ros2 topic echo /chatter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/opt/ros/jazzy/setup.bash</a:t>
            </a:r>
          </a:p>
          <a:p>
            <a:r>
              <a:t>ros2 run demo_nodes_cpp talker</a:t>
            </a:r>
          </a:p>
          <a:p>
            <a:r>
              <a:t># 새 터미널: ros2 run demo_nodes_py listener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node list</a:t>
            </a:r>
          </a:p>
          <a:p>
            <a:r>
              <a:t>ros2 topic info /chatter</a:t>
            </a:r>
          </a:p>
          <a:p>
            <a:r>
              <a:t>ros2 topic echo /chatter --once</a:t>
            </a:r>
          </a:p>
          <a:p>
            <a:r>
              <a:t>[확인] talker/listener와 node·topic·echo·info 명령으로 연결을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M02 workspace 생성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~/ros2_curri/my_agv_ws를 만들고 Python ament_python과 C++ ament_cmake 패키지를 빌드한다.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이전=M01 ROS 2 source, 다음=M03 Python Pub/Sub을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~/ros2_curri/my_agv_ws를 만들고 Python ament_python과 C++ ament_cmake 패키지를 빌드한다.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먼저 colcon이 찾을 빈 package를 만든 뒤, 다음 슬라이드에서 생성된 파일을 직접 바꿉니다.</a:t>
            </a:r>
          </a:p>
          <a:p>
            <a:r>
              <a:t>[실행] mkdir -p ~/ros2_curri/my_agv_ws/src</a:t>
            </a:r>
          </a:p>
          <a:p>
            <a:r>
              <a:t>cd ~/ros2_curri/my_agv_ws/src</a:t>
            </a:r>
          </a:p>
          <a:p>
            <a:r>
              <a:t>ros2 pkg create --build-type ament_python --dependencies rclpy std_msgs geometry_msgs agv_control</a:t>
            </a:r>
          </a:p>
          <a:p>
            <a:r>
              <a:t>ros2 pkg create --build-type ament_cmake --dependencies rclcpp std_msgs agv_cpp_examples</a:t>
            </a:r>
          </a:p>
          <a:p>
            <a:r>
              <a:t>[확인] src 아래에 새 package 폴더와 package.xml이 생성되었는지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package의 이름·의존성·빌드 도구를 선언하는 manifest</a:t>
            </a:r>
          </a:p>
          <a:p>
            <a:r>
              <a:t>[실행] mkdir -p ~/ros2_curri/my_agv_ws/src/agv_control</a:t>
            </a:r>
          </a:p>
          <a:p>
            <a:r>
              <a:t>nano ~/ros2_curri/my_agv_ws/src/agv_control/package.xml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~/ros2_curri/my_agv_ws/src/agv_control/package.xml의 1/3 구현 블록을 직접 입력한다.</a:t>
            </a:r>
          </a:p>
          <a:p>
            <a:r>
              <a:t>[실행] nano ~/ros2_curri/my_agv_ws/src/agv_control/package.xml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~/ros2_curri/my_agv_ws/src/agv_control/package.xml의 2/3 구현 블록을 직접 입력한다.</a:t>
            </a:r>
          </a:p>
          <a:p>
            <a:r>
              <a:t>[실행] nano ~/ros2_curri/my_agv_ws/src/agv_control/package.xml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~/ros2_curri/my_agv_ws/src/agv_control/package.xml의 3/3 구현 블록을 직접 입력한다.</a:t>
            </a:r>
          </a:p>
          <a:p>
            <a:r>
              <a:t>[실행] nano ~/ros2_curri/my_agv_ws/src/agv_control/package.xml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~/ros2_curri/my_agv_ws/src/agv_control</a:t>
            </a:r>
          </a:p>
          <a:p>
            <a:r>
              <a:t>nano ~/ros2_curri/my_agv_ws/src/agv_control/setup.py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~/ros2_curri/my_agv_ws/src/agv_control/setup.py의 1/1 구현 블록을 직접 입력한다.</a:t>
            </a:r>
          </a:p>
          <a:p>
            <a:r>
              <a:t>[실행] nano ~/ros2_curri/my_agv_ws/src/agv_control/setup.py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C++ 또는 interface package를 빌드·install하는 CMake 규칙</a:t>
            </a:r>
          </a:p>
          <a:p>
            <a:r>
              <a:t>[실행] mkdir -p ~/ros2_curri/my_agv_ws/src/agv_cpp_examples</a:t>
            </a:r>
          </a:p>
          <a:p>
            <a:r>
              <a:t>nano ~/ros2_curri/my_agv_ws/src/agv_cpp_examples/CMakeLists.txt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~/ros2_curri/my_agv_ws/src/agv_cpp_examples/CMakeLists.txt의 1/2 구현 블록을 직접 입력한다.</a:t>
            </a:r>
          </a:p>
          <a:p>
            <a:r>
              <a:t>[실행] nano ~/ros2_curri/my_agv_ws/src/agv_cpp_examples/CMakeLists.txt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~/ros2_curri/my_agv_ws/src/agv_cpp_examples/CMakeLists.txt의 2/2 구현 블록을 직접 입력한다.</a:t>
            </a:r>
          </a:p>
          <a:p>
            <a:r>
              <a:t>[실행] nano ~/ros2_curri/my_agv_ws/src/agv_cpp_examples/CMakeLists.txt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이번 모듈의 재현 가능한 파일</a:t>
            </a:r>
          </a:p>
          <a:p>
            <a:r>
              <a:t>[실행] mkdir -p ~/ros2_curri/my_agv_ws/src/agv_cpp_examples/src</a:t>
            </a:r>
          </a:p>
          <a:p>
            <a:r>
              <a:t>nano ~/ros2_curri/my_agv_ws/src/agv_cpp_examples/src/status_publisher.cpp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~/ros2_curri/my_agv_ws/src/agv_cpp_examples/src/status_publisher.cpp의 1/4 구현 블록을 직접 입력한다.</a:t>
            </a:r>
          </a:p>
          <a:p>
            <a:r>
              <a:t>[실행] nano ~/ros2_curri/my_agv_ws/src/agv_cpp_examples/src/status_publisher.cpp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~/ros2_curri/my_agv_ws/src/agv_cpp_examples/src/status_publisher.cpp의 2/4 구현 블록을 직접 입력한다.</a:t>
            </a:r>
          </a:p>
          <a:p>
            <a:r>
              <a:t>[실행] nano ~/ros2_curri/my_agv_ws/src/agv_cpp_examples/src/status_publisher.cpp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~/ros2_curri/my_agv_ws/src/agv_cpp_examples/src/status_publisher.cpp의 3/4 구현 블록을 직접 입력한다.</a:t>
            </a:r>
          </a:p>
          <a:p>
            <a:r>
              <a:t>[실행] nano ~/ros2_curri/my_agv_ws/src/agv_cpp_examples/src/status_publisher.cpp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~/ros2_curri/my_agv_ws/src/agv_cpp_examples/src/status_publisher.cpp의 4/4 구현 블록을 직접 입력한다.</a:t>
            </a:r>
          </a:p>
          <a:p>
            <a:r>
              <a:t>[실행] nano ~/ros2_curri/my_agv_ws/src/agv_cpp_examples/src/status_publisher.cpp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colcon은 방금 만든 src 아래 package를 찾아 build/install/log를 만든다.</a:t>
            </a:r>
          </a:p>
          <a:p>
            <a:r>
              <a:t>[실행] cd ~/ros2_curri/my_agv_ws</a:t>
            </a:r>
          </a:p>
          <a:p>
            <a:r>
              <a:t>colcon build --symlink-install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기본 ROS와 내가 만든 package는 서로 다른 setup 파일이다.</a:t>
            </a:r>
          </a:p>
          <a:p>
            <a:r>
              <a:t>[실행] source /opt/ros/jazzy/setup.bash</a:t>
            </a:r>
          </a:p>
          <a:p>
            <a:r>
              <a:t>source ~/ros2_curri/my_agv_ws/install/setup.bash</a:t>
            </a:r>
          </a:p>
          <a:p>
            <a:r>
              <a:t>ros2 pkg executables agv_cpp_examples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</a:t>
            </a:r>
          </a:p>
          <a:p>
            <a:r>
              <a:t>source /opt/ros/jazzy/setup.bash</a:t>
            </a:r>
          </a:p>
          <a:p>
            <a:r>
              <a:t>colcon build --symlink-install</a:t>
            </a:r>
          </a:p>
          <a:p>
            <a:r>
              <a:t>source install/setup.bash</a:t>
            </a:r>
          </a:p>
          <a:p>
            <a:r>
              <a:t>ros2 run agv_cpp_examples status_publisher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pwd</a:t>
            </a:r>
          </a:p>
          <a:p>
            <a:r>
              <a:t>find src -maxdepth 2 -name package.xml -o -name CMakeLists.txt</a:t>
            </a:r>
          </a:p>
          <a:p>
            <a:r>
              <a:t>ros2 pkg prefix agv_cpp_examples</a:t>
            </a:r>
          </a:p>
          <a:p>
            <a:r>
              <a:t>[확인] build/install/log와 두 언어의 실행 파일을 source 뒤에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blocks/A_ros2_basics/M02_workspace_package/complete/agv_ws/src || true</a:t>
            </a:r>
          </a:p>
          <a:p>
            <a:r>
              <a:t>cp -a my_agv_ws/src my_agv_ws/src_before_M02</a:t>
            </a:r>
          </a:p>
          <a:p>
            <a:r>
              <a:t>cp -a blocks/A_ros2_basics/M02_workspace_package/complete/agv_ws/src/.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M03 Python Pub/Sub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timer·publisher·subscriber를 작성해 counter와 Twist를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이전=M02 agv_control 패키지, 다음=M04 TF2 frame을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timer·publisher·subscriber를 작성해 counter와 Twist를 관찰한다.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파일을 코드 문법보다 먼저 역할·사용법·확인 화면으로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각 파일의 산출물과 확인 위치를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~/ros2_curri/my_agv_ws/src/agv_control/agv_control/counter_publisher.py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1/3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2/3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~/ros2_curri/my_agv_ws/src/agv_control/agv_control/counter_publisher.py의 3/3 구현 블록을 직접 입력한다.</a:t>
            </a:r>
          </a:p>
          <a:p>
            <a:r>
              <a:t>[실행] nano ~/ros2_curri/my_agv_ws/src/agv_control/agv_control/counter_publisher.py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~/ros2_curri/my_agv_ws/src/agv_control/agv_control/counter_monitor.py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~/ros2_curri/my_agv_ws/src/agv_control/agv_control/counter_monitor.py의 1/2 구현 블록을 직접 입력한다.</a:t>
            </a:r>
          </a:p>
          <a:p>
            <a:r>
              <a:t>[실행] nano ~/ros2_curri/my_agv_ws/src/agv_control/agv_control/counter_monitor.py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~/ros2_curri/my_agv_ws/src/agv_control/agv_control/counter_monitor.py의 2/2 구현 블록을 직접 입력한다.</a:t>
            </a:r>
          </a:p>
          <a:p>
            <a:r>
              <a:t>[실행] nano ~/ros2_curri/my_agv_ws/src/agv_control/agv_control/counter_monitor.py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~/ros2_curri/my_agv_ws/src/agv_control/agv_control/cmd_test_node.py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1/3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2/3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~/ros2_curri/my_agv_ws/src/agv_control/agv_control/cmd_test_node.py의 3/3 구현 블록을 직접 입력한다.</a:t>
            </a:r>
          </a:p>
          <a:p>
            <a:r>
              <a:t>[실행] nano ~/ros2_curri/my_agv_ws/src/agv_control/agv_control/cmd_test_node.py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node 또는 실행 보조 로직</a:t>
            </a:r>
          </a:p>
          <a:p>
            <a:r>
              <a:t>[실행] mkdir -p ~/ros2_curri/my_agv_ws/src/agv_control/agv_control</a:t>
            </a:r>
          </a:p>
          <a:p>
            <a:r>
              <a:t>nano ~/ros2_curri/my_agv_ws/src/agv_control/agv_control/velocity_monitor.py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1/3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2/3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~/ros2_curri/my_agv_ws/src/agv_control/agv_control/velocity_monitor.py의 3/3 구현 블록을 직접 입력한다.</a:t>
            </a:r>
          </a:p>
          <a:p>
            <a:r>
              <a:t>[실행] nano ~/ros2_curri/my_agv_ws/src/agv_control/agv_control/velocity_monitor.py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Python package 파일과 ros2 run 실행 이름을 install하는 설정</a:t>
            </a:r>
          </a:p>
          <a:p>
            <a:r>
              <a:t>[실행] mkdir -p ~/ros2_curri/my_agv_ws/src/agv_control</a:t>
            </a:r>
          </a:p>
          <a:p>
            <a:r>
              <a:t>nano ~/ros2_curri/my_agv_ws/src/agv_control/setup.py</a:t>
            </a:r>
          </a:p>
          <a:p>
            <a:r>
              <a:t>[확인] 빈 파일을 연 뒤 다음 코드 입력 슬라이드로 간다.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코드를 읽어 주는 방식으로 한 줄의 역할과 실행 효과를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각 코드 줄의 뜻과 확인 위치를 한 문장으로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~/ros2_curri/my_agv_ws/src/agv_control/setup.py의 1/1 구현 블록을 직접 입력한다.</a:t>
            </a:r>
          </a:p>
          <a:p>
            <a:r>
              <a:t>[실행] nano ~/ros2_curri/my_agv_ws/src/agv_control/setup.py</a:t>
            </a:r>
          </a:p>
          <a:p>
            <a:r>
              <a:t>[확인] 저장 뒤 다음 구현 블록으로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ros2 run은 setup.py에 등록된 실행 이름을 사용한다.</a:t>
            </a:r>
          </a:p>
          <a:p>
            <a:r>
              <a:t>[실행] cd ~/ros2_curri/my_agv_ws</a:t>
            </a:r>
          </a:p>
          <a:p>
            <a:r>
              <a:t>colcon build --symlink-install --packages-select agv_control</a:t>
            </a:r>
          </a:p>
          <a:p>
            <a:r>
              <a:t>source install/setup.bash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publisher 출력과 monitor 수신을 분리해 확인한다.</a:t>
            </a:r>
          </a:p>
          <a:p>
            <a:r>
              <a:t>[실행] # 터미널 1</a:t>
            </a:r>
          </a:p>
          <a:p>
            <a:r>
              <a:t>ros2 run agv_control counter_publisher</a:t>
            </a:r>
          </a:p>
          <a:p>
            <a:r>
              <a:t># 터미널 2</a:t>
            </a:r>
          </a:p>
          <a:p>
            <a:r>
              <a:t>ros2 run agv_control counter_monitor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cd ~/ros2_curri/my_agv_ws &amp;&amp; source install/setup.bash</a:t>
            </a:r>
          </a:p>
          <a:p>
            <a:r>
              <a:t>ros2 run agv_control counter_publisher</a:t>
            </a:r>
          </a:p>
          <a:p>
            <a:r>
              <a:t># 새 터미널: ros2 run agv_control counter_monitor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/counter</a:t>
            </a:r>
          </a:p>
          <a:p>
            <a:r>
              <a:t>ros2 topic echo /counter --once</a:t>
            </a:r>
          </a:p>
          <a:p>
            <a:r>
              <a:t>ros2 interface show geometry_msgs/msg/Twist</a:t>
            </a:r>
          </a:p>
          <a:p>
            <a:r>
              <a:t>[확인] /counter와 /cmd_vel의 값·message type·연결 수를 terminal에서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Complete는 정답 복사본이 아니라 막혔을 때 비교·복구하는 안전망이다.</a:t>
            </a:r>
          </a:p>
          <a:p>
            <a:r>
              <a:t>[실행] cd ~/ros2_curri</a:t>
            </a:r>
          </a:p>
          <a:p>
            <a:r>
              <a:t>diff -ru my_agv_ws/src blocks/A_ros2_basics/M03_pubsub/complete/agv_ws/src || true</a:t>
            </a:r>
          </a:p>
          <a:p>
            <a:r>
              <a:t>cp -a my_agv_ws/src my_agv_ws/src_before_M03</a:t>
            </a:r>
          </a:p>
          <a:p>
            <a:r>
              <a:t>cp -a blocks/A_ros2_basics/M03_pubsub/complete/agv_ws/src/. my_agv_ws/src/</a:t>
            </a:r>
          </a:p>
          <a:p>
            <a:r>
              <a:t>cd my_agv_ws &amp;&amp; colcon build --symlink-install &amp;&amp; source install/setup.bash</a:t>
            </a:r>
          </a:p>
          <a:p>
            <a:r>
              <a:t>[확인] diff에서 내 파일과 Complete의 차이를 설명할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M04 TF2 frame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map→odom→base_link→sensor frame의 부모·자식 관계와 Fixed Frame을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이전=M03 node/topic 관찰, 다음=M05 URDF link/joint을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~/ros2_curri/my_agv_ws/install/setup.bash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map→odom→base_link→sensor frame의 부모·자식 관계와 Fixed Frame을 이해한다.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이 모듈이 전체 AGV 프로젝트에 추가하는 기능을 먼저 선언한다.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파일 구현이 없는 모듈에서도 명령의 역할과 관찰 결과를 코드 설명처럼 연결한다.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고정 장착 센서는 시간에 따라 바뀌지 않는 transform을 사용한다.</a:t>
            </a:r>
          </a:p>
          <a:p>
            <a:r>
              <a:t>[실행] source /opt/ros/jazzy/setup.bash</a:t>
            </a:r>
          </a:p>
          <a:p>
            <a:r>
              <a:t>ros2 run tf2_ros static_transform_publisher 0.12 0 0.28 0 0 0 base_link lidar_link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frame의 부모·자식과 누락 여부를 파일로 확인한다.</a:t>
            </a:r>
          </a:p>
          <a:p>
            <a:r>
              <a:t>[실행] ros2 run tf2_tools view_frames</a:t>
            </a:r>
          </a:p>
          <a:p>
            <a:r>
              <a:t># frames.pdf 생성 뒤 base_link → lidar_link 연결을 확인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run tf2_ros static_transform_publisher 0.12 0 0.28 0 0 0 base_link lidar_link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① 명령/설정  ② 정상 출력 또는 화면  ③ 다음 검증 명령으로 재확인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echo /tf_static --once</a:t>
            </a:r>
          </a:p>
          <a:p>
            <a:r>
              <a:t>ros2 run tf2_tools view_frames</a:t>
            </a:r>
          </a:p>
          <a:p>
            <a:r>
              <a:t>[확인] 정적 TF를 발행하고 frame 이름과 RViz Fixed Frame의 관계를 설명한다.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자신의 workspace·캡처·로그를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M05 URDF link/joint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5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4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A · M 시리즈 통합 따라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ROS 2 기초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M01 → M02 → M03 → M04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A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ROS 2 node·topic 관찰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3202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300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41173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workspace와 Python·C++ 패키지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0614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5158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4975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Publisher / Subscriber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491990"/>
            <a:ext cx="10652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60171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583429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TF2 좌표계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A · 1/4 · M01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 2 node·topic 관찰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M01의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M01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기초와 분산 로봇 소프트웨어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talker/listener와 node·topic·echo·info 명령으로 연결을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과정 시작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M01</a:t>
            </a:r>
            <a:r>
              <a:rPr/>
              <a:t>ROS 2 기초와 분산 로봇 소프트웨어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M02 workspace 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새 Ubuntu 터미널. 아직 workspace나 사용자 코드는 필요 없다.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과정 시작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이번에는 아직 내 workspace가 없으므로: source /opt/ros/jazzy/setup.bash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M02에서 my_agv_ws를 처음 만들기 전까지는 ~/ros2_curri에 있는 것이 정상입니다.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노드가 Topic으로 메시지를 주고받는 구조를 직접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talker/listener와 node·topic·echo·info 명령으로 연결을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과정 시작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여러 ROS 2 노드가 Topic으로 메시지를 주고받는 구조를 직접 관찰한다.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talker/listener와 node·topic·echo·info 명령으로 연결을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모듈은 사용자 파일 없이 ROS 2 기본 도구를 실행해 이후 프로젝트에 필요한 동작을 관찰합니다.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talker</a:t>
            </a:r>
            <a:r>
              <a:rPr/>
              <a:t>Node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/chatter</a:t>
            </a:r>
            <a:r>
              <a:rPr/>
              <a:t>Topic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listener</a:t>
            </a:r>
            <a:r>
              <a:rPr/>
              <a:t>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명령어를 코드처럼 읽기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terminal에 ROS 2 명령과 기본 package 경로를 등록합니다.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 뒤에 `ros2 --help`와 `ros2 run` 명령이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ros2 --help |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명령은 지금 모듈의 기능을 실행하거나 관찰하는 한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명령 뒤 terminal 또는 GUI에서 완료 조건이 충족됐는지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명령어를 코드처럼 읽기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demo_nodes_cpp talker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앞 단어는 package, 뒤 단어는 그 package에 등록된 실행 이름입니다.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terminal의 log와 `ros2 node list`에서 node 동작을 확인합니다.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demo_nodes_py listener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앞 단어는 package, 뒤 단어는 그 package에 등록된 실행 이름입니다.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terminal의 log와 `ros2 node list`에서 node 동작을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명령어를 코드처럼 읽기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명령 해설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node list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ROS graph에서 실행 중인 node 이름을 나열합니다.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talker/listener 또는 launch node가 목록에 나타납니다.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list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명령은 지금 모듈의 기능을 실행하거나 관찰하는 한 단계입니다.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명령 뒤 terminal 또는 GUI에서 완료 조건이 충족됐는지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1/3: ROS 2 환경을 등록한다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새 터미널은 ROS 명령을 아직 모른다.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  <a:r>
              <a:rPr/>
              <a:t>ros2 --help | 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2/3: 두 노드를 서로 다른 터미널에서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2/3    |    현재 폴더 ~/ros2_curri/my_agv_ws    |    새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Publisher와 Subscriber는 동시에 살아 있어야 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# 터미널 1</a:t>
            </a:r>
            <a:r>
              <a:rPr/>
              <a:t>ros2 run demo_nodes_cpp talker</a:t>
            </a:r>
            <a:r>
              <a:rPr/>
              <a:t># 새 터미널 2</a:t>
            </a:r>
            <a:r>
              <a:rPr/>
              <a:t>source /opt/ros/jazzy/setup.bash</a:t>
            </a:r>
            <a:r>
              <a:rPr/>
              <a:t>ros2 run demo_nodes_py listener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3/3: 연결을 명령으로 관찰한다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코드 밖에서도 이름·타입·연결 수를 확인할 수 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node list</a:t>
            </a:r>
            <a:r>
              <a:rPr/>
              <a:t>ros2 topic list</a:t>
            </a:r>
            <a:r>
              <a:rPr/>
              <a:t>ros2 topic info /chatter</a:t>
            </a:r>
            <a:r>
              <a:rPr/>
              <a:t>ros2 topic echo /chatter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  <a:r>
              <a:rPr/>
              <a:t>ros2 run demo_nodes_cpp talker</a:t>
            </a:r>
            <a:r>
              <a:rPr/>
              <a:t># 새 터미널: ros2 run demo_nodes_py listener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node list</a:t>
            </a:r>
            <a:r>
              <a:rPr/>
              <a:t>ros2 topic info /chatter</a:t>
            </a:r>
            <a:r>
              <a:rPr/>
              <a:t>ros2 topic echo /chatter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talker/listener와 node·topic·echo·info 명령으로 연결을 확인한다.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ros2: command not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source /opt/ros/jazzy/setup.bash를 실행한다.</a:t>
            </a:r>
            <a:r>
              <a:rPr/>
              <a:t>수정 후: ros2 node 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echo가 출력되지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talker 실행·/chatter 이름·publisher 수를 순서대로 확인한다.</a:t>
            </a:r>
            <a:r>
              <a:rPr/>
              <a:t>수정 후: ros2 node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listener를 Ctrl-C로 멈춘 뒤 topic info의 subscriber 수가 어떻게 바뀌는지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talker/listener와 node·topic·echo·info 명령으로 연결을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blocks/A_ros2_basics/M01_ros2_concepts/complete/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M02 workspace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A · 2/4 · M02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workspace와 Python·C++ 패키지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M02의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M02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Workspace 생성과 Python·C++ 패키지 빌드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build/install/log와 두 언어의 실행 파일을 source 뒤에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M01 ROS 2 source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M02</a:t>
            </a:r>
            <a:r>
              <a:rPr/>
              <a:t>Workspace 생성과 Python·C++ 패키지 빌드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M03 Python Pub/Sub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M01을 끝낸 터미널. ~/ros2_curri/my_agv_ws가 없거나, 기존 폴더를 별도로 백업한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M01 ROS 2 source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이번에는 아직 내 workspace가 없으므로: source /opt/ros/jazzy/setup.bash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M02에서 my_agv_ws를 처음 만들기 전까지는 ~/ros2_curri에 있는 것이 정상입니다.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~/ros2_curri/my_agv_ws를 만들고 Python ament_python과 C++ ament_cmake 패키지를 빌드한다.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build/install/log와 두 언어의 실행 파일을 source 뒤에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M01 ROS 2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~/ros2_curri/my_agv_ws를 만들고 Python ament_python과 C++ ament_cmake 패키지를 빌드한다.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build/install/log와 두 언어의 실행 파일을 source 뒤에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4개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src</a:t>
            </a:r>
            <a:r>
              <a:rPr/>
              <a:t>소스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colcon build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install</a:t>
            </a:r>
            <a:r>
              <a:rPr/>
              <a:t>overlay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agv_control/package.xml</a:t>
            </a:r>
            <a:r>
              <a:rPr/>
              <a:t>└── agv_control/setup.py</a:t>
            </a:r>
            <a:r>
              <a:rPr/>
              <a:t>└── agv_cpp_examples/CMakeLists.txt</a:t>
            </a:r>
            <a:r>
              <a:rPr/>
              <a:t>└── agv_cpp_examples/src/status_publisher.cpp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 이름 → buildtool → build/exec dependency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build가 dependency를 해석할 때 사용한다.</a:t>
            </a:r>
            <a:r>
              <a:rPr/>
              <a:t>화면/출력: colcon build 오류와 ros2 pkg prefix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packages/data_files → install_requires → entry_points.console_scripts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build·source 뒤 ros2 pkg executables로 확인한다.</a:t>
            </a:r>
            <a:r>
              <a:rPr/>
              <a:t>화면/출력: ros2 pkg executables와 ros2 run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C++ 또는 interface package를 빌드·install하는 CMake 규칙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find_package → add_executable/rosidl → ament_target_dependencies → install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build가 컴파일·install을 수행할 때 사용한다.</a:t>
            </a:r>
            <a:r>
              <a:rPr/>
              <a:t>화면/출력: colcon build와 ros2 run/interface show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재현 가능한 파일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파일명·경로·핵심 이름을 슬라이드와 동일하게 작성한다.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build/source 뒤 실행 단계에서 사용한다.</a:t>
            </a:r>
            <a:r>
              <a:rPr/>
              <a:t>화면/출력: 검증 명령의 파일·topic 이름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프로젝트의 첫 두 package를 만든다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프로젝트를 처음부터 만들 때 package 생성 명령을 먼저 실행합니다.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workspace/package 생성    |    현재 폴더 ~/ros2_curri/my_agv_ws/src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773936"/>
            <a:ext cx="1069848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900" b="0">
                <a:solidFill>
                  <a:srgbClr val="122C4E"/>
                </a:solidFill>
                <a:latin typeface="Noto Sans CJK KR"/>
              </a:defRPr>
            </a:pPr>
            <a:r>
              <a:rPr/>
              <a:t>먼저 colcon이 찾을 빈 package를 만든 뒤, 다음 슬라이드에서 생성된 파일을 직접 바꿉니다.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514600"/>
            <a:ext cx="10881360" cy="22677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5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</a:t>
            </a:r>
            <a:r>
              <a:rPr/>
              <a:t>cd ~/ros2_curri/my_agv_ws/src</a:t>
            </a:r>
            <a:r>
              <a:rPr/>
              <a:t>ros2 pkg create --build-type ament_python --dependencies rclpy std_msgs geometry_msgs agv_control</a:t>
            </a:r>
            <a:r>
              <a:rPr/>
              <a:t>ros2 pkg create --build-type ament_cmake --dependencies rclcpp std_msgs agv_cpp_examples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16636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5468112"/>
            <a:ext cx="102870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각 package 이름의 새 폴더와 package.xml이 src 아래에 보이면 다음 파일 작성 단계로 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package의 이름·의존성·빌드 도구를 선언하는 manifest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</a:t>
            </a:r>
            <a:r>
              <a:rPr/>
              <a:t>nano ~/ros2_curri/my_agv_ws/src/agv_control/package.xml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colcon build 오류와 ros2 pkg prefix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&lt;name&gt;agv_control&lt;/name&gt;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2가 이 폴더를 부를 공식 package 이름입니다.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뒤 `ros2 pkg prefix`가 이 이름으로 package를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&lt;buildtool_depend&gt;ament_python&lt;/buildtool_depend&gt;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package를 어떤 빌드 도구로 처리할지 colcon에 알려 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 단계에서 ament 도구가 이 package의 규칙을 읽습니다.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&lt;exec_depend&gt;rclpy&lt;/exec_depend&gt;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코드가 빌드하거나 실행할 때 반드시 필요한 ROS package를 선언합니다.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dependency 이름이 틀리면 build 또는 실행에서 package를 찾지 못합니다.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&lt;package format="3"&gt;</a:t>
            </a:r>
            <a:r>
              <a:rPr/>
              <a:t>  </a:t>
            </a:r>
            <a:r>
              <a:rPr/>
              <a:t>  </a:t>
            </a:r>
            <a:r>
              <a:rPr/>
              <a:t>  &lt;name&gt;agv_control&lt;/name&gt;</a:t>
            </a:r>
            <a:r>
              <a:rPr/>
              <a:t>  &lt;version&gt;0.1.0&lt;/version&gt;</a:t>
            </a:r>
            <a:r>
              <a:rPr/>
              <a:t>  </a:t>
            </a:r>
            <a:r>
              <a:rPr/>
              <a:t>  </a:t>
            </a:r>
            <a:r>
              <a:rPr/>
              <a:t>  &lt;description&gt;Small ROS 2 control nodes for the educational AGV.&lt;/description&gt;</a:t>
            </a:r>
            <a:r>
              <a:rPr/>
              <a:t>  </a:t>
            </a:r>
            <a:r>
              <a:rPr/>
              <a:t>  </a:t>
            </a:r>
            <a:r>
              <a:rPr/>
              <a:t>  &lt;maintainer email="student@example.com"&gt;AGV student&lt;/maintainer&gt;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&lt;license&gt;Apache-2.0&lt;/license&gt;</a:t>
            </a:r>
            <a:r>
              <a:rPr/>
              <a:t>  </a:t>
            </a:r>
            <a:r>
              <a:rPr/>
              <a:t>  </a:t>
            </a:r>
            <a:r>
              <a:rPr/>
              <a:t>  &lt;buildtool_depend&gt;ament_python&lt;/buildtool_depend&gt;</a:t>
            </a:r>
            <a:r>
              <a:rPr/>
              <a:t>  </a:t>
            </a:r>
            <a:r>
              <a:rPr/>
              <a:t>  </a:t>
            </a:r>
            <a:r>
              <a:rPr/>
              <a:t>  &lt;exec_depend&gt;rclpy&lt;/exec_depend&gt;</a:t>
            </a:r>
            <a:r>
              <a:rPr/>
              <a:t>  &lt;exec_depend&gt;std_msgs&lt;/exec_depend&gt;</a:t>
            </a:r>
            <a:r>
              <a:rPr/>
              <a:t>  &lt;exec_depend&gt;geometry_msgs&lt;/exec_depend&gt;</a:t>
            </a:r>
            <a:r>
              <a:rPr/>
              <a:t>  </a:t>
            </a:r>
            <a:r>
              <a:rPr/>
              <a:t>  </a:t>
            </a:r>
            <a:r>
              <a:rPr/>
              <a:t>  &lt;exec_depend&gt;sensor_msgs&lt;/exec_depend&gt;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1/4: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~/ros2_curri/my_agv_ws/src/agv_control/package.xml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1/4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ROS 2가 이 package의 빌드 도구와 의존성을 알 수 있도록 manifest 항목을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~/ros2_curri/my_agv_ws/src/agv_control/package.xml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&lt;exec_depend&gt;nav_msgs&lt;/exec_depend&gt;</a:t>
            </a:r>
            <a:r>
              <a:rPr/>
              <a:t>  </a:t>
            </a:r>
            <a:r>
              <a:rPr/>
              <a:t>  </a:t>
            </a:r>
            <a:r>
              <a:rPr/>
              <a:t>  &lt;export&gt;</a:t>
            </a:r>
            <a:r>
              <a:rPr/>
              <a:t>    &lt;build_type&gt;ament_python&lt;/build_type&gt;</a:t>
            </a:r>
            <a:r>
              <a:rPr/>
              <a:t>  &lt;/export&gt;</a:t>
            </a:r>
            <a:r>
              <a:rPr/>
              <a:t>  </a:t>
            </a:r>
            <a:r>
              <a:rPr/>
              <a:t>&lt;/package&gt;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</a:t>
            </a:r>
            <a:r>
              <a:rPr/>
              <a:t>nano ~/ros2_curri/my_agv_ws/src/agv_control/setup.py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</a:t>
            </a:r>
            <a:r>
              <a:rPr/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entry_points={'console_scripts': ['counter_publisher =</a:t>
            </a:r>
            <a:r>
              <a:rPr/>
              <a:t>agv_control.counter_publisher:main',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2/4: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2/4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~/ros2_curri/my_agv_ws/src/agv_control/setup.py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  <a:r>
              <a:rPr/>
              <a:t>package_name = 'agv_control'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['package.xml']),</a:t>
            </a:r>
            <a:r>
              <a:rPr/>
              <a:t>    ('share/' + package_name + '/config', ['config/controllers.yaml'])],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license='Apache-2.0',</a:t>
            </a:r>
            <a:r>
              <a:rPr/>
              <a:t>    entry_points={'console_scripts': ['counter_publisher = agv_control.counter_publisher:main',</a:t>
            </a:r>
            <a:r>
              <a:rPr/>
              <a:t>     'counter_monitor = agv_control.counter_monitor:main', 'cmd_test_node = agv_control.cmd_test_node:main',</a:t>
            </a:r>
            <a:r>
              <a:rPr/>
              <a:t>     'velocity_monitor = agv_control.velocity_monitor:main', 'safety_controller = agv_control.safety_controller:main',</a:t>
            </a:r>
            <a:r>
              <a:rPr/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C++ 또는 interface package를 빌드·install하는 CMake 규칙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~/ros2_curri/my_agv_ws/src/agv_cpp_examples</a:t>
            </a:r>
            <a:r>
              <a:rPr/>
              <a:t>nano ~/ros2_curri/my_agv_ws/src/agv_cpp_examples/CMakeLists.txt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colcon build와 ros2 run/interface show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find_package(ament_cmake REQUIRED)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CMake에게 사용할 ROS/C++ 라이브러리를 먼저 찾으라고 요청합니다.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이후 target 연결 단계가 해당 라이브러리를 사용할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add_executable(status_publisher src/status_publisher.cpp)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C++ 소스 파일을 `ros2 run`으로 실행할 프로그램 이름으로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build·source 뒤 `ros2 run`에서 이 실행 이름이 보여야 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ament_target_dependencies(status_publisher rclcpp</a:t>
            </a:r>
            <a:r>
              <a:rPr/>
              <a:t>std_msgs)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방금 만든 C++ 실행 파일과 ROS 라이브러리를 실제로 연결합니다.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연결이 빠지면 header 또는 symbol 관련 컴파일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install(TARGETS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build 결과물이나 설정 파일을 install 공간에 복사하는 규칙입니다.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source 뒤 ROS 2가 파일·launch·실행 파일을 찾을 수 있습니다.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CMake가 C++/interface target을 찾고 빌드·install하도록 규칙을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~/ros2_curri/my_agv_ws/src/agv_cpp_examples/CMakeLists.txt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cmake_minimum_required(VERSION 3.8)</a:t>
            </a:r>
            <a:r>
              <a:rPr/>
              <a:t>project(agv_cpp_examples)</a:t>
            </a:r>
            <a:r>
              <a:rPr/>
              <a:t># ament_cmake가 ROS 2 패키지를 빌드·설치하는 기본 도구입니다.</a:t>
            </a:r>
            <a:r>
              <a:rPr/>
              <a:t>find_package(ament_cmake REQUIRED)</a:t>
            </a:r>
            <a:r>
              <a:rPr/>
              <a:t>find_package(rclcpp REQUIRED)</a:t>
            </a:r>
            <a:r>
              <a:rPr/>
              <a:t>find_package(std_msgs REQUIRED)</a:t>
            </a:r>
            <a:r>
              <a:rPr/>
              <a:t># src/status_publisher.cpp를 실행 파일 하나로 컴파일합니다.</a:t>
            </a:r>
            <a:r>
              <a:rPr/>
              <a:t>add_executable(status_publisher src/status_publisher.cpp)</a:t>
            </a:r>
            <a:r>
              <a:rPr/>
              <a:t>ament_target_dependencies(status_publisher rclcpp std_msgs)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3/4: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~/ros2_curri/my_agv_ws/src/agv_cpp_examples/CMakeLists.txt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3/4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CMake가 C++/interface target을 찾고 빌드·install하도록 규칙을 입력합니다.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~/ros2_curri/my_agv_ws/src/agv_cpp_examples/CMakeLists.txt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# ros2 run agv_cpp_examples status_publisher가 찾는 설치 경로입니다.</a:t>
            </a:r>
            <a:r>
              <a:rPr/>
              <a:t>install(TARGETS</a:t>
            </a:r>
            <a:r>
              <a:rPr/>
              <a:t>  status_publisher</a:t>
            </a:r>
            <a:r>
              <a:rPr/>
              <a:t>  DESTINATION lib/${PROJECT_NAME})</a:t>
            </a:r>
            <a:r>
              <a:rPr/>
              <a:t>ament_package()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재현 가능한 파일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~/ros2_curri/my_agv_ws/src/agv_cpp_examples/src</a:t>
            </a:r>
            <a:r>
              <a:rPr/>
              <a:t>nano ~/ros2_curri/my_agv_ws/src/agv_cpp_examples/src/status_publisher.cpp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검증 명령의 파일·topic 이름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StatusPublisher : public rclcpp::Node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: Node("cpp_status_publisher"), sequence_(0)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launch 안에서 시작할 ROS node 하나의 package·실행 이름을 지정합니다.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뒤 `ros2 node list`에 이 node가 나타납니다.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message.data = this-&gt;get_parameter("message").as_string()</a:t>
            </a:r>
            <a:r>
              <a:rPr/>
              <a:t>+ " #" + std::to_string(sequence_++);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등록한 parameter의 현재 값을 읽어 실제 계산에 사용합니다.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param get` 값이 node 동작에 반영됩니다.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RCLCPP_INFO(this-&gt;get_logger(), "published: %s",</a:t>
            </a:r>
            <a:r>
              <a:rPr/>
              <a:t>message.data.c_str());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1/4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~/ros2_curri/my_agv_ws/src/agv_cpp_examples/src/status_publisher.cpp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#include &lt;chrono&gt;</a:t>
            </a:r>
            <a:r>
              <a:rPr/>
              <a:t>#include &lt;functional&gt;</a:t>
            </a:r>
            <a:r>
              <a:rPr/>
              <a:t>#include &lt;memory&gt;</a:t>
            </a:r>
            <a:r>
              <a:rPr/>
              <a:t>#include &lt;string&gt;</a:t>
            </a:r>
            <a:r>
              <a:rPr/>
              <a:t>#include "rclcpp/rclcpp.hpp"</a:t>
            </a:r>
            <a:r>
              <a:rPr/>
              <a:t>#include "std_msgs/msg/string.hpp"</a:t>
            </a:r>
            <a:r>
              <a:rPr/>
              <a:t>using namespace std::chrono_literals;</a:t>
            </a:r>
            <a:r>
              <a:rPr/>
              <a:t>// Python의 Node 클래스와 같은 역할을 하는 C++ ROS 2 node입니다.</a:t>
            </a:r>
            <a:r>
              <a:rPr/>
              <a:t>class StatusPublisher : public rclcpp::Node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2/4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~/ros2_curri/my_agv_ws/src/agv_cpp_examples/src/status_publisher.cpp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{</a:t>
            </a:r>
            <a:r>
              <a:rPr/>
              <a:t>public:</a:t>
            </a:r>
            <a:r>
              <a:rPr/>
              <a:t>  StatusPublisher()</a:t>
            </a:r>
            <a:r>
              <a:rPr/>
              <a:t>  : Node("cpp_status_publisher"), sequence_(0)</a:t>
            </a:r>
            <a:r>
              <a:rPr/>
              <a:t>  {</a:t>
            </a:r>
            <a:r>
              <a:rPr/>
              <a:t>    // ros2 run 뒤 --ros-args -p message:=... 로 바꿀 수 있는 parameter입니다.</a:t>
            </a:r>
            <a:r>
              <a:rPr/>
              <a:t>    this-&gt;declare_parameter&lt;std::string&gt;("message", "C++ AGV 상태 정상");</a:t>
            </a:r>
            <a:r>
              <a:rPr/>
              <a:t>    // String 메시지를 /cpp_status topic으로 publish합니다. 마지막 10은 queue depth입니다.</a:t>
            </a:r>
            <a:r>
              <a:rPr/>
              <a:t>    publisher_ = this-&gt;create_publisher&lt;std_msgs::msg::String&gt;("/cpp_status", 10);</a:t>
            </a:r>
            <a:r>
              <a:rPr/>
              <a:t>    timer_ = this-&gt;create_wall_timer(1s, std::bind(&amp;StatusPublisher::publish_status, this));</a:t>
            </a:r>
            <a:r>
              <a:rPr/>
              <a:t> 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3/4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~/ros2_curri/my_agv_ws/src/agv_cpp_examples/src/status_publisher.cpp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private:</a:t>
            </a:r>
            <a:r>
              <a:rPr/>
              <a:t>  void publish_status()</a:t>
            </a:r>
            <a:r>
              <a:rPr/>
              <a:t>  {</a:t>
            </a:r>
            <a:r>
              <a:rPr/>
              <a:t>    auto message = std_msgs::msg::String();</a:t>
            </a:r>
            <a:r>
              <a:rPr/>
              <a:t>    message.data = this-&gt;get_parameter("message").as_string() + " #" + std::to_string(sequence_++);</a:t>
            </a:r>
            <a:r>
              <a:rPr/>
              <a:t>    publisher_-&gt;publish(message);</a:t>
            </a:r>
            <a:r>
              <a:rPr/>
              <a:t>    RCLCPP_INFO(this-&gt;get_logger(), "published: %s", message.data.c_str());</a:t>
            </a:r>
            <a:r>
              <a:rPr/>
              <a:t>  }</a:t>
            </a:r>
            <a:r>
              <a:rPr/>
              <a:t>  std::size_t sequence_;</a:t>
            </a:r>
            <a:r>
              <a:rPr/>
              <a:t>  rclcpp::Publisher&lt;std_msgs::msg::String&gt;::SharedPtr publisher_;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4/4: 코드 입력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~/ros2_curri/my_agv_ws/src/agv_cpp_examples/src/status_publisher.cpp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4/4 · 입력 4/4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이 파일의 다음 구현 블록을 입력합니다. 공백·따옴표·파일 경로를 슬라이드와 정확히 맞춥니다.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~/ros2_curri/my_agv_ws/src/agv_cpp_examples/src/status_publisher.cpp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rclcpp::TimerBase::SharedPtr timer_;</a:t>
            </a:r>
            <a:r>
              <a:rPr/>
              <a:t>};</a:t>
            </a:r>
            <a:r>
              <a:rPr/>
              <a:t>int main(int argc, char * argv[])</a:t>
            </a:r>
            <a:r>
              <a:rPr/>
              <a:t>{</a:t>
            </a:r>
            <a:r>
              <a:rPr/>
              <a:t>  rclcpp::init(argc, argv);</a:t>
            </a:r>
            <a:r>
              <a:rPr/>
              <a:t>  rclcpp::spin(std::make_shared&lt;StatusPublisher&gt;());</a:t>
            </a:r>
            <a:r>
              <a:rPr/>
              <a:t>  rclcpp::shutdown();</a:t>
            </a:r>
            <a:r>
              <a:rPr/>
              <a:t>  return 0;</a:t>
            </a:r>
            <a:r>
              <a:rPr/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4/4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직접 만든 첫 package를 빌드한다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colcon은 방금 만든 src 아래 package를 찾아 build/install/log를 만든다.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</a:t>
            </a:r>
            <a:r>
              <a:rPr/>
              <a:t>colcon build --symlink-install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새 터미널에서 overlay를 source한다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기본 ROS와 내가 만든 package는 서로 다른 setup 파일이다.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  <a:r>
              <a:rPr/>
              <a:t>source ~/ros2_curri/my_agv_ws/install/setup.bash</a:t>
            </a:r>
            <a:r>
              <a:rPr/>
              <a:t>ros2 pkg executables agv_cpp_examples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</a:t>
            </a:r>
            <a:r>
              <a:rPr/>
              <a:t>source /opt/ros/jazzy/setup.bash</a:t>
            </a:r>
            <a:r>
              <a:rPr/>
              <a:t>colcon build --symlink-install</a:t>
            </a:r>
            <a:r>
              <a:rPr/>
              <a:t>source install/setup.bash</a:t>
            </a:r>
            <a:r>
              <a:rPr/>
              <a:t>ros2 run agv_cpp_examples status_publisher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pwd</a:t>
            </a:r>
            <a:r>
              <a:rPr/>
              <a:t>find src -maxdepth 2 -name package.xml -o -name CMakeLists.txt</a:t>
            </a:r>
            <a:r>
              <a:rPr/>
              <a:t>ros2 pkg prefix agv_cpp_examples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build/install/log와 두 언어의 실행 파일을 source 뒤에 확인한다.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패키지를 찾을 수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~/ros2_curri/my_agv_ws에서 build했는지와 install/setup.bash source를 확인한다.</a:t>
            </a:r>
            <a:r>
              <a:rPr/>
              <a:t>수정 후: pwd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중복 패키지 오류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src 안에 같은 package name이 두 개 없는지 확인한다.</a:t>
            </a:r>
            <a:r>
              <a:rPr/>
              <a:t>수정 후: pwd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  <a:r>
              <a:rPr/>
              <a:t>diff -ru my_agv_ws/src blocks/A_ros2_basics/M02_workspace_package/complete/agv_ws/src || true</a:t>
            </a:r>
            <a:r>
              <a:rPr/>
              <a:t>cp -a my_agv_ws/src my_agv_ws/src_before_M02</a:t>
            </a:r>
            <a:r>
              <a:rPr/>
              <a:t>cp -a blocks/A_ros2_basics/M02_workspace_package/complete/agv_ws/src/. my_agv_ws/src/</a:t>
            </a: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C++ publisher의 message 파라미터를 바꾸고 /cpp_status에서 바뀐 문자열을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build/install/log와 두 언어의 실행 파일을 source 뒤에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blocks/A_ros2_basics/M02_workspace_package/complete/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M03 Python Pub/Sub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M02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A · 3/4 · M03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Publisher / Subscriber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M03의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M03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Publisher / Subscriber 직접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/counter와 /cmd_vel의 값·message type·연결 수를 terminal에서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M02 agv_control 패키지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M03</a:t>
            </a:r>
            <a:r>
              <a:rPr/>
              <a:t>Publisher / Subscriber 직접 작성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M04 TF2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M02의 agv_control ament_python 패키지가 source 후 인식되는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M02 agv_control 패키지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Python timer·publisher·subscriber를 작성해 counter와 Twist를 관찰한다.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/counter와 /cmd_vel의 값·message type·연결 수를 terminal에서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M02 agv_control 패키지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timer·publisher·subscriber를 작성해 counter와 Twist를 관찰한다.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/counter와 /cmd_vel의 값·message type·연결 수를 terminal에서 확인한다.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모듈에서는 5개 파일을 빈 상태에서 직접 만듭니다. 다음 슬라이드의 명령을 입력한 뒤에만 코드를 작성합니다.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timer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publisher</a:t>
            </a:r>
            <a:r>
              <a:rPr/>
              <a:t>/counter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subscriber</a:t>
            </a:r>
            <a:r>
              <a:rPr/>
              <a:t>callback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agv_control/agv_control/counter_publisher.py</a:t>
            </a:r>
            <a:r>
              <a:rPr/>
              <a:t>└── agv_control/agv_control/counter_monitor.py</a:t>
            </a:r>
            <a:r>
              <a:rPr/>
              <a:t>└── agv_control/agv_control/cmd_test_node.py</a:t>
            </a:r>
            <a:r>
              <a:rPr/>
              <a:t>└── agv_control/agv_control/velocity_monitor.py</a:t>
            </a:r>
            <a:r>
              <a:rPr/>
              <a:t>└── agv_control/setup.py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41063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50392" y="4078224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43983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75104" y="4425696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18888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75104" y="4800600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import → Node 생성 → publisher/subscription → callback/main 순서로 읽는다.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20293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75104" y="5184648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package를 build·source한 뒤 ros2 run 또는 launch에서 실행한다.</a:t>
            </a:r>
            <a:r>
              <a:rPr/>
              <a:t>화면/출력: terminal의 node/topic/log 출력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코드/설정이 실제로 만드는 것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입력하기 전에 ‘무엇을 만들고 어디서 볼지’를 먼저 연결합니다.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역할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10972800" cy="2048256"/>
          </a:xfrm>
          <a:prstGeom prst="roundRect">
            <a:avLst/>
          </a:prstGeom>
          <a:solidFill>
            <a:srgbClr val="F4F7FB"/>
          </a:solidFill>
          <a:ln>
            <a:solidFill>
              <a:srgbClr val="CCD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50392" y="1764792"/>
            <a:ext cx="1042416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30552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5104" y="2112264"/>
            <a:ext cx="91897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코드 읽기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75104" y="2487168"/>
            <a:ext cx="9189720" cy="3017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Noto Sans CJK KR"/>
              </a:defRPr>
            </a:pPr>
            <a:r>
              <a:rPr/>
              <a:t>packages/data_files → install_requires → entry_points.console_scripts 순서로 읽는다.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889504"/>
            <a:ext cx="12344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25B9B"/>
                </a:solidFill>
                <a:latin typeface="Noto Sans CJK KR"/>
              </a:defRPr>
            </a:pPr>
            <a:r>
              <a:rPr/>
              <a:t>사용/확인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2871216"/>
            <a:ext cx="91897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사용: colcon build·source 뒤 ros2 pkg executables로 확인한다.</a:t>
            </a:r>
            <a:r>
              <a:rPr/>
              <a:t>화면/출력: ros2 pkg executables와 ros2 run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~/ros2_curri/my_agv_ws/src/agv_control/agv_control</a:t>
            </a:r>
            <a:r>
              <a:rPr/>
              <a:t>nano ~/ros2_curri/my_agv_ws/src/agv_control/agv_control/counter_publisher.py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CounterPublisher(Node):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super().__init__('counter_publisher')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 = self.create_publisher(Int32, '/counter',</a:t>
            </a:r>
            <a:r>
              <a:rPr/>
              <a:t>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어떤 message를 어느 topic으로 내보낼지 만듭니다.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topic info`에서 publisher 수가 늘어납니다.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self.create_timer(1.0, self.publish_counter)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호출하지 않아도 일정 주기로 함수를 실행하게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topic의 publish rate 또는 terminal log 주기가 생깁니다.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publish_counter(self):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self.publisher.publish(message)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완성한 message를 지금 topic으로 한 번 전송합니다.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다른 terminal의 `ros2 topic echo`에서 같은 값이 보입니다.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self.get_logger().info(f'/counter: {message.data}')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1/5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rclpy.init()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프로그램을 ROS 2 통신에 참여시키는 첫 준비입니다.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호출 전에는 node·publisher·subscription을 정상 생성할 수 없습니다.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~/ros2_curri/my_agv_ws/src/agv_control/agv_control/counter_publisher.py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std_msgs.msg import Int32</a:t>
            </a:r>
            <a:r>
              <a:rPr/>
              <a:t>class CounterPublisher(Node):</a:t>
            </a:r>
            <a:r>
              <a:rPr/>
              <a:t>    def __init__(self):</a:t>
            </a:r>
            <a:r>
              <a:rPr/>
              <a:t>        super().__init__('counter_publisher')</a:t>
            </a:r>
            <a:r>
              <a:rPr/>
              <a:t>        self.publisher = self.create_publisher(Int32, '/counter', 10)</a:t>
            </a:r>
            <a:r>
              <a:rPr/>
              <a:t>        self.value = 0</a:t>
            </a:r>
            <a:r>
              <a:rPr/>
              <a:t>        self.create_timer(1.0, self.publish_counter)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~/ros2_curri/my_agv_ws/src/agv_control/agv_control/counter_publisher.py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def publish_counter(self):</a:t>
            </a:r>
            <a:r>
              <a:rPr/>
              <a:t>        message = Int32(data=self.value)</a:t>
            </a:r>
            <a:r>
              <a:rPr/>
              <a:t>        self.publisher.publish(message)</a:t>
            </a:r>
            <a:r>
              <a:rPr/>
              <a:t>        self.get_logger().info(f'/counter: {message.data}')</a:t>
            </a:r>
            <a:r>
              <a:rPr/>
              <a:t>        self.value += 1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CounterPublisher()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1/5: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~/ros2_curri/my_agv_ws/src/agv_control/agv_control/counter_publisher.py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1/5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~/ros2_curri/my_agv_ws/src/agv_control/agv_control/counter_publisher.py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~/ros2_curri/my_agv_ws/src/agv_control/agv_control</a:t>
            </a:r>
            <a:r>
              <a:rPr/>
              <a:t>nano ~/ros2_curri/my_agv_ws/src/agv_control/agv_control/counter_monitor.py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CounterMonitor(Node):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super().__init__('counter_monitor')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self.create_subscription(Int32, '/counter', self.callback,</a:t>
            </a:r>
            <a:r>
              <a:rPr/>
              <a:t>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message):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self.get_logger().info(f'received /counter:</a:t>
            </a:r>
            <a:r>
              <a:rPr/>
              <a:t>{message.data}')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rclpy.init()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프로그램을 ROS 2 통신에 참여시키는 첫 준비입니다.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호출 전에는 node·publisher·subscription을 정상 생성할 수 없습니다.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rclpy.spin(node)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프로그램이 끝나지 않고 message와 timer를 계속 처리하게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줄이 있어야 실행 뒤 topic을 받고 publish를 계속합니다.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2/5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node.destroy_node()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node와 ROS 통신을 안전하게 닫는 마무리 단계입니다.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Ctrl+C 또는 종료 뒤 자원이 정리됩니다.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입력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2/5 · 입력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~/ros2_curri/my_agv_ws/src/agv_control/agv_control/counter_monitor.py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std_msgs.msg import Int32</a:t>
            </a:r>
            <a:r>
              <a:rPr/>
              <a:t>class CounterMonitor(Node):</a:t>
            </a:r>
            <a:r>
              <a:rPr/>
              <a:t>    def __init__(self):</a:t>
            </a:r>
            <a:r>
              <a:rPr/>
              <a:t>        super().__init__('counter_monitor')</a:t>
            </a:r>
            <a:r>
              <a:rPr/>
              <a:t>        self.create_subscription(Int32, '/counter', self.callback, 10)</a:t>
            </a:r>
            <a:r>
              <a:rPr/>
              <a:t>    def callback(self, message):</a:t>
            </a:r>
            <a:r>
              <a:rPr/>
              <a:t>        self.get_logger().info(f'received /counter: {message.data}')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2/5: 코드 입력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~/ros2_curri/my_agv_ws/src/agv_control/agv_control/counter_monitor.py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2/5 · 입력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~/ros2_curri/my_agv_ws/src/agv_control/agv_control/counter_monitor.py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  <a:r>
              <a:rPr/>
              <a:t>    rclpy.init()</a:t>
            </a:r>
            <a:r>
              <a:rPr/>
              <a:t>    node = CounterMonitor()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2/2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~/ros2_curri/my_agv_ws/src/agv_control/agv_control</a:t>
            </a:r>
            <a:r>
              <a:rPr/>
              <a:t>nano ~/ros2_curri/my_agv_ws/src/agv_control/agv_control/cmd_test_node.py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CmdTestNode(Node):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super().__init__('cmd_test_node')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self.declare_parameter('linear_speed', 0.15)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코드 밖에서 바꿀 값을 이름과 기본값으로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launch/CLI parameter를 바꾸면 코드 수정 없이 동작이 달라집니다.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 = self.create_publisher(Twist, '/cmd_vel',</a:t>
            </a:r>
            <a:r>
              <a:rPr/>
              <a:t>10)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어떤 message를 어느 topic으로 내보낼지 만듭니다.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topic info`에서 publisher 수가 늘어납니다.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self.create_timer(0.1, self.publish_once)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사람이 호출하지 않아도 일정 주기로 함수를 실행하게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topic의 publish rate 또는 terminal log 주기가 생깁니다.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publish_once(self):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command.linear.x =</a:t>
            </a:r>
            <a:r>
              <a:rPr/>
              <a:t>self.get_parameter('linear_speed').value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등록한 parameter의 현재 값을 읽어 실제 계산에 사용합니다.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param get` 값이 node 동작에 반영됩니다.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3/5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self.publisher.publish(command)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완성한 message를 지금 topic으로 한 번 전송합니다.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다른 terminal의 `ros2 topic echo`에서 같은 값이 보입니다.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~/ros2_curri/my_agv_ws/src/agv_control/agv_control/cmd_test_node.py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class CmdTestNode(Node):</a:t>
            </a:r>
            <a:r>
              <a:rPr/>
              <a:t>    def __init__(self):</a:t>
            </a:r>
            <a:r>
              <a:rPr/>
              <a:t>        super().__init__('cmd_test_node')</a:t>
            </a:r>
            <a:r>
              <a:rPr/>
              <a:t>        self.declare_parameter('linear_speed', 0.15)</a:t>
            </a:r>
            <a:r>
              <a:rPr/>
              <a:t>        self.declare_parameter('angular_speed', 0.0)</a:t>
            </a:r>
            <a:r>
              <a:rPr/>
              <a:t>        self.publisher = self.create_publisher(Twist, '/cmd_vel', 10)</a:t>
            </a:r>
            <a:r>
              <a:rPr/>
              <a:t>        self.remaining =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~/ros2_curri/my_agv_ws/src/agv_control/agv_control/cmd_test_node.py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self.create_timer(0.1, self.publish_once)</a:t>
            </a:r>
            <a:r>
              <a:rPr/>
              <a:t>    def publish_once(self):</a:t>
            </a:r>
            <a:r>
              <a:rPr/>
              <a:t>        command = Twist()</a:t>
            </a:r>
            <a:r>
              <a:rPr/>
              <a:t>        if self.remaining &gt; 0:</a:t>
            </a:r>
            <a:r>
              <a:rPr/>
              <a:t>            command.linear.x = self.get_parameter('linear_speed').value</a:t>
            </a:r>
            <a:r>
              <a:rPr/>
              <a:t>            command.angular.z = self.get_parameter('angular_speed').value</a:t>
            </a:r>
            <a:r>
              <a:rPr/>
              <a:t>            self.remaining -= 1</a:t>
            </a:r>
            <a:r>
              <a:rPr/>
              <a:t>        self.publisher.publish(command)</a:t>
            </a:r>
            <a:r>
              <a:rPr/>
              <a:t>        if self.remaining == 0:</a:t>
            </a:r>
            <a:r>
              <a:rPr/>
              <a:t>            self.get_logger().info('test command finished; publishing zero Twist')</a:t>
            </a:r>
            <a:r>
              <a:rPr/>
              <a:t>            self.remaining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3/5: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3/5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~/ros2_curri/my_agv_ws/src/agv_control/agv_control/cmd_test_node.py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  <a:r>
              <a:rPr/>
              <a:t>    rclpy.init()</a:t>
            </a:r>
            <a:r>
              <a:rPr/>
              <a:t>    node = CmdTestNode()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 2 node 또는 실행 보조 로직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~/ros2_curri/my_agv_ws/src/agv_control/agv_control</a:t>
            </a:r>
            <a:r>
              <a:rPr/>
              <a:t>nano ~/ros2_curri/my_agv_ws/src/agv_control/agv_control/velocity_monitor.py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terminal의 node/topic/log 출력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읽기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class VelocityMonitor(Node):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가질 변수와 callback을 한 덩어리로 묶는 설계도입니다.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아래 초기화·callback이 모두 이 node 한 개의 동작이 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읽기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super().__init__('velocity_monitor')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ROS graph에 표시될 node 이름을 실제로 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후 `ros2 node list`에서 이 이름을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self.create_subscription(Twist, '/cmd_vel', self.callback,</a:t>
            </a:r>
            <a:r>
              <a:rPr/>
              <a:t>10)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이 node가 지정 topic의 message를 받아 callback으로 넘깁니다.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입력 topic을 publish하면 callback의 log 또는 출력이 바뀝니다.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읽기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callback(self, message):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입력 message가 오거나 timer가 울릴 때 실행할 작은 기능 단위입니다.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함수 안의 계산·publish가 실제 node의 반응이 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self.get_logger().info('cmd_vel linear.x=%.3f</a:t>
            </a:r>
            <a:r>
              <a:rPr/>
              <a:t>angular.z=%.3f' % (message.linear.x,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상태나 계산 결과를 사람이 볼 수 있게 terminal에 남깁니다.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node를 실행한 terminal에서 이 문장이 출력됩니다.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읽기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rclpy.init()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프로그램을 ROS 2 통신에 참여시키는 첫 준비입니다.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호출 전에는 node·publisher·subscription을 정상 생성할 수 없습니다.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rclpy.spin(node)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프로그램이 끝나지 않고 message와 timer를 계속 처리하게 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줄이 있어야 실행 뒤 topic을 받고 publish를 계속합니다.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읽기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4/5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node.destroy_node()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node와 ROS 통신을 안전하게 닫는 마무리 단계입니다.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Ctrl+C 또는 종료 뒤 자원이 정리됩니다.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1/3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필요한 ROS message와 Node 도구를 import하고, node의 입력·출력 이름을 먼저 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~/ros2_curri/my_agv_ws/src/agv_control/agv_control/velocity_monitor.py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class VelocityMonitor(Node):</a:t>
            </a:r>
            <a:r>
              <a:rPr/>
              <a:t>    def __init__(self):</a:t>
            </a:r>
            <a:r>
              <a:rPr/>
              <a:t>        super().__init__('velocity_monitor')</a:t>
            </a:r>
            <a:r>
              <a:rPr/>
              <a:t>        self.create_subscription(Twist, '/cmd_vel', self.callback, 10)</a:t>
            </a:r>
            <a:r>
              <a:rPr/>
              <a:t>    def callback(self, message):</a:t>
            </a:r>
            <a:r>
              <a:rPr/>
              <a:t>        self.get_logger().info('cmd_vel linear.x=%.3f angular.z=%.3f' % (message.linear.x,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2/3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앞에서 만든 node에 처리 로직과 publish/subscription 연결을 한 덩어리씩 추가합니다.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~/ros2_curri/my_agv_ws/src/agv_control/agv_control/velocity_monitor.py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message.angular.z))</a:t>
            </a:r>
            <a:r>
              <a:rPr/>
              <a:t>def main():</a:t>
            </a:r>
            <a:r>
              <a:rPr/>
              <a:t>    rclpy.init()</a:t>
            </a:r>
            <a:r>
              <a:rPr/>
              <a:t>    node = VelocityMonitor()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2/3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4/5: 코드 입력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~/ros2_curri/my_agv_ws/src/agv_control/agv_control/velocity_monitor.py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4/5 · 입력 3/3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마지막 callback·timer·main을 입력해 node가 실제로 시작하고 계속 동작하게 만듭니다.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~/ros2_curri/my_agv_ws/src/agv_control/agv_control/velocity_monitor.py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3/3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폴더를 만들고 빈 파일을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파일을 먼저 만든 뒤, 다음 슬라이드의 코드 블록을 위에서 아래로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생성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 파일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19072"/>
            <a:ext cx="923544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141732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만드는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03120"/>
            <a:ext cx="923544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Python package 파일과 ros2 run 실행 이름을 install하는 설정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" y="2852928"/>
            <a:ext cx="10881360" cy="1682496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mkdir -p ~/ros2_curri/my_agv_ws/src/agv_control</a:t>
            </a:r>
            <a:r>
              <a:rPr/>
              <a:t>nano ~/ros2_curri/my_agv_ws/src/agv_control/setup.py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01184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DB7E22"/>
                </a:solidFill>
                <a:latin typeface="Noto Sans CJK KR"/>
              </a:defRPr>
            </a:pPr>
            <a:r>
              <a:rPr/>
              <a:t>nano 저장: Ctrl+O → Enter → Ctrl+X  |  파일이 열리면 아직 비어 있는 것이 정상입니다.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04688"/>
            <a:ext cx="10241280" cy="32918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단계의 확인 화면: ros2 pkg executables와 ros2 run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다른 파일에 이미 있는 도구를 이 파일에서 쓰겠다고 가져옵니다.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import가 빠지면 실행 전에 이름을 찾지 못했다는 오류가 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setup(name=package_name, version='0.1.0',</a:t>
            </a:r>
            <a:r>
              <a:rPr/>
              <a:t>packages=find_packages(exclude=['test']),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Python package를 설치하기 위한 설정 묶음을 시작합니다.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colcon build가 이 파일을 읽어 Python package를 install합니다.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짧은 실제 코드 조각을 먼저 읽고, 다음 슬라이드에서 같은 코드를 직접 입력합니다.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코드 해설 5/5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225B9B"/>
                </a:solidFill>
                <a:latin typeface="DejaVu Sans Mono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3852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줄은 무엇을 만들고, 실행하면 어디에서 확인할 수 있을까요?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data_files=[('share/ament_index/resource_index/packages',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launch·config 같은 코드 밖의 파일도 install하도록 지정합니다.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`ros2 launch`가 package share 경로에서 설정 파일을 찾습니다.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entry_points={'console_scripts': ['counter_publisher =</a:t>
            </a:r>
            <a:r>
              <a:rPr/>
              <a:t>agv_control.counter_publisher:main',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긴 Python 파일 경로 대신 `ros2 run package 실행이름`을 등록합니다.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build·source 뒤 `ros2 pkg executables`로 실행 이름을 확인합니다.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코드 입력 슬라이드에서 이 줄을 발견하면, 방금 설명한 ‘뜻’과 ‘실행에서 보이는 변화’를 다시 말해 봅니다.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5/5: 코드 입력 (1/1)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~/ros2_curri/my_agv_ws/src/agv_control/setup.py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파일 5/5 · 입력 1/1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09344"/>
            <a:ext cx="10972800" cy="38404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 블록이 하는 일: Python package가 source와 launch/config를 install하고 ros2 run 실행 이름을 등록하도록 설정합니다.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DejaVu Sans Mono"/>
              </a:defRPr>
            </a:pPr>
            <a:r>
              <a:rPr/>
              <a:t>현재 열린 파일: ~/ros2_curri/my_agv_ws/src/agv_control/setup.py</a:t>
            </a:r>
            <a:r>
              <a:rPr/>
              <a:t>아래 코드만 입력 → Ctrl+O → Enter로 저장 → 다음 블록으로 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from setuptools import find_packages, setup</a:t>
            </a:r>
            <a:r>
              <a:rPr/>
              <a:t>package_name = 'agv_control'</a:t>
            </a:r>
            <a:r>
              <a:rPr/>
              <a:t>setup(name=package_name, version='0.1.0', packages=find_packages(exclude=['test']),</a:t>
            </a:r>
            <a:r>
              <a:rPr/>
              <a:t>    data_files=[('share/ament_index/resource_index/packages',</a:t>
            </a:r>
            <a:r>
              <a:rPr/>
              <a:t>    ['resource/' + package_name]), ('share/' + package_name, ['package.xml']),</a:t>
            </a:r>
            <a:r>
              <a:rPr/>
              <a:t>    ('share/' + package_name + '/config', ['config/controllers.yaml'])],</a:t>
            </a:r>
            <a:r>
              <a:rPr/>
              <a:t>    install_requires=['setuptools'], zip_safe=True, maintainer='AGV student',</a:t>
            </a:r>
            <a:r>
              <a:rPr/>
              <a:t>    maintainer_email='student@example.com', license='Apache-2.0',</a:t>
            </a:r>
            <a:r>
              <a:rPr/>
              <a:t>    entry_points={'console_scripts': ['counter_publisher = agv_control.counter_publisher:main',</a:t>
            </a:r>
            <a:r>
              <a:rPr/>
              <a:t>     'counter_monitor = agv_control.counter_monitor:main', 'cmd_test_node = agv_control.cmd_test_node:main',</a:t>
            </a:r>
            <a:r>
              <a:rPr/>
              <a:t>     'velocity_monitor = agv_control.velocity_monitor:main', 'safety_controller = agv_control.safety_controller:main',</a:t>
            </a:r>
            <a:r>
              <a:rPr/>
              <a:t>     'pid_controller = agv_control.pid_controller:main']})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입력 1/1 · 이 파일의 다음 코드 블록이 바로 다음 슬라이드에 이어집니다.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console_scripts를 등록한다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ros2 run은 setup.py에 등록된 실행 이름을 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</a:t>
            </a:r>
            <a:r>
              <a:rPr/>
              <a:t>colcon build --symlink-install --packages-select agv_control</a:t>
            </a:r>
            <a:r>
              <a:rPr/>
              <a:t>source install/setup.bash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counter 두 노드를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publisher 출력과 monitor 수신을 분리해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# 터미널 1</a:t>
            </a:r>
            <a:r>
              <a:rPr/>
              <a:t>ros2 run agv_control counter_publisher</a:t>
            </a:r>
            <a:r>
              <a:rPr/>
              <a:t># 터미널 2</a:t>
            </a:r>
            <a:r>
              <a:rPr/>
              <a:t>ros2 run agv_control counter_monitor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~/ros2_curri/my_agv_ws &amp;&amp; source install/setup.bash</a:t>
            </a:r>
            <a:r>
              <a:rPr/>
              <a:t>ros2 run agv_control counter_publisher</a:t>
            </a:r>
            <a:r>
              <a:rPr/>
              <a:t># 새 터미널: ros2 run agv_control counter_monitor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453970"/>
            <a:ext cx="10607040" cy="459928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/counter</a:t>
            </a:r>
            <a:r>
              <a:rPr/>
              <a:t>ros2 topic echo /counter --once</a:t>
            </a:r>
            <a:r>
              <a:rPr/>
              <a:t>ros2 interface show geometry_msgs/msg/Twist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/counter와 /cmd_vel의 값·message type·연결 수를 terminal에서 확인한다.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No executable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setup.py entry_points·재빌드·source 순서로 확인한다.</a:t>
            </a:r>
            <a:r>
              <a:rPr/>
              <a:t>수정 후: ros2 topic info /counter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callback이 오지 않음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토픽 이름과 message type이 양쪽에서 같은지 확인한다.</a:t>
            </a:r>
            <a:r>
              <a:rPr/>
              <a:t>수정 후: ros2 topic info /counter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막혔을 때만: Complete를 복구용으로 사용한다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슬라이드가 먼저가 아닙니다. 직접 입력·실행을 시도한 뒤에만 내 파일과 Complete를 비교합니다.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복구용 Complete    |    현재 폴더 ~/ros2_curri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64208"/>
            <a:ext cx="1069848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권장 순서: ① 내 오류를 확인  ② Complete와 diff  ③ 꼭 필요할 때만 backup 후 복사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423160"/>
            <a:ext cx="10881360" cy="26060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</a:t>
            </a:r>
            <a:r>
              <a:rPr/>
              <a:t>diff -ru my_agv_ws/src blocks/A_ros2_basics/M03_pubsub/complete/agv_ws/src || true</a:t>
            </a:r>
            <a:r>
              <a:rPr/>
              <a:t>cp -a my_agv_ws/src my_agv_ws/src_before_M03</a:t>
            </a:r>
            <a:r>
              <a:rPr/>
              <a:t>cp -a blocks/A_ros2_basics/M03_pubsub/complete/agv_ws/src/. my_agv_ws/src/</a:t>
            </a:r>
            <a:r>
              <a:rPr/>
              <a:t>cd my_agv_ws &amp;&amp; colcon build --symlink-install &amp;&amp; source install/setup.bash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413248"/>
            <a:ext cx="10424160" cy="4297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복구 뒤에는 끝내지 말고, 내 파일과 Complete의 차이를 한 줄씩 설명한 뒤 다시 직접 입력해 봅니다.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cmd_test_node의 linear.x와 angular.z를 각각 바꾸고 velocity_monitor 출력을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/counter와 /cmd_vel의 값·message type·연결 수를 terminal에서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blocks/A_ros2_basics/M03_pubsub/complete/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M04 TF2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M03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A · 4/4 · M04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TF2 좌표계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M04의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M04 · Block A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TF2와 로봇 좌표계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정적 TF를 발행하고 frame 이름과 RViz Fixed Frame의 관계를 설명한다.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PPT에서 폴더 생성 → 빈 파일 열기 → 코드 입력·저장 → build/run → 검증을 직접 반복합니다.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M03 node/topic 관찰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M04</a:t>
            </a:r>
            <a:r>
              <a:rPr/>
              <a:t>TF2와 로봇 좌표계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M05 URDF link/joint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M03에서 node/topic을 확인할 수 있는 상태. 아직 실제 AGV 모델은 필요 없다.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M03 node/topic 관찰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~/ros2_curri/my_agv_ws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~/ros2_curri/my_agv_ws이고,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map→odom→base_link→sensor frame의 부모·자식 관계와 Fixed Frame을 이해한다.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정적 TF를 발행하고 frame 이름과 RViz Fixed Frame의 관계를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프로젝트에 이번 기능을 직접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완성본을 먼저 복사하지 않습니다. 빈 workspace에 지금 필요한 폴더와 파일을 하나씩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프로젝트 조립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5564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1911095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5C6672"/>
                </a:solidFill>
                <a:latin typeface="Noto Sans CJK KR"/>
              </a:defRPr>
            </a:pPr>
            <a:r>
              <a:rPr/>
              <a:t>이미 있는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892807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M03 node/topic 관찰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8152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960120" y="323697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25B9B"/>
                </a:solidFill>
                <a:latin typeface="Noto Sans CJK KR"/>
              </a:defRPr>
            </a:pPr>
            <a:r>
              <a:rPr/>
              <a:t>이번에 직접 만들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321868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map→odom→base_link→sensor frame의 부모·자식 관계와 Fixed Frame을 이해한다.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07408"/>
            <a:ext cx="10835640" cy="1033271"/>
          </a:xfrm>
          <a:prstGeom prst="roundRect">
            <a:avLst/>
          </a:prstGeom>
          <a:solidFill>
            <a:srgbClr val="F4F7FB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4562856"/>
            <a:ext cx="1920240" cy="228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만들고 나서 확인할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4544568"/>
            <a:ext cx="822960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22C4E"/>
                </a:solidFill>
                <a:latin typeface="Noto Sans CJK KR"/>
              </a:defRPr>
            </a:pPr>
            <a:r>
              <a:rPr/>
              <a:t>정적 TF를 발행하고 frame 이름과 RViz Fixed Frame의 관계를 설명한다.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5833872"/>
            <a:ext cx="10561320" cy="3657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이번 모듈은 사용자 파일 없이 ROS 2 기본 도구를 실행해 이후 프로젝트에 필요한 동작을 관찰합니다.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odom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base_link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lidar_link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이번에 프로젝트 안에 새로 만드는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아래 파일은 완성본을 복사하지 않고, 다음 슬라이드에서 폴더·빈 파일부터 직접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~/ros2_curri/my_agv_ws/src/</a:t>
            </a:r>
            <a:r>
              <a:rPr/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하나를 만들고 저장한 뒤에만 다음 파일로 넘어갑니다. Complete는 오류가 풀리지 않을 때만 비교합니다.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명령어를 코드처럼 읽기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명령 해설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현재 terminal에 ROS 2 명령과 기본 package 경로를 등록합니다.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이 줄 뒤에 `ros2 --help`와 `ros2 run` 명령이 동작합니다.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78224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tf2_ros static_transform_publisher 0.12 0 0.28 0</a:t>
            </a:r>
            <a:r>
              <a:rPr/>
              <a:t>0 0 base_link lidar_link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4078224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239512" y="4187952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8" y="4169663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숫자 xyz·rpy와 parent/child frame을 받아 움직이지 않는 TF를 발행합니다.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96128" y="4828032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`/tf_static`과 TF frame tree에서 base_link → lidar_link를 확인합니다.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명령어를 코드처럼 읽기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파일을 만들지 않는 모듈도 한 줄씩 뜻과 화면에서 확인할 결과를 먼저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명령 해설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664208"/>
            <a:ext cx="1078992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DB7E22"/>
                </a:solidFill>
                <a:latin typeface="Noto Sans CJK KR"/>
              </a:defRPr>
            </a:pPr>
            <a:r>
              <a:rPr/>
              <a:t>말로 먼저 답해 보세요: 이 명령은 무엇을 시작하고, 성공하면 어디에 무엇이 보일까요?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359152"/>
            <a:ext cx="4160520" cy="14173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tf2_tools view_frames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359152"/>
            <a:ext cx="65379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239512" y="2468880"/>
            <a:ext cx="594360" cy="21945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225B9B"/>
                </a:solidFill>
                <a:latin typeface="Noto Sans CJK KR"/>
              </a:defRPr>
            </a:pPr>
            <a:r>
              <a:rPr/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2450592"/>
            <a:ext cx="5696712" cy="493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300" b="0">
                <a:solidFill>
                  <a:srgbClr val="122C4E"/>
                </a:solidFill>
                <a:latin typeface="Noto Sans CJK KR"/>
              </a:defRPr>
            </a:pPr>
            <a:r>
              <a:rPr/>
              <a:t>뜻: 앞 단어는 package, 뒤 단어는 그 package에 등록된 실행 이름입니다.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3108960"/>
            <a:ext cx="5696712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2A8B5A"/>
                </a:solidFill>
                <a:latin typeface="Noto Sans CJK KR"/>
              </a:defRPr>
            </a:pPr>
            <a:r>
              <a:rPr/>
              <a:t>실행에서: 실행 terminal의 log와 `ros2 node list`에서 node 동작을 확인합니다.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6199632"/>
            <a:ext cx="1069848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다음 실행 슬라이드에서는 이 명령을 직접 입력하고, 방금 말한 확인 결과가 보일 때까지 진행하지 않습니다.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1/2: 정적 TF를 발행한다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1/2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고정 장착 센서는 시간에 따라 바뀌지 않는 transform을 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/opt/ros/jazzy/setup.bash</a:t>
            </a:r>
            <a:r>
              <a:rPr/>
              <a:t>ros2 run tf2_ros static_transform_publisher 0.12 0 0.28 0 0 0 base_link lidar_link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구현 뒤 실행 2/2: TF 연결을 검사한다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방금 직접 만든 파일을 실행·검사하며 다음 파일로 넘어갈 기준을 만듭니다.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2/2    |    현재 폴더 ~/ros2_curri/my_agv_ws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frame의 부모·자식과 누락 여부를 파일로 확인한다.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tf2_tools view_frames</a:t>
            </a:r>
            <a:r>
              <a:rPr/>
              <a:t># frames.pdf 생성 뒤 base_link → lidar_link 연결을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출력에서 topic·frame·파일 이름 또는 성공 메시지를 찾고, 맞지 않으면 다음 파일로 가지 않습니다.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run tf2_ros static_transform_publisher 0.12 0 0.28 0 0 0 base_link lidar_link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14476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화면에서 확인: 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echo /tf_static --once</a:t>
            </a:r>
            <a:r>
              <a:rPr/>
              <a:t>ros2 run tf2_tools view_frames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정적 TF를 발행하고 frame 이름과 RViz Fixed Frame의 관계를 설명한다.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RViz에 아무것도 안 보임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Fixed Frame과 TF 존재 여부를 먼저 확인한다.</a:t>
            </a:r>
            <a:r>
              <a:rPr/>
              <a:t>수정 후: ros2 topic echo /tf_static --once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센서가 엉뚱한 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rpy 단위·parent/child 순서·축 방향을 점검한다.</a:t>
            </a:r>
            <a:r>
              <a:rPr/>
              <a:t>수정 후: ros2 topic echo /tf_static --once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camera_link의 xyz를 0.30 0 0.26으로 바꾸어 발행하고 lidar_link와 위치 차이를 설명한다.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내 프로젝트 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Complete는 복구용 비교 기준이고, 다음 단계는 내가 직접 만든 workspace에서 계속합니다.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~/ros2_curri/my_agv_ws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정적 TF를 발행하고 frame 이름과 RViz Fixed Frame의 관계를 설명한다.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막혔을 때 비교할 Complete: blocks/A_ros2_basics/M04_tf2_frames/complete/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M05 URDF link/joint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내 src의 변경사항을 저장하고 현재 완료 조건을 다시 확인합니다.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M04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