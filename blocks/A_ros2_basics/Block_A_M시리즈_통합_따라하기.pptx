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4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ROS 2 기초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M01 → M02 → M03 → M04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A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1/4 · M01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M01</a:t>
            </a:r>
            <a:r>
              <a:rPr/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talker</a:t>
            </a:r>
            <a:r>
              <a:rPr/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/chatter</a:t>
            </a:r>
            <a:r>
              <a:rPr/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</a:t>
            </a:r>
            <a:r>
              <a:rPr/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ros2 --help | head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demo_nodes_cpp talker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demo_nodes_py listener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ROS graph에서 실행 중인 node 이름을 나열합니다.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talker/listener 또는 launch node가 목록에 나타납니다.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demo_nodes_cpp talker</a:t>
            </a:r>
            <a:r>
              <a:rPr/>
              <a:t># 새 터미널 2</a:t>
            </a:r>
            <a:r>
              <a:rPr/>
              <a:t>source /opt/ros/jazzy/setup.bash</a:t>
            </a:r>
            <a:r>
              <a:rPr/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demo_nodes_cpp talker</a:t>
            </a:r>
            <a:r>
              <a:rPr/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source /opt/ros/jazzy/setup.bash를 실행한다.</a:t>
            </a:r>
            <a:r>
              <a:rPr/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talker 실행·/chatter 이름·publisher 수를 순서대로 확인한다.</a:t>
            </a:r>
            <a:r>
              <a:rPr/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2/4 · M02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M02</a:t>
            </a:r>
            <a:r>
              <a:rPr/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src</a:t>
            </a:r>
            <a:r>
              <a:rPr/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install</a:t>
            </a:r>
            <a:r>
              <a:rPr/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agv_control/package.xml</a:t>
            </a:r>
            <a:r>
              <a:rPr/>
              <a:t>└── agv_control/setup.py</a:t>
            </a:r>
            <a:r>
              <a:rPr/>
              <a:t>└── agv_cpp_examples/CMakeLists.txt</a:t>
            </a:r>
            <a:r>
              <a:rPr/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</a:t>
            </a:r>
            <a:r>
              <a:rPr/>
              <a:t>cd ~/ros2_curri/my_agv_ws/src</a:t>
            </a:r>
            <a:r>
              <a:rPr/>
              <a:t>ros2 pkg create --build-type ament_python --dependencies rclpy std_msgs geometry_msgs agv_control</a:t>
            </a:r>
            <a:r>
              <a:rPr/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&lt;name&gt;agv_control&lt;/name&gt;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</a:t>
            </a:r>
            <a:r>
              <a:rPr/>
              <a:t>  </a:t>
            </a:r>
            <a:r>
              <a:rPr/>
              <a:t>  &lt;name&gt;agv_control&lt;/name&gt;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&lt;description&gt;Small ROS 2 control nodes for the educational AGV.&lt;/description&gt;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&lt;exec_depend&gt;rclpy&lt;/exec_depend&gt;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</a:t>
            </a:r>
            <a:r>
              <a:rPr/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add_executable(status_publisher src/status_publisher.cpp)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C++ 소스 파일을 `ros2 run`으로 실행할 프로그램 이름으로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run`에서 이 실행 이름이 보여야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ament_target_dependencies(status_publisher rclcpp</a:t>
            </a:r>
            <a:r>
              <a:rPr/>
              <a:t>std_msgs)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방금 만든 C++ 실행 파일과 ROS 라이브러리를 실제로 연결합니다.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연결이 빠지면 header 또는 symbol 관련 컴파일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install(TARGETS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build 결과물이나 설정 파일을 install 공간에 복사하는 규칙입니다.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source 뒤 ROS 2가 파일·launch·실행 파일을 찾을 수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project(agv_cpp_examples)</a:t>
            </a:r>
            <a:r>
              <a:rPr/>
              <a:t># ament_cmake가 ROS 2 패키지를 빌드·설치하는 기본 도구입니다.</a:t>
            </a:r>
            <a:r>
              <a:rPr/>
              <a:t>find_package(ament_cmake REQUIRED)</a:t>
            </a:r>
            <a:r>
              <a:rPr/>
              <a:t>find_package(rclcpp REQUIRED)</a:t>
            </a:r>
            <a:r>
              <a:rPr/>
              <a:t>find_package(std_msgs REQUIRED)</a:t>
            </a:r>
            <a:r>
              <a:rPr/>
              <a:t># src/status_publisher.cpp를 실행 파일 하나로 컴파일합니다.</a:t>
            </a:r>
            <a:r>
              <a:rPr/>
              <a:t>add_executable(status_publisher src/status_publisher.cpp)</a:t>
            </a:r>
            <a:r>
              <a:rPr/>
              <a:t>ament_target_dependencies(status_publisher rclcpp std_msgs)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ros2 run agv_cpp_examples status_publisher가 찾는 설치 경로입니다.</a:t>
            </a:r>
            <a:r>
              <a:rPr/>
              <a:t>install(TARGETS</a:t>
            </a:r>
            <a:r>
              <a:rPr/>
              <a:t>  status_publisher</a:t>
            </a:r>
            <a:r>
              <a:rPr/>
              <a:t>  DESTINATION lib/${PROJECT_NAME})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~/ros2_curri/my_agv_ws/src/agv_cpp_examples/src</a:t>
            </a:r>
            <a:r>
              <a:rPr/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StatusPublisher : public rclcpp::Node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: Node("cpp_status_publisher"), sequence_(0)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 안에서 시작할 ROS node 하나의 package·실행 이름을 지정합니다.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`ros2 node list`에 이 node가 나타납니다.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message.data = this-&gt;get_parameter("message").as_string()</a:t>
            </a:r>
            <a:r>
              <a:rPr/>
              <a:t>+ " #" + std::to_string(sequence_++);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RCLCPP_INFO(this-&gt;get_logger(), "published: %s",</a:t>
            </a:r>
            <a:r>
              <a:rPr/>
              <a:t>message.data.c_str());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&lt;chrono&gt;</a:t>
            </a:r>
            <a:r>
              <a:rPr/>
              <a:t>#include &lt;functional&gt;</a:t>
            </a:r>
            <a:r>
              <a:rPr/>
              <a:t>#include &lt;memory&gt;</a:t>
            </a:r>
            <a:r>
              <a:rPr/>
              <a:t>#include &lt;string&gt;</a:t>
            </a:r>
            <a:r>
              <a:rPr/>
              <a:t>#include "rclcpp/rclcpp.hpp"</a:t>
            </a:r>
            <a:r>
              <a:rPr/>
              <a:t>#include "std_msgs/msg/string.hpp"</a:t>
            </a:r>
            <a:r>
              <a:rPr/>
              <a:t>using namespace std::chrono_literals;</a:t>
            </a:r>
            <a:r>
              <a:rPr/>
              <a:t>// Python의 Node 클래스와 같은 역할을 하는 C++ ROS 2 node입니다.</a:t>
            </a:r>
            <a:r>
              <a:rPr/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{</a:t>
            </a:r>
            <a:r>
              <a:rPr/>
              <a:t>public:</a:t>
            </a:r>
            <a:r>
              <a:rPr/>
              <a:t>  StatusPublisher()</a:t>
            </a:r>
            <a:r>
              <a:rPr/>
              <a:t>  : Node("cpp_status_publisher"), sequence_(0)</a:t>
            </a:r>
            <a:r>
              <a:rPr/>
              <a:t>  {</a:t>
            </a:r>
            <a:r>
              <a:rPr/>
              <a:t>    // ros2 run 뒤 --ros-args -p message:=... 로 바꿀 수 있는 parameter입니다.</a:t>
            </a:r>
            <a:r>
              <a:rPr/>
              <a:t>    this-&gt;declare_parameter&lt;std::string&gt;("message", "C++ AGV 상태 정상");</a:t>
            </a:r>
            <a:r>
              <a:rPr/>
              <a:t>    // String 메시지를 /cpp_status topic으로 publish합니다. 마지막 10은 queue depth입니다.</a:t>
            </a:r>
            <a:r>
              <a:rPr/>
              <a:t>    publisher_ = this-&gt;create_publisher&lt;std_msgs::msg::String&gt;("/cpp_status", 10);</a:t>
            </a:r>
            <a:r>
              <a:rPr/>
              <a:t>    timer_ = this-&gt;create_wall_timer(1s, std::bind(&amp;StatusPublisher::publish_status, this));</a:t>
            </a:r>
            <a:r>
              <a:rPr/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private:</a:t>
            </a:r>
            <a:r>
              <a:rPr/>
              <a:t>  void publish_status()</a:t>
            </a:r>
            <a:r>
              <a:rPr/>
              <a:t>  {</a:t>
            </a:r>
            <a:r>
              <a:rPr/>
              <a:t>    auto message = std_msgs::msg::String();</a:t>
            </a:r>
            <a:r>
              <a:rPr/>
              <a:t>    message.data = this-&gt;get_parameter("message").as_string() + " #" + std::to_string(sequence_++);</a:t>
            </a:r>
            <a:r>
              <a:rPr/>
              <a:t>    publisher_-&gt;publish(message);</a:t>
            </a:r>
            <a:r>
              <a:rPr/>
              <a:t>    RCLCPP_INFO(this-&gt;get_logger(), "published: %s", message.data.c_str());</a:t>
            </a:r>
            <a:r>
              <a:rPr/>
              <a:t>  }</a:t>
            </a:r>
            <a:r>
              <a:rPr/>
              <a:t>  std::size_t sequence_;</a:t>
            </a:r>
            <a:r>
              <a:rPr/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rclcpp::TimerBase::SharedPtr timer_;</a:t>
            </a:r>
            <a:r>
              <a:rPr/>
              <a:t>};</a:t>
            </a:r>
            <a:r>
              <a:rPr/>
              <a:t>int main(int argc, char * argv[])</a:t>
            </a:r>
            <a:r>
              <a:rPr/>
              <a:t>{</a:t>
            </a:r>
            <a:r>
              <a:rPr/>
              <a:t>  rclcpp::init(argc, argv);</a:t>
            </a:r>
            <a:r>
              <a:rPr/>
              <a:t>  rclcpp::spin(std::make_shared&lt;StatusPublisher&gt;());</a:t>
            </a:r>
            <a:r>
              <a:rPr/>
              <a:t>  rclcpp::shutdown();</a:t>
            </a:r>
            <a:r>
              <a:rPr/>
              <a:t>  return 0;</a:t>
            </a:r>
            <a:r>
              <a:rPr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colcon은 방금 만든 src 아래 package를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기본 ROS와 내가 만든 package는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source ~/ros2_curri/my_agv_ws/install/setup.bash</a:t>
            </a:r>
            <a:r>
              <a:rPr/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source /opt/ros/jazzy/setup.bash</a:t>
            </a:r>
            <a:r>
              <a:rPr/>
              <a:t>colcon build --symlink-install</a:t>
            </a:r>
            <a:r>
              <a:rPr/>
              <a:t>source install/setup.bash</a:t>
            </a:r>
            <a:r>
              <a:rPr/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pwd</a:t>
            </a:r>
            <a:r>
              <a:rPr/>
              <a:t>find src -maxdepth 2 -name package.xml -o -name CMakeLists.txt</a:t>
            </a:r>
            <a:r>
              <a:rPr/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~/ros2_curri/my_agv_ws에서 build했는지와 install/setup.bash source를 확인한다.</a:t>
            </a:r>
            <a:r>
              <a:rPr/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src 안에 같은 package name이 두 개 없는지 확인한다.</a:t>
            </a:r>
            <a:r>
              <a:rPr/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blocks/A_ros2_basics/M02_workspace_package/complete/agv_ws/src || true</a:t>
            </a:r>
            <a:r>
              <a:rPr/>
              <a:t>cp -a my_agv_ws/src my_agv_ws/src_before_M02</a:t>
            </a:r>
            <a:r>
              <a:rPr/>
              <a:t>cp -a blocks/A_ros2_basics/M02_workspace_package/complete/agv_ws/src/.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3/4 · M03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M03</a:t>
            </a:r>
            <a:r>
              <a:rPr/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</a:t>
            </a:r>
            <a:r>
              <a:rPr/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subscriber</a:t>
            </a:r>
            <a:r>
              <a:rPr/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agv_control/agv_control/counter_publisher.py</a:t>
            </a:r>
            <a:r>
              <a:rPr/>
              <a:t>└── agv_control/agv_control/counter_monitor.py</a:t>
            </a:r>
            <a:r>
              <a:rPr/>
              <a:t>└── agv_control/agv_control/cmd_test_node.py</a:t>
            </a:r>
            <a:r>
              <a:rPr/>
              <a:t>└── agv_control/agv_control/velocity_monitor.py</a:t>
            </a:r>
            <a:r>
              <a:rPr/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CounterPublisher(Node):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super().__init__('counter_publisher')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self.create_publisher(Int32, '/counter',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self.create_timer(1.0, self.publish_counter)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publish_counter(self):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self.publisher.publish(message)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self.get_logger().info(f'/counter: 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CounterPublisher(Node):</a:t>
            </a:r>
            <a:r>
              <a:rPr/>
              <a:t>    def __init__(self):</a:t>
            </a:r>
            <a:r>
              <a:rPr/>
              <a:t>        super().__init__('counter_publisher')</a:t>
            </a:r>
            <a:r>
              <a:rPr/>
              <a:t>        self.publisher = self.create_publisher(Int32, '/counter', 10)</a:t>
            </a:r>
            <a:r>
              <a:rPr/>
              <a:t>        self.value = 0</a:t>
            </a:r>
            <a:r>
              <a:rPr/>
              <a:t>        self.create_timer(1.0, self.publish_counter)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publish_counter(self):</a:t>
            </a:r>
            <a:r>
              <a:rPr/>
              <a:t>        message = Int32(data=self.value)</a:t>
            </a:r>
            <a:r>
              <a:rPr/>
              <a:t>        self.publisher.publish(message)</a:t>
            </a:r>
            <a:r>
              <a:rPr/>
              <a:t>        self.get_logger().info(f'/counter: {message.data}')</a:t>
            </a:r>
            <a:r>
              <a:rPr/>
              <a:t>        self.value += 1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CounterPublisher()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CounterMonitor(Node):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super().__init__('counter_monitor')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self.create_subscription(Int32, '/counter', self.callback,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self.get_logger().info(f'received /counter:</a:t>
            </a:r>
            <a:r>
              <a:rPr/>
              <a:t>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CounterMonitor(Node):</a:t>
            </a:r>
            <a:r>
              <a:rPr/>
              <a:t>    def __init__(self):</a:t>
            </a:r>
            <a:r>
              <a:rPr/>
              <a:t>        super().__init__('counter_monitor')</a:t>
            </a:r>
            <a:r>
              <a:rPr/>
              <a:t>        self.create_subscription(Int32, '/counter', self.callback, 10)</a:t>
            </a:r>
            <a:r>
              <a:rPr/>
              <a:t>    def callback(self, message):</a:t>
            </a:r>
            <a:r>
              <a:rPr/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self.create_publisher(Twist, '/cmd_vel',</a:t>
            </a:r>
            <a:r>
              <a:rPr/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command.linear.x =</a:t>
            </a:r>
            <a:r>
              <a:rPr/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VelocityMonitor(Node):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super().__init__('velocity_monitor')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self.create_subscription(Twist, '/cmd_vel', self.callback,</a:t>
            </a:r>
            <a:r>
              <a:rPr/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self.get_logger().info('cmd_vel linear.x=%.3f</a:t>
            </a:r>
            <a:r>
              <a:rPr/>
              <a:t>angular.z=%.3f' % (message.linear.x,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VelocityMonitor(Node):</a:t>
            </a:r>
            <a:r>
              <a:rPr/>
              <a:t>    def __init__(self):</a:t>
            </a:r>
            <a:r>
              <a:rPr/>
              <a:t>        super().__init__('velocity_monitor')</a:t>
            </a:r>
            <a:r>
              <a:rPr/>
              <a:t>        self.create_subscription(Twist, '/cmd_vel', self.callback, 10)</a:t>
            </a:r>
            <a:r>
              <a:rPr/>
              <a:t>    def callback(self, message):</a:t>
            </a:r>
            <a:r>
              <a:rPr/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message.angular.z))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VelocityMonitor()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['counter_publisher =</a:t>
            </a:r>
            <a:r>
              <a:rPr/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agv_control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agv_control counter_publisher</a:t>
            </a:r>
            <a:r>
              <a:rPr/>
              <a:t># 터미널 2</a:t>
            </a:r>
            <a:r>
              <a:rPr/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run agv_control counter_publisher</a:t>
            </a:r>
            <a:r>
              <a:rPr/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/counter</a:t>
            </a:r>
            <a:r>
              <a:rPr/>
              <a:t>ros2 topic echo /counter --once</a:t>
            </a:r>
            <a:r>
              <a:rPr/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setup.py entry_points·재빌드·source 순서로 확인한다.</a:t>
            </a:r>
            <a:r>
              <a:rPr/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토픽 이름과 message type이 양쪽에서 같은지 확인한다.</a:t>
            </a:r>
            <a:r>
              <a:rPr/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blocks/A_ros2_basics/M03_pubsub/complete/agv_ws/src || true</a:t>
            </a:r>
            <a:r>
              <a:rPr/>
              <a:t>cp -a my_agv_ws/src my_agv_ws/src_before_M03</a:t>
            </a:r>
            <a:r>
              <a:rPr/>
              <a:t>cp -a blocks/A_ros2_basics/M03_pubsub/complete/agv_ws/src/.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4/4 · M04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M04</a:t>
            </a:r>
            <a:r>
              <a:rPr/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</a:t>
            </a:r>
            <a:r>
              <a:rPr/>
              <a:t>0 0 base_link lidar_link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숫자 xyz·rpy와 parent/child frame을 받아 움직이지 않는 TF를 발행합니다.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`/tf_static`과 TF frame tree에서 base_link → lidar_link를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명령어를 코드처럼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terminal의 log와 `ros2 node list`에서 node 동작을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  <a:r>
              <a:rPr/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/tf_static --once</a:t>
            </a:r>
            <a:r>
              <a:rPr/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Fixed Frame과 TF 존재 여부를 먼저 확인한다.</a:t>
            </a:r>
            <a:r>
              <a:rPr/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rpy 단위·parent/child 순서·축 방향을 점검한다.</a:t>
            </a:r>
            <a:r>
              <a:rPr/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