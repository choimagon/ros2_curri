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 터미널 1은 talker를 계속 실행하고, 터미널 2는 listener가 받은 문자열을 출력하는지 관찰한다.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demo_nodes_cpp talker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ros2 run demo_nodes_cpp talker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 두 node가 동시에 살아 있어야 /counter를 주고받는다.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counter_publisher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counter_publisher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ros2 --help | 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 터미널 1은 talker를 계속 실행하고, 터미널 2는 listener가 받은 문자열을 출력하는지 관찰한다.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demo_nodes_cpp talker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demo_nodes_py listener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/chatter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/chatter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demo_nodes_cpp talker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demo_nodes_py listener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/chatter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ament_python --dependencies rclpy std_msgs geometry_msgs agv_control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&lt;name&gt;agv_control&lt;/name&gt;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&lt;description&gt;Small ROS 2 control nodes for the educational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&lt;exec_depend&gt;std_msgs&lt;/exec_depend&gt;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&lt;exec_depend&gt;geometry_msgs&lt;/exec_depend&gt;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ament_target_dependencies(status_publisher rclcpp</a:t>
            </a:r>
            <a:r>
              <a:rPr/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project(agv_cpp_examples)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ament_cmake가 ROS 2 패키지를 빌드·설치하는 기본 도구입니다.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find_package(rclcpp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find_package(std_msgs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src/status_publisher.cpp를 실행 파일 하나로 컴파일합니다.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add_executable(status_publisher src/status_publisher.cpp)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install(TARGETS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status_publisher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DESTINATION lib/${PROJECT_NAME})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~/ros2_curri/my_agv_ws/src/agv_cpp_examples/src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message.data = this-&gt;get_parameter("message").as_string()</a:t>
            </a:r>
            <a:r>
              <a:rPr/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RCLCPP_INFO(this-&gt;get_logger(), "published: %s",</a:t>
            </a:r>
            <a:r>
              <a:rPr/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&lt;functional&gt;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&lt;memory&gt;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&lt;string&gt;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"rclcpp/rclcpp.hpp"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"std_msgs/msg/string.hpp"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using namespace std::chrono_literals;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// Python의 Node 클래스와 같은 역할을 하는 C++ ROS 2 node입니다.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public: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StatusPublisher()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: Node("cpp_status_publisher"), sequence_(0)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// ros2 run 뒤 --ros-args -p message:=... 로 바꿀 수 있는 parameter입니다.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this-&gt;declare_parameter&lt;std::string&gt;("message", "C++ AGV 상태 정상");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// String 메시지를 /cpp_status topic으로 publish합니다. 마지막 10은 queue depth입니다.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publisher_ = this-&gt;create_publisher&lt;std_msgs::msg::String&gt;("/cpp_status", 10);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timer_ = this-&gt;create_wall_timer(1s, std::bind(&amp;StatusPublisher::publish_status, this));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void publish_status()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auto message = std_msgs::msg::String();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message.data = this-&gt;get_parameter("message").as_string() + " #" + std::to_string(sequence_++);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publisher_-&gt;publish(message);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RCLCPP_INFO(this-&gt;get_logger(), "published: %s", message.data.c_str());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}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std::size_t sequence_;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};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int main(int argc, char * argv[])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rclcpp::init(argc, argv);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rclcpp::spin(std::make_shared&lt;StatusPublisher&gt;());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rclcpp::shutdown();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return 0;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방금 만든 src 아래 package를 찾아 build/install/log를 만든다.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package는 서로 다른 setup 파일이다.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executables agv_cpp_examples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agv_cpp_examples status_publisher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src -maxdepth 2 -name package.xml -o -name CMakeLists.txt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~/ros2_curri/my_agv_ws에서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blocks/A_ros2_basics/M02_workspace_package/complete/agv_ws/src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blocks/A_ros2_basics/M02_workspace_package/complete/agv_ws/src/.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self.create_publisher(Int32, '/counter',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std_msgs.msg import Int32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CounterPublisher(Node):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super().__init__('counter_publisher')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self.create_publisher(Int32, '/counter',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self.value = 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message = Int32(data=self.value)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self.publisher.publish(message)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self.get_logger().info(f'/counter: {message.data}')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self.value +=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CounterPublisher()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self.create_subscription(Int32, '/counter',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self.get_logger().info(f'received /counter:</a:t>
            </a:r>
            <a:r>
              <a:rPr/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std_msgs.msg import Int32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super().__init__('counter_monitor')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self.create_subscription(Int32, '/counter', self.callback,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CounterMonitor()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super().__init__('cmd_test_node')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self.declare_parameter('linear_speed',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self.declare_parameter('angular_speed', 0.0)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publish_once(self):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self.remaining &gt;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command.linear.x = self.get_parameter('linear_speed').value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self.get_parameter('angular_speed').value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self.remaining -=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self.remaining ==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self.get_logger().info('test command finished; publishing zero Twist')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CmdTestNode()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'/cmd_vel',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self.get_logger().info('cmd_vel linear.x=%.3f</a:t>
            </a:r>
            <a:r>
              <a:rPr/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VelocityMonitor(Node):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super().__init__('velocity_monitor')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self.create_subscription(Twist, '/cmd_vel', self.callback,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VelocityMonitor()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 두 node가 동시에 살아 있어야 /counter를 주고받는다.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counter_publisher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counter_monitor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counter_publisher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counter_monitor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/counter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blocks/A_ros2_basics/M03_pubsub/complete/agv_ws/src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my_agv_ws/src_before_M03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blocks/A_ros2_basics/M03_pubsub/complete/agv_ws/src/.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</a:t>
            </a:r>
            <a:r>
              <a:rPr/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TF/robot_description을 계속 발행하므로 이 창은 실행 상태로 유지합니다.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RViz2 화면    |    GUI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 화면에서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RViz 클릭 순서 — 아래 내용은 터미널 명령이 아니라 화면 조작 안내입니다.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63824"/>
            <a:ext cx="10835640" cy="1572768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ros2 run tf2_tools view_frames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Aptos"/>
              </a:defRPr>
            </a:pPr>
            <a:r>
              <a:rPr/>
              <a:t># frames.pdf 생성 뒤 base_link → lidar_link 연결을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각 줄을 위에서 아래로 클릭한 뒤, 왼쪽 Displays 목록에 항목이 추가됐는지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TF/robot_description을 계속 발행하므로 이 창은 실행 상태로 유지합니다.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