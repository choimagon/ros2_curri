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노드가 Topic으로 메시지를 주고받는 구조를 직접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이전=과정 시작, 다음=M02 workspace 생성을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노드가 Topic으로 메시지를 주고받는 구조를 직접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새 터미널은 ROS 명령을 아직 모른다.</a:t>
            </a:r>
          </a:p>
          <a:p>
            <a:r>
              <a:t>[실행] source /opt/ros/jazzy/setup.bash</a:t>
            </a:r>
          </a:p>
          <a:p>
            <a:r>
              <a:t>ros2 --help | head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Publisher와 Subscriber는 동시에 살아 있어야 한다.</a:t>
            </a:r>
          </a:p>
          <a:p>
            <a:r>
              <a:t>[실행] # 터미널 1</a:t>
            </a:r>
          </a:p>
          <a:p>
            <a:r>
              <a:t>ros2 run demo_nodes_cpp talker</a:t>
            </a:r>
          </a:p>
          <a:p/>
          <a:p>
            <a:r>
              <a:t># 새 터미널 2</a:t>
            </a:r>
          </a:p>
          <a:p>
            <a:r>
              <a:t>source /opt/ros/jazzy/setup.bash</a:t>
            </a:r>
          </a:p>
          <a:p>
            <a:r>
              <a:t>ros2 run demo_nodes_py listener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 밖에서도 이름·타입·연결 수를 확인할 수 있다.</a:t>
            </a:r>
          </a:p>
          <a:p>
            <a:r>
              <a:t>[실행] ros2 node list</a:t>
            </a:r>
          </a:p>
          <a:p>
            <a:r>
              <a:t>ros2 topic list</a:t>
            </a:r>
          </a:p>
          <a:p>
            <a:r>
              <a:t>ros2 topic info /chatter</a:t>
            </a:r>
          </a:p>
          <a:p>
            <a:r>
              <a:t>ros2 topic echo /chatter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/opt/ros/jazzy/setup.bash</a:t>
            </a:r>
          </a:p>
          <a:p>
            <a:r>
              <a:t>ros2 run demo_nodes_cpp talker</a:t>
            </a:r>
          </a:p>
          <a:p>
            <a:r>
              <a:t># 새 터미널: ros2 run demo_nodes_py listener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node list</a:t>
            </a:r>
          </a:p>
          <a:p>
            <a:r>
              <a:t>ros2 topic info /chatter</a:t>
            </a:r>
          </a:p>
          <a:p>
            <a:r>
              <a:t>ros2 topic echo /chatter --once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M02 workspace 생성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~/ros2_curri/agv_ws를 만들고 Python ament_python과 C++ ament_cmake 패키지를 빌드한다.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이전=M01 ROS 2 source, 다음=M03 Python Pub/Sub을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~/ros2_curri/agv_ws를 만들고 Python ament_python과 C++ ament_cmake 패키지를 빌드한다.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colcon은 src 아래 패키지를 찾아 build/install/log를 만든다.</a:t>
            </a:r>
          </a:p>
          <a:p>
            <a:r>
              <a:t>[실행] mkdir -p ~/ros2_curri/agv_ws/src</a:t>
            </a:r>
          </a:p>
          <a:p>
            <a:r>
              <a:t>cd ~/ros2_curri/agv_ws</a:t>
            </a:r>
          </a:p>
          <a:p>
            <a:r>
              <a:t>colcon build --symlink-install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기본 ROS와 내가 만든 패키지는 서로 다른 setup 파일이다.</a:t>
            </a:r>
          </a:p>
          <a:p>
            <a:r>
              <a:t>[실행] source /opt/ros/jazzy/setup.bash</a:t>
            </a:r>
          </a:p>
          <a:p>
            <a:r>
              <a:t>source ~/ros2_curri/agv_ws/install/setup.bash</a:t>
            </a:r>
          </a:p>
          <a:p>
            <a:r>
              <a:t>ros2 pkg executables agv_cpp_examples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~/ros2_curri/agv_ws/src/agv_control/package.xml의 전체 파일을 1/3 구간으로 작성한다.</a:t>
            </a:r>
          </a:p>
          <a:p>
            <a:r>
              <a:t>[실행] nano ~/ros2_curri/agv_ws/src/agv_control/package.xml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~/ros2_curri/agv_ws/src/agv_control/package.xml의 전체 파일을 2/3 구간으로 작성한다.</a:t>
            </a:r>
          </a:p>
          <a:p>
            <a:r>
              <a:t>[실행] nano ~/ros2_curri/agv_ws/src/agv_control/package.xml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~/ros2_curri/agv_ws/src/agv_control/package.xml의 전체 파일을 3/3 구간으로 작성한다.</a:t>
            </a:r>
          </a:p>
          <a:p>
            <a:r>
              <a:t>[실행] nano ~/ros2_curri/agv_ws/src/agv_control/package.xml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~/ros2_curri/agv_ws/src/agv_control/setup.py의 전체 파일을 1/1 구간으로 작성한다.</a:t>
            </a:r>
          </a:p>
          <a:p>
            <a:r>
              <a:t>[실행] nano ~/ros2_curri/agv_ws/src/agv_control/setup.py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~/ros2_curri/agv_ws/src/agv_cpp_examples/CMakeLists.txt의 전체 파일을 1/2 구간으로 작성한다.</a:t>
            </a:r>
          </a:p>
          <a:p>
            <a:r>
              <a:t>[실행] nano ~/ros2_curri/agv_ws/src/agv_cpp_examples/CMakeLists.txt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~/ros2_curri/agv_ws/src/agv_cpp_examples/CMakeLists.txt의 전체 파일을 2/2 구간으로 작성한다.</a:t>
            </a:r>
          </a:p>
          <a:p>
            <a:r>
              <a:t>[실행] nano ~/ros2_curri/agv_ws/src/agv_cpp_examples/CMakeLists.txt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~/ros2_curri/agv_ws/src/agv_cpp_examples/src/status_publisher.cpp의 전체 파일을 1/4 구간으로 작성한다.</a:t>
            </a:r>
          </a:p>
          <a:p>
            <a:r>
              <a:t>[실행] nano ~/ros2_curri/agv_ws/src/agv_cpp_examples/src/status_publisher.cpp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~/ros2_curri/agv_ws/src/agv_cpp_examples/src/status_publisher.cpp의 전체 파일을 2/4 구간으로 작성한다.</a:t>
            </a:r>
          </a:p>
          <a:p>
            <a:r>
              <a:t>[실행] nano ~/ros2_curri/agv_ws/src/agv_cpp_examples/src/status_publisher.cpp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~/ros2_curri/agv_ws/src/agv_cpp_examples/src/status_publisher.cpp의 전체 파일을 3/4 구간으로 작성한다.</a:t>
            </a:r>
          </a:p>
          <a:p>
            <a:r>
              <a:t>[실행] nano ~/ros2_curri/agv_ws/src/agv_cpp_examples/src/status_publisher.cpp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~/ros2_curri/agv_ws/src/agv_cpp_examples/src/status_publisher.cpp의 전체 파일을 4/4 구간으로 작성한다.</a:t>
            </a:r>
          </a:p>
          <a:p>
            <a:r>
              <a:t>[실행] nano ~/ros2_curri/agv_ws/src/agv_cpp_examples/src/status_publisher.cpp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~/ros2_curri/agv_ws</a:t>
            </a:r>
          </a:p>
          <a:p>
            <a:r>
              <a:t>source /opt/ros/jazzy/setup.bash</a:t>
            </a:r>
          </a:p>
          <a:p>
            <a:r>
              <a:t>colcon build --symlink-install</a:t>
            </a:r>
          </a:p>
          <a:p>
            <a:r>
              <a:t>source install/setup.bash</a:t>
            </a:r>
          </a:p>
          <a:p>
            <a:r>
              <a:t>ros2 run agv_cpp_examples status_publisher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pwd</a:t>
            </a:r>
          </a:p>
          <a:p>
            <a:r>
              <a:t>find src -maxdepth 2 -name package.xml -o -name CMakeLists.txt</a:t>
            </a:r>
          </a:p>
          <a:p>
            <a:r>
              <a:t>ros2 pkg prefix agv_cpp_examples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M03 Python Pub/Sub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timer·publisher·subscriber를 작성해 counter와 Twist를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이전=M02 agv_control 패키지, 다음=M04 TF2 frame을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timer·publisher·subscriber를 작성해 counter와 Twist를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ros2 run은 setup.py에 등록된 실행 이름을 사용한다.</a:t>
            </a:r>
          </a:p>
          <a:p>
            <a:r>
              <a:t>[실행] cd ~/ros2_curri/agv_ws</a:t>
            </a:r>
          </a:p>
          <a:p>
            <a:r>
              <a:t>colcon build --symlink-install --packages-select agv_control</a:t>
            </a:r>
          </a:p>
          <a:p>
            <a:r>
              <a:t>source install/setup.bash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publisher 출력과 monitor 수신을 분리해 확인한다.</a:t>
            </a:r>
          </a:p>
          <a:p>
            <a:r>
              <a:t>[실행] # 터미널 1</a:t>
            </a:r>
          </a:p>
          <a:p>
            <a:r>
              <a:t>ros2 run agv_control counter_publisher</a:t>
            </a:r>
          </a:p>
          <a:p>
            <a:r>
              <a:t># 터미널 2</a:t>
            </a:r>
          </a:p>
          <a:p>
            <a:r>
              <a:t>ros2 run agv_control counter_monitor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~/ros2_curri/agv_ws/src/agv_control/agv_control/counter_publisher.py의 전체 파일을 1/3 구간으로 작성한다.</a:t>
            </a:r>
          </a:p>
          <a:p>
            <a:r>
              <a:t>[실행] nano ~/ros2_curri/agv_ws/src/agv_control/agv_control/counter_publisher.py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~/ros2_curri/agv_ws/src/agv_control/agv_control/counter_publisher.py의 전체 파일을 2/3 구간으로 작성한다.</a:t>
            </a:r>
          </a:p>
          <a:p>
            <a:r>
              <a:t>[실행] nano ~/ros2_curri/agv_ws/src/agv_control/agv_control/counter_publisher.py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~/ros2_curri/agv_ws/src/agv_control/agv_control/counter_publisher.py의 전체 파일을 3/3 구간으로 작성한다.</a:t>
            </a:r>
          </a:p>
          <a:p>
            <a:r>
              <a:t>[실행] nano ~/ros2_curri/agv_ws/src/agv_control/agv_control/counter_publisher.py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~/ros2_curri/agv_ws/src/agv_control/agv_control/counter_monitor.py의 전체 파일을 1/2 구간으로 작성한다.</a:t>
            </a:r>
          </a:p>
          <a:p>
            <a:r>
              <a:t>[실행] nano ~/ros2_curri/agv_ws/src/agv_control/agv_control/counter_monitor.py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~/ros2_curri/agv_ws/src/agv_control/agv_control/counter_monitor.py의 전체 파일을 2/2 구간으로 작성한다.</a:t>
            </a:r>
          </a:p>
          <a:p>
            <a:r>
              <a:t>[실행] nano ~/ros2_curri/agv_ws/src/agv_control/agv_control/counter_monitor.py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~/ros2_curri/agv_ws/src/agv_control/agv_control/cmd_test_node.py의 전체 파일을 1/3 구간으로 작성한다.</a:t>
            </a:r>
          </a:p>
          <a:p>
            <a:r>
              <a:t>[실행] nano ~/ros2_curri/agv_ws/src/agv_control/agv_control/cmd_test_node.py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~/ros2_curri/agv_ws/src/agv_control/agv_control/cmd_test_node.py의 전체 파일을 2/3 구간으로 작성한다.</a:t>
            </a:r>
          </a:p>
          <a:p>
            <a:r>
              <a:t>[실행] nano ~/ros2_curri/agv_ws/src/agv_control/agv_control/cmd_test_node.py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~/ros2_curri/agv_ws/src/agv_control/agv_control/cmd_test_node.py의 전체 파일을 3/3 구간으로 작성한다.</a:t>
            </a:r>
          </a:p>
          <a:p>
            <a:r>
              <a:t>[실행] nano ~/ros2_curri/agv_ws/src/agv_control/agv_control/cmd_test_node.py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~/ros2_curri/agv_ws/src/agv_control/agv_control/velocity_monitor.py의 전체 파일을 1/3 구간으로 작성한다.</a:t>
            </a:r>
          </a:p>
          <a:p>
            <a:r>
              <a:t>[실행] nano ~/ros2_curri/agv_ws/src/agv_control/agv_control/velocity_monitor.py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~/ros2_curri/agv_ws/src/agv_control/agv_control/velocity_monitor.py의 전체 파일을 2/3 구간으로 작성한다.</a:t>
            </a:r>
          </a:p>
          <a:p>
            <a:r>
              <a:t>[실행] nano ~/ros2_curri/agv_ws/src/agv_control/agv_control/velocity_monitor.py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~/ros2_curri/agv_ws/src/agv_control/agv_control/velocity_monitor.py의 전체 파일을 3/3 구간으로 작성한다.</a:t>
            </a:r>
          </a:p>
          <a:p>
            <a:r>
              <a:t>[실행] nano ~/ros2_curri/agv_ws/src/agv_control/agv_control/velocity_monitor.py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~/ros2_curri/agv_ws/src/agv_control/setup.py의 전체 파일을 1/1 구간으로 작성한다.</a:t>
            </a:r>
          </a:p>
          <a:p>
            <a:r>
              <a:t>[실행] nano ~/ros2_curri/agv_ws/src/agv_control/setup.py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~/ros2_curri/agv_ws &amp;&amp; source install/setup.bash</a:t>
            </a:r>
          </a:p>
          <a:p>
            <a:r>
              <a:t>ros2 run agv_control counter_publisher</a:t>
            </a:r>
          </a:p>
          <a:p>
            <a:r>
              <a:t># 새 터미널: ros2 run agv_control counter_monitor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/counter</a:t>
            </a:r>
          </a:p>
          <a:p>
            <a:r>
              <a:t>ros2 topic echo /counter --once</a:t>
            </a:r>
          </a:p>
          <a:p>
            <a:r>
              <a:t>ros2 interface show geometry_msgs/msg/Twist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M04 TF2 frame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map→odom→base_link→sensor frame의 부모·자식 관계와 Fixed Frame을 이해한다.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이전=M03 node/topic 관찰, 다음=M05 URDF link/joint을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map→odom→base_link→sensor frame의 부모·자식 관계와 Fixed Frame을 이해한다.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고정 장착 센서는 시간에 따라 바뀌지 않는 transform을 사용한다.</a:t>
            </a:r>
          </a:p>
          <a:p>
            <a:r>
              <a:t>[실행] source /opt/ros/jazzy/setup.bash</a:t>
            </a:r>
          </a:p>
          <a:p>
            <a:r>
              <a:t>ros2 run tf2_ros static_transform_publisher 0.12 0 0.28 0 0 0 base_link lidar_link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frame의 부모·자식과 누락 여부를 파일로 확인한다.</a:t>
            </a:r>
          </a:p>
          <a:p>
            <a:r>
              <a:t>[실행] ros2 run tf2_tools view_frames</a:t>
            </a:r>
          </a:p>
          <a:p>
            <a:r>
              <a:t># frames.pdf 생성 뒤 base_link → lidar_link 연결을 확인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run tf2_ros static_transform_publisher 0.12 0 0.28 0 0 0 base_link lidar_link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echo /tf_static --once</a:t>
            </a:r>
          </a:p>
          <a:p>
            <a:r>
              <a:t>ros2 run tf2_tools view_frames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M05 URDF link/joint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3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A · M 시리즈 통합 따라 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ROS 2 기초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M01 → M02 → M03 → M04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A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ROS 2 node·topic 관찰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202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4300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41173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workspace와 Python·C++ 패키지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061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5158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4975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Publisher / Subscriber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4919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017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4583429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TF2 좌표계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A · 1/4 · M01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 2 node·topic 관찰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M01의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M01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기초와 분산 로봇 소프트웨어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talker/listener와 node·topic·echo·info 명령으로 연결을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과정 시작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M01</a:t>
            </a:r>
            <a:r>
              <a:rPr/>
              <a:t>ROS 2 기초와 분산 로봇 소프트웨어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M02 workspace 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새 Ubuntu 터미널. 아직 workspace나 사용자 코드는 필요 없다.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과정 시작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노드가 Topic으로 메시지를 주고받는 구조를 직접 관찰한다.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talker/listener와 node·topic·echo·info 명령으로 연결을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talker</a:t>
            </a:r>
            <a:r>
              <a:rPr/>
              <a:t>Node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/chatter</a:t>
            </a:r>
            <a:r>
              <a:rPr/>
              <a:t>Topic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listener</a:t>
            </a:r>
            <a:r>
              <a:rPr/>
              <a:t>Node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환경을 등록한다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새 터미널은 ROS 명령을 아직 모른다.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  <a:r>
              <a:rPr/>
              <a:t>ros2 --help | 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두 노드를 서로 다른 터미널에서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2/3    |    현재 폴더 ~/ros2_curri/agv_ws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Publisher와 Subscriber는 동시에 살아 있어야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# 터미널 1</a:t>
            </a:r>
            <a:r>
              <a:rPr/>
              <a:t>ros2 run demo_nodes_cpp talker</a:t>
            </a:r>
            <a:r>
              <a:rPr/>
              <a:t># 새 터미널 2</a:t>
            </a:r>
            <a:r>
              <a:rPr/>
              <a:t>source /opt/ros/jazzy/setup.bash</a:t>
            </a:r>
            <a:r>
              <a:rPr/>
              <a:t>ros2 run demo_nodes_py listener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연결을 명령으로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코드 밖에서도 이름·타입·연결 수를 확인할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node list</a:t>
            </a:r>
            <a:r>
              <a:rPr/>
              <a:t>ros2 topic list</a:t>
            </a:r>
            <a:r>
              <a:rPr/>
              <a:t>ros2 topic info /chatter</a:t>
            </a:r>
            <a:r>
              <a:rPr/>
              <a:t>ros2 topic echo /chatter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  <a:r>
              <a:rPr/>
              <a:t>ros2 run demo_nodes_cpp talker</a:t>
            </a:r>
            <a:r>
              <a:rPr/>
              <a:t># 새 터미널: ros2 run demo_nodes_py listener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node list</a:t>
            </a:r>
            <a:r>
              <a:rPr/>
              <a:t>ros2 topic info /chatter</a:t>
            </a:r>
            <a:r>
              <a:rPr/>
              <a:t>ros2 topic echo /chatter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ros2: command not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source /opt/ros/jazzy/setup.bash를 실행한다.</a:t>
            </a:r>
            <a:r>
              <a:rPr/>
              <a:t>수정 후: ros2 node list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echo가 출력되지 않음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talker 실행·/chatter 이름·publisher 수를 순서대로 확인한다.</a:t>
            </a:r>
            <a:r>
              <a:rPr/>
              <a:t>수정 후: ros2 node 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listener를 Ctrl-C로 멈춘 뒤 topic info의 subscriber 수가 어떻게 바뀌는지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talker/listener와 node·topic·echo·info 명령으로 연결을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blocks/A_ros2_basics/M01_ros2_concepts/complete/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M02 workspace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A · 2/4 · M02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workspace와 Python·C++ 패키지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M02의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M02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Workspace 생성과 Python·C++ 패키지 빌드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build/install/log와 두 언어의 실행 파일을 source 뒤에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M01 ROS 2 source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M02</a:t>
            </a:r>
            <a:r>
              <a:rPr/>
              <a:t>Workspace 생성과 Python·C++ 패키지 빌드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M03 Python Pub/Sub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M01을 끝낸 터미널. ~/ros2_curri/agv_ws가 없거나, 기존 폴더를 별도로 백업한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M01 ROS 2 source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~/ros2_curri/agv_ws를 만들고 Python ament_python과 C++ ament_cmake 패키지를 빌드한다.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build/install/log와 두 언어의 실행 파일을 source 뒤에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src</a:t>
            </a:r>
            <a:r>
              <a:rPr/>
              <a:t>소스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colcon build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install</a:t>
            </a:r>
            <a:r>
              <a:rPr/>
              <a:t>overlay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agv_control/package.xml</a:t>
            </a:r>
            <a:r>
              <a:rPr/>
              <a:t>└── agv_control/setup.py</a:t>
            </a:r>
            <a:r>
              <a:rPr/>
              <a:t>└── agv_cpp_examples/CMakeLists.txt</a:t>
            </a:r>
            <a:r>
              <a:rPr/>
              <a:t>└── agv_cpp_examples/src/status_publisher.cpp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~/ros2_curri/agv_ws/src/agv_control/package.xml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재현 가능한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파일명·경로·핵심 이름을 슬라이드와 동일하게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build/source 뒤 실행 단계에서 사용한다.</a:t>
            </a:r>
            <a:r>
              <a:rPr/>
              <a:t>화면/출력: 검증 명령의 파일·topic 이름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~/ros2_curri/agv_ws/src/agv_control/setup.py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~/ros2_curri/agv_ws/src/agv_cpp_examples/CMakeLists.txt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재현 가능한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파일명·경로·핵심 이름을 슬라이드와 동일하게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build/source 뒤 실행 단계에서 사용한다.</a:t>
            </a:r>
            <a:r>
              <a:rPr/>
              <a:t>화면/출력: 검증 명령의 파일·topic 이름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~/ros2_curri/agv_ws/src/agv_cpp_examples/src/status_publisher.cpp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재현 가능한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파일명·경로·핵심 이름을 슬라이드와 동일하게 작성한다.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build/source 뒤 실행 단계에서 사용한다.</a:t>
            </a:r>
            <a:r>
              <a:rPr/>
              <a:t>화면/출력: 검증 명령의 파일·topic 이름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workspace 뼈대를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colcon은 src 아래 패키지를 찾아 build/install/log를 만든다.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~/ros2_curri/agv_ws/src</a:t>
            </a:r>
            <a:r>
              <a:rPr/>
              <a:t>cd ~/ros2_curri/agv_ws</a:t>
            </a:r>
            <a:r>
              <a:rPr/>
              <a:t>colcon build --symlink-install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새 터미널에서 overlay를 source한다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기본 ROS와 내가 만든 패키지는 서로 다른 setup 파일이다.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  <a:r>
              <a:rPr/>
              <a:t>source ~/ros2_curri/agv_ws/install/setup.bash</a:t>
            </a:r>
            <a:r>
              <a:rPr/>
              <a:t>ros2 pkg executables agv_cpp_examples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</a:t>
            </a:r>
            <a:r>
              <a:rPr/>
              <a:t>파일 열기: nano ~/ros2_curri/agv_ws/src/agv_control/package.xml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&lt;package format="3"&gt;</a:t>
            </a:r>
            <a:r>
              <a:rPr/>
              <a:t>  </a:t>
            </a:r>
            <a:r>
              <a:rPr/>
              <a:t>  </a:t>
            </a:r>
            <a:r>
              <a:rPr/>
              <a:t>  &lt;name&gt;agv_control&lt;/name&gt;</a:t>
            </a:r>
            <a:r>
              <a:rPr/>
              <a:t>  &lt;version&gt;0.1.0&lt;/version&gt;</a:t>
            </a:r>
            <a:r>
              <a:rPr/>
              <a:t>  </a:t>
            </a:r>
            <a:r>
              <a:rPr/>
              <a:t>  </a:t>
            </a:r>
            <a:r>
              <a:rPr/>
              <a:t>  &lt;description&gt;Small ROS 2 control nodes for the educational AGV.&lt;/description&gt;</a:t>
            </a:r>
            <a:r>
              <a:rPr/>
              <a:t>  </a:t>
            </a:r>
            <a:r>
              <a:rPr/>
              <a:t>  </a:t>
            </a:r>
            <a:r>
              <a:rPr/>
              <a:t>  &lt;maintainer email="student@example.com"&gt;AGV student&lt;/maintainer&gt;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</a:t>
            </a:r>
            <a:r>
              <a:rPr/>
              <a:t>파일 열기: nano ~/ros2_curri/agv_ws/src/agv_control/package.xml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&lt;license&gt;Apache-2.0&lt;/license&gt;</a:t>
            </a:r>
            <a:r>
              <a:rPr/>
              <a:t>  </a:t>
            </a:r>
            <a:r>
              <a:rPr/>
              <a:t>  </a:t>
            </a:r>
            <a:r>
              <a:rPr/>
              <a:t>  &lt;buildtool_depend&gt;ament_python&lt;/buildtool_depend&gt;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&lt;exec_depend&gt;rclpy&lt;/exec_depend&gt;</a:t>
            </a:r>
            <a:r>
              <a:rPr/>
              <a:t>  &lt;exec_depend&gt;std_msgs&lt;/exec_depend&gt;</a:t>
            </a:r>
            <a:r>
              <a:rPr/>
              <a:t>  &lt;exec_depend&gt;geometry_msgs&lt;/exec_depend&gt;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&lt;exec_depend&gt;sensor_msgs&lt;/exec_depend&gt;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</a:t>
            </a:r>
            <a:r>
              <a:rPr/>
              <a:t>파일 열기: nano ~/ros2_curri/agv_ws/src/agv_control/package.xml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&lt;exec_depend&gt;nav_msgs&lt;/exec_depend&gt;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&lt;export&gt;</a:t>
            </a:r>
            <a:r>
              <a:rPr/>
              <a:t>    &lt;build_type&gt;ament_python&lt;/build_type&gt;</a:t>
            </a:r>
            <a:r>
              <a:rPr/>
              <a:t>  &lt;/export&gt;</a:t>
            </a:r>
            <a:r>
              <a:rPr/>
              <a:t>  </a:t>
            </a: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</a:t>
            </a:r>
            <a:r>
              <a:rPr/>
              <a:t>파일 열기: nano ~/ros2_curri/agv_ws/src/agv_control/setup.py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'agv_control'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['package.xml']),</a:t>
            </a:r>
            <a:r>
              <a:rPr/>
              <a:t>    ('share/' + package_name + '/config', ['config/controllers.yaml'])],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['counter_publisher = agv_control.counter_publisher:main',</a:t>
            </a:r>
            <a:r>
              <a:rPr/>
              <a:t>     'counter_monitor = agv_control.counter_monitor:main', 'cmd_test_node = agv_control.cmd_test_node:main',</a:t>
            </a:r>
            <a:r>
              <a:rPr/>
              <a:t>     'velocity_monitor = agv_control.velocity_monitor:main', 'safety_controller = agv_control.safety_controller:main',</a:t>
            </a:r>
            <a:r>
              <a:rPr/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~/ros2_curri/agv_ws/src/agv_cpp_examples/CMakeLists.txt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~/ros2_curri/agv_ws/src/agv_cpp_examples</a:t>
            </a:r>
            <a:r>
              <a:rPr/>
              <a:t>파일 열기: nano ~/ros2_curri/agv_ws/src/agv_cpp_examples/CMakeLists.txt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cmake_minimum_required(VERSION 3.8)</a:t>
            </a:r>
            <a:r>
              <a:rPr/>
              <a:t>project(agv_cpp_examples)</a:t>
            </a:r>
            <a:r>
              <a:rPr/>
              <a:t># ament_cmake가 ROS 2 패키지를 빌드·설치하는 기본 도구입니다.</a:t>
            </a:r>
            <a:r>
              <a:rPr/>
              <a:t>find_package(ament_cmake REQUIRED)</a:t>
            </a:r>
            <a:r>
              <a:rPr/>
              <a:t>find_package(rclcpp REQUIRED)</a:t>
            </a:r>
            <a:r>
              <a:rPr/>
              <a:t>find_package(std_msgs REQUIRED)</a:t>
            </a:r>
            <a:r>
              <a:rPr/>
              <a:t># src/status_publisher.cpp를 실행 파일 하나로 컴파일합니다.</a:t>
            </a:r>
            <a:r>
              <a:rPr/>
              <a:t>add_executable(status_publisher src/status_publisher.cpp)</a:t>
            </a:r>
            <a:r>
              <a:rPr/>
              <a:t>ament_target_dependencies(status_publisher rclcpp std_msgs)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~/ros2_curri/agv_ws/src/agv_cpp_examples/CMakeLists.txt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~/ros2_curri/agv_ws/src/agv_cpp_examples</a:t>
            </a:r>
            <a:r>
              <a:rPr/>
              <a:t>파일 열기: nano ~/ros2_curri/agv_ws/src/agv_cpp_examples/CMakeLists.txt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# ros2 run agv_cpp_examples status_publisher가 찾는 설치 경로입니다.</a:t>
            </a:r>
            <a:r>
              <a:rPr/>
              <a:t>install(TARGETS</a:t>
            </a:r>
            <a:r>
              <a:rPr/>
              <a:t>  status_publisher</a:t>
            </a:r>
            <a:r>
              <a:rPr/>
              <a:t>  DESTINATION lib/${PROJECT_NAME})</a:t>
            </a:r>
            <a:r>
              <a:rPr/>
              <a:t>ament_package()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9/13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~/ros2_curri/agv_ws/src/agv_cpp_examples/src</a:t>
            </a:r>
            <a:r>
              <a:rPr/>
              <a:t>파일 열기: nano ~/ros2_curri/agv_ws/src/agv_cpp_examples/src/status_publisher.cpp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#include &lt;chrono&gt;</a:t>
            </a:r>
            <a:r>
              <a:rPr/>
              <a:t>#include &lt;functional&gt;</a:t>
            </a:r>
            <a:r>
              <a:rPr/>
              <a:t>#include &lt;memory&gt;</a:t>
            </a:r>
            <a:r>
              <a:rPr/>
              <a:t>#include &lt;string&gt;</a:t>
            </a:r>
            <a:r>
              <a:rPr/>
              <a:t>#include "rclcpp/rclcpp.hpp"</a:t>
            </a:r>
            <a:r>
              <a:rPr/>
              <a:t>#include "std_msgs/msg/string.hpp"</a:t>
            </a:r>
            <a:r>
              <a:rPr/>
              <a:t>using namespace std::chrono_literals;</a:t>
            </a:r>
            <a:r>
              <a:rPr/>
              <a:t>// Python의 Node 클래스와 같은 역할을 하는 C++ ROS 2 node입니다.</a:t>
            </a:r>
            <a:r>
              <a:rPr/>
              <a:t>class StatusPublisher : public rclcpp::Node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10/13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~/ros2_curri/agv_ws/src/agv_cpp_examples/src</a:t>
            </a:r>
            <a:r>
              <a:rPr/>
              <a:t>파일 열기: nano ~/ros2_curri/agv_ws/src/agv_cpp_examples/src/status_publisher.cpp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{</a:t>
            </a:r>
            <a:r>
              <a:rPr/>
              <a:t>public:</a:t>
            </a:r>
            <a:r>
              <a:rPr/>
              <a:t>  StatusPublisher()</a:t>
            </a:r>
            <a:r>
              <a:rPr/>
              <a:t>  : Node("cpp_status_publisher"), sequence_(0)</a:t>
            </a:r>
            <a:r>
              <a:rPr/>
              <a:t>  {</a:t>
            </a:r>
            <a:r>
              <a:rPr/>
              <a:t>    // ros2 run 뒤 --ros-args -p message:=... 로 바꿀 수 있는 parameter입니다.</a:t>
            </a:r>
            <a:r>
              <a:rPr/>
              <a:t>    this-&gt;declare_parameter&lt;std::string&gt;("message", "C++ AGV 상태 정상");</a:t>
            </a:r>
            <a:r>
              <a:rPr/>
              <a:t>    // String 메시지를 /cpp_status topic으로 publish합니다. 마지막 10은 queue depth입니다.</a:t>
            </a:r>
            <a:r>
              <a:rPr/>
              <a:t>    publisher_ = this-&gt;create_publisher&lt;std_msgs::msg::String&gt;("/cpp_status", 10);</a:t>
            </a:r>
            <a:r>
              <a:rPr/>
              <a:t>    timer_ = this-&gt;create_wall_timer(1s, std::bind(&amp;StatusPublisher::publish_status, this));</a:t>
            </a:r>
            <a:r>
              <a:rPr/>
              <a:t>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11/13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~/ros2_curri/agv_ws/src/agv_cpp_examples/src</a:t>
            </a:r>
            <a:r>
              <a:rPr/>
              <a:t>파일 열기: nano ~/ros2_curri/agv_ws/src/agv_cpp_examples/src/status_publisher.cpp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private:</a:t>
            </a:r>
            <a:r>
              <a:rPr/>
              <a:t>  void publish_status()</a:t>
            </a:r>
            <a:r>
              <a:rPr/>
              <a:t>  {</a:t>
            </a:r>
            <a:r>
              <a:rPr/>
              <a:t>    auto message = std_msgs::msg::String();</a:t>
            </a:r>
            <a:r>
              <a:rPr/>
              <a:t>    message.data = this-&gt;get_parameter("message").as_string() + " #" + std::to_string(sequence_++);</a:t>
            </a:r>
            <a:r>
              <a:rPr/>
              <a:t>    publisher_-&gt;publish(message);</a:t>
            </a:r>
            <a:r>
              <a:rPr/>
              <a:t>    RCLCPP_INFO(this-&gt;get_logger(), "published: %s", message.data.c_str());</a:t>
            </a:r>
            <a:r>
              <a:rPr/>
              <a:t>  }</a:t>
            </a:r>
            <a:r>
              <a:rPr/>
              <a:t>  std::size_t sequence_;</a:t>
            </a:r>
            <a:r>
              <a:rPr/>
              <a:t>  rclcpp::Publisher&lt;std_msgs::msg::String&gt;::SharedPtr publisher_;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12/13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~/ros2_curri/agv_ws/src/agv_cpp_examples/src</a:t>
            </a:r>
            <a:r>
              <a:rPr/>
              <a:t>파일 열기: nano ~/ros2_curri/agv_ws/src/agv_cpp_examples/src/status_publisher.cpp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rclcpp::TimerBase::SharedPtr timer_;</a:t>
            </a:r>
            <a:r>
              <a:rPr/>
              <a:t>};</a:t>
            </a:r>
            <a:r>
              <a:rPr/>
              <a:t>int main(int argc, char * argv[])</a:t>
            </a:r>
            <a:r>
              <a:rPr/>
              <a:t>{</a:t>
            </a:r>
            <a:r>
              <a:rPr/>
              <a:t>  rclcpp::init(argc, argv);</a:t>
            </a:r>
            <a:r>
              <a:rPr/>
              <a:t>  rclcpp::spin(std::make_shared&lt;StatusPublisher&gt;());</a:t>
            </a:r>
            <a:r>
              <a:rPr/>
              <a:t>  rclcpp::shutdown();</a:t>
            </a:r>
            <a:r>
              <a:rPr/>
              <a:t>  return 0;</a:t>
            </a:r>
            <a:r>
              <a:rPr/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~/ros2_curri/agv_ws</a:t>
            </a:r>
            <a:r>
              <a:rPr/>
              <a:t>source /opt/ros/jazzy/setup.bash</a:t>
            </a:r>
            <a:r>
              <a:rPr/>
              <a:t>colcon build --symlink-install</a:t>
            </a:r>
            <a:r>
              <a:rPr/>
              <a:t>source install/setup.bash</a:t>
            </a:r>
            <a:r>
              <a:rPr/>
              <a:t>ros2 run agv_cpp_examples status_publisher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pwd</a:t>
            </a:r>
            <a:r>
              <a:rPr/>
              <a:t>find src -maxdepth 2 -name package.xml -o -name CMakeLists.txt</a:t>
            </a:r>
            <a:r>
              <a:rPr/>
              <a:t>ros2 pkg prefix agv_cpp_examples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패키지를 찾을 수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~/ros2_curri/agv_ws에서 build했는지와 install/setup.bash source를 확인한다.</a:t>
            </a:r>
            <a:r>
              <a:rPr/>
              <a:t>수정 후: pwd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중복 패키지 오류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src 안에 같은 package name이 두 개 없는지 확인한다.</a:t>
            </a:r>
            <a:r>
              <a:rPr/>
              <a:t>수정 후: pwd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C++ publisher의 message 파라미터를 바꾸고 /cpp_status에서 바뀐 문자열을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build/install/log와 두 언어의 실행 파일을 source 뒤에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blocks/A_ros2_basics/M02_workspace_package/complete/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M03 Python Pub/Sub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A · 3/4 · M03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Publisher / Subscriber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M03의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M03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Publisher / Subscriber 직접 작성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/counter와 /cmd_vel의 값·message type·연결 수를 terminal에서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M02 agv_control 패키지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M03</a:t>
            </a:r>
            <a:r>
              <a:rPr/>
              <a:t>Publisher / Subscriber 직접 작성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M04 TF2 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M02의 agv_control ament_python 패키지가 source 후 인식되는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M02 agv_control 패키지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Python timer·publisher·subscriber를 작성해 counter와 Twist를 관찰한다.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/counter와 /cmd_vel의 값·message type·연결 수를 terminal에서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timer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publisher</a:t>
            </a:r>
            <a:r>
              <a:rPr/>
              <a:t>/counter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subscriber</a:t>
            </a:r>
            <a:r>
              <a:rPr/>
              <a:t>callback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agv_control/agv_control/counter_publisher.py</a:t>
            </a:r>
            <a:r>
              <a:rPr/>
              <a:t>└── agv_control/agv_control/counter_monitor.py</a:t>
            </a:r>
            <a:r>
              <a:rPr/>
              <a:t>└── agv_control/agv_control/cmd_test_node.py</a:t>
            </a:r>
            <a:r>
              <a:rPr/>
              <a:t>└── agv_control/agv_control/velocity_monitor.py</a:t>
            </a:r>
            <a:r>
              <a:rPr/>
              <a:t>└── agv_control/setup.py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~/ros2_curri/agv_ws/src/agv_control/agv_control/counter_publisher.py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~/ros2_curri/agv_ws/src/agv_control/agv_control/counter_monitor.py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~/ros2_curri/agv_ws/src/agv_control/agv_control/cmd_test_node.py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~/ros2_curri/agv_ws/src/agv_control/agv_control/velocity_monitor.py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console_scripts를 등록한다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ros2 run은 setup.py에 등록된 실행 이름을 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~/ros2_curri/agv_ws</a:t>
            </a:r>
            <a:r>
              <a:rPr/>
              <a:t>colcon build --symlink-install --packages-select agv_control</a:t>
            </a:r>
            <a:r>
              <a:rPr/>
              <a:t>source install/setup.bash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counter 두 노드를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publisher 출력과 monitor 수신을 분리해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# 터미널 1</a:t>
            </a:r>
            <a:r>
              <a:rPr/>
              <a:t>ros2 run agv_control counter_publisher</a:t>
            </a:r>
            <a:r>
              <a:rPr/>
              <a:t># 터미널 2</a:t>
            </a:r>
            <a:r>
              <a:rPr/>
              <a:t>ros2 run agv_control counter_monitor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~/ros2_curri/agv_ws/src/agv_control/agv_control/counter_publisher.py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std_msgs.msg import Int32</a:t>
            </a:r>
            <a:r>
              <a:rPr/>
              <a:t>class CounterPublisher(Node):</a:t>
            </a:r>
            <a:r>
              <a:rPr/>
              <a:t>    def __init__(self):</a:t>
            </a:r>
            <a:r>
              <a:rPr/>
              <a:t>        super().__init__('counter_publisher')</a:t>
            </a:r>
            <a:r>
              <a:rPr/>
              <a:t>        self.publisher = self.create_publisher(Int32, '/counter', 10)</a:t>
            </a:r>
            <a:r>
              <a:rPr/>
              <a:t>        self.value = 0</a:t>
            </a:r>
            <a:r>
              <a:rPr/>
              <a:t>        self.create_timer(1.0, self.publish_counter)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~/ros2_curri/agv_ws/src/agv_control/agv_control/counter_publisher.py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publish_counter(self):</a:t>
            </a:r>
            <a:r>
              <a:rPr/>
              <a:t>        message = Int32(data=self.value)</a:t>
            </a:r>
            <a:r>
              <a:rPr/>
              <a:t>        self.publisher.publish(message)</a:t>
            </a:r>
            <a:r>
              <a:rPr/>
              <a:t>        self.get_logger().info(f'/counter: {message.data}')</a:t>
            </a:r>
            <a:r>
              <a:rPr/>
              <a:t>        self.value += 1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CounterPublisher()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~/ros2_curri/agv_ws/src/agv_control/agv_control/counter_publisher.py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~/ros2_curri/agv_ws/src/agv_control/agv_control/counter_monitor.py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~/ros2_curri/agv_ws/src/agv_control/agv_control/counter_monitor.py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std_msgs.msg import Int32</a:t>
            </a:r>
            <a:r>
              <a:rPr/>
              <a:t>class CounterMonitor(Node):</a:t>
            </a:r>
            <a:r>
              <a:rPr/>
              <a:t>    def __init__(self):</a:t>
            </a:r>
            <a:r>
              <a:rPr/>
              <a:t>        super().__init__('counter_monitor')</a:t>
            </a:r>
            <a:r>
              <a:rPr/>
              <a:t>        self.create_subscription(Int32, '/counter', self.callback, 10)</a:t>
            </a:r>
            <a:r>
              <a:rPr/>
              <a:t>    def callback(self, message):</a:t>
            </a:r>
            <a:r>
              <a:rPr/>
              <a:t>        self.get_logger().info(f'received /counter: {message.data}')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~/ros2_curri/agv_ws/src/agv_control/agv_control/counter_monitor.py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~/ros2_curri/agv_ws/src/agv_control/agv_control/counter_monitor.py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  <a:r>
              <a:rPr/>
              <a:t>    rclpy.init()</a:t>
            </a:r>
            <a:r>
              <a:rPr/>
              <a:t>    node = CounterMonitor()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8/11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class CmdTestNode(Node):</a:t>
            </a:r>
            <a:r>
              <a:rPr/>
              <a:t>    def __init__(self):</a:t>
            </a:r>
            <a:r>
              <a:rPr/>
              <a:t>        super().__init__('cmd_test_node')</a:t>
            </a:r>
            <a:r>
              <a:rPr/>
              <a:t>        self.declare_parameter('linear_speed', 0.15)</a:t>
            </a:r>
            <a:r>
              <a:rPr/>
              <a:t>        self.declare_parameter('angular_speed', 0.0)</a:t>
            </a:r>
            <a:r>
              <a:rPr/>
              <a:t>        self.publisher = self.create_publisher(Twist, '/cmd_vel', 10)</a:t>
            </a:r>
            <a:r>
              <a:rPr/>
              <a:t>        self.remaining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9/11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self.create_timer(0.1, self.publish_once)</a:t>
            </a:r>
            <a:r>
              <a:rPr/>
              <a:t>    def publish_once(self):</a:t>
            </a:r>
            <a:r>
              <a:rPr/>
              <a:t>        command = Twist()</a:t>
            </a:r>
            <a:r>
              <a:rPr/>
              <a:t>        if self.remaining &gt; 0:</a:t>
            </a:r>
            <a:r>
              <a:rPr/>
              <a:t>            command.linear.x = self.get_parameter('linear_speed').value</a:t>
            </a:r>
            <a:r>
              <a:rPr/>
              <a:t>            command.angular.z = self.get_parameter('angular_speed').value</a:t>
            </a:r>
            <a:r>
              <a:rPr/>
              <a:t>            self.remaining -= 1</a:t>
            </a:r>
            <a:r>
              <a:rPr/>
              <a:t>        self.publisher.publish(command)</a:t>
            </a:r>
            <a:r>
              <a:rPr/>
              <a:t>        if self.remaining == 0:</a:t>
            </a:r>
            <a:r>
              <a:rPr/>
              <a:t>            self.get_logger().info('test command finished; publishing zero Twist')</a:t>
            </a:r>
            <a:r>
              <a:rPr/>
              <a:t>            self.remaining = 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10/11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  <a:r>
              <a:rPr/>
              <a:t>    rclpy.init()</a:t>
            </a:r>
            <a:r>
              <a:rPr/>
              <a:t>    node = CmdTestNode()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11/14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~/ros2_curri/agv_ws/src/agv_control/agv_control/velocity_monitor.py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class VelocityMonitor(Node):</a:t>
            </a:r>
            <a:r>
              <a:rPr/>
              <a:t>    def __init__(self):</a:t>
            </a:r>
            <a:r>
              <a:rPr/>
              <a:t>        super().__init__('velocity_monitor')</a:t>
            </a:r>
            <a:r>
              <a:rPr/>
              <a:t>        self.create_subscription(Twist, '/cmd_vel', self.callback, 10)</a:t>
            </a:r>
            <a:r>
              <a:rPr/>
              <a:t>    def callback(self, message):</a:t>
            </a:r>
            <a:r>
              <a:rPr/>
              <a:t>        self.get_logger().info('cmd_vel linear.x=%.3f angular.z=%.3f' % (message.linear.x,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12/14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~/ros2_curri/agv_ws/src/agv_control/agv_control/velocity_monitor.py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message.angular.z))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VelocityMonitor()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13/14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~/ros2_curri/agv_ws/src/agv_control/agv_control/velocity_monitor.py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14/15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</a:t>
            </a:r>
            <a:r>
              <a:rPr/>
              <a:t>파일 열기: nano ~/ros2_curri/agv_ws/src/agv_control/setup.py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'agv_control'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['package.xml']),</a:t>
            </a:r>
            <a:r>
              <a:rPr/>
              <a:t>    ('share/' + package_name + '/config', ['config/controllers.yaml'])],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['counter_publisher = agv_control.counter_publisher:main',</a:t>
            </a:r>
            <a:r>
              <a:rPr/>
              <a:t>     'counter_monitor = agv_control.counter_monitor:main', 'cmd_test_node = agv_control.cmd_test_node:main',</a:t>
            </a:r>
            <a:r>
              <a:rPr/>
              <a:t>     'velocity_monitor = agv_control.velocity_monitor:main', 'safety_controller = agv_control.safety_controller:main',</a:t>
            </a:r>
            <a:r>
              <a:rPr/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~/ros2_curri/agv_ws &amp;&amp; source install/setup.bash</a:t>
            </a:r>
            <a:r>
              <a:rPr/>
              <a:t>ros2 run agv_control counter_publisher</a:t>
            </a:r>
            <a:r>
              <a:rPr/>
              <a:t># 새 터미널: ros2 run agv_control counter_monitor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/counter</a:t>
            </a:r>
            <a:r>
              <a:rPr/>
              <a:t>ros2 topic echo /counter --once</a:t>
            </a:r>
            <a:r>
              <a:rPr/>
              <a:t>ros2 interface show geometry_msgs/msg/Twist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No executable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setup.py entry_points·재빌드·source 순서로 확인한다.</a:t>
            </a:r>
            <a:r>
              <a:rPr/>
              <a:t>수정 후: ros2 topic info /counter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callback이 오지 않음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토픽 이름과 message type이 양쪽에서 같은지 확인한다.</a:t>
            </a:r>
            <a:r>
              <a:rPr/>
              <a:t>수정 후: ros2 topic info /counter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cmd_test_node의 linear.x와 angular.z를 각각 바꾸고 velocity_monitor 출력을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/counter와 /cmd_vel의 값·message type·연결 수를 terminal에서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blocks/A_ros2_basics/M03_pubsub/complete/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M04 TF2 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A · 4/4 · M04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TF2 좌표계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M04의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M04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TF2와 로봇 좌표계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정적 TF를 발행하고 frame 이름과 RViz Fixed Frame의 관계를 설명한다.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M03 node/topic 관찰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M04</a:t>
            </a:r>
            <a:r>
              <a:rPr/>
              <a:t>TF2와 로봇 좌표계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M05 URDF link/joint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M03에서 node/topic을 확인할 수 있는 상태. 아직 실제 AGV 모델은 필요 없다.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M03 node/topic 관찰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map→odom→base_link→sensor frame의 부모·자식 관계와 Fixed Frame을 이해한다.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정적 TF를 발행하고 frame 이름과 RViz Fixed Frame의 관계를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map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odom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base_link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lidar_link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정적 TF를 발행한다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고정 장착 센서는 시간에 따라 바뀌지 않는 transform을 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  <a:r>
              <a:rPr/>
              <a:t>ros2 run tf2_ros static_transform_publisher 0.12 0 0.28 0 0 0 base_link lidar_link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TF 연결을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frame의 부모·자식과 누락 여부를 파일로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tf2_tools view_frames</a:t>
            </a:r>
            <a:r>
              <a:rPr/>
              <a:t># frames.pdf 생성 뒤 base_link → lidar_link 연결을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tf2_ros static_transform_publisher 0.12 0 0.28 0 0 0 base_link lidar_link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/tf_static --once</a:t>
            </a:r>
            <a:r>
              <a:rPr/>
              <a:t>ros2 run tf2_tools view_frames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RViz에 아무것도 안 보임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Fixed Frame과 TF 존재 여부를 먼저 확인한다.</a:t>
            </a:r>
            <a:r>
              <a:rPr/>
              <a:t>수정 후: ros2 topic echo /tf_static --once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센서가 엉뚱한 방향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rpy 단위·parent/child 순서·축 방향을 점검한다.</a:t>
            </a:r>
            <a:r>
              <a:rPr/>
              <a:t>수정 후: ros2 topic echo /tf_static --once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camera_link의 xyz를 0.30 0 0.26으로 바꾸어 발행하고 lidar_link와 위치 차이를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정적 TF를 발행하고 frame 이름과 RViz Fixed Frame의 관계를 설명한다.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blocks/A_ros2_basics/M04_tf2_frames/complete/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M05 URDF link/joint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