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  <a:br/>
            <a:r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talker</a:t>
            </a:r>
            <a:br/>
            <a:r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/chatter</a:t>
            </a:r>
            <a:br/>
            <a:r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listener</a:t>
            </a:r>
            <a:br/>
            <a:r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demo_nodes_cpp talker</a:t>
            </a:r>
            <a:br/>
            <a:br/>
            <a:r>
              <a:t># 새 터미널 2</a:t>
            </a:r>
            <a:br/>
            <a:r>
              <a:t>source /opt/ros/jazzy/setup.bash</a:t>
            </a:r>
            <a:br/>
            <a:r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demo_nodes_cpp talker</a:t>
            </a:r>
            <a:br/>
            <a:r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source /opt/ros/jazzy/setup.bash를 실행한다.</a:t>
            </a:r>
            <a:br/>
            <a:r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talker 실행·/chatter 이름·publisher 수를 순서대로 확인한다.</a:t>
            </a:r>
            <a:br/>
            <a:r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