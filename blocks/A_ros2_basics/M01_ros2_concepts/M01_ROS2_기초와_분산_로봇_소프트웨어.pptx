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이전=과정 시작, 다음=M02 workspace 생성을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새 터미널은 ROS 명령을 아직 모른다.</a:t>
            </a:r>
          </a:p>
          <a:p>
            <a:r>
              <a:t>[실행] source /opt/ros/jazzy/setup.bash</a:t>
            </a:r>
          </a:p>
          <a:p>
            <a:r>
              <a:t>ros2 --help | head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Publisher와 Subscriber는 동시에 살아 있어야 한다.</a:t>
            </a:r>
          </a:p>
          <a:p>
            <a:r>
              <a:t>[실행] # 터미널 1</a:t>
            </a:r>
          </a:p>
          <a:p>
            <a:r>
              <a:t>ros2 run demo_nodes_cpp talker</a:t>
            </a:r>
          </a:p>
          <a:p/>
          <a:p>
            <a:r>
              <a:t># 새 터미널 2</a:t>
            </a:r>
          </a:p>
          <a:p>
            <a:r>
              <a:t>source /opt/ros/jazzy/setup.bash</a:t>
            </a:r>
          </a:p>
          <a:p>
            <a:r>
              <a:t>ros2 run demo_nodes_py listener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 밖에서도 이름·타입·연결 수를 확인할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/opt/ros/jazzy/setup.bash</a:t>
            </a:r>
          </a:p>
          <a:p>
            <a:r>
              <a:t>ros2 run demo_nodes_cpp talker</a:t>
            </a:r>
          </a:p>
          <a:p>
            <a:r>
              <a:t># 새 터미널: ros2 run demo_nodes_py listener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node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M02 workspace 생성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M01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 2 기초와 분산 로봇 소프트웨어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talker/listener와 node·topic·echo·info 명령으로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과정 시작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M01</a:t>
            </a:r>
            <a:br/>
            <a:r>
              <a:t>ROS 2 기초와 분산 로봇 소프트웨어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M02 workspace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새 Ubuntu 터미널. 아직 workspace나 사용자 코드는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과정 시작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여러 ROS 2 노드가 Topic으로 메시지를 주고받는 구조를 직접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talker/listener와 node·topic·echo·info 명령으로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talker</a:t>
            </a:r>
            <a:br/>
            <a:r>
              <a:t>Node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/chatter</a:t>
            </a:r>
            <a:br/>
            <a:r>
              <a:t>Topic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listener</a:t>
            </a:r>
            <a:br/>
            <a:r>
              <a:t>Node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ROS 2 환경을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새 터미널은 ROS 명령을 아직 모른다.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ros2 --help | 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두 노드를 서로 다른 터미널에서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2/3    |    현재 폴더 ~/ros2_curri/agv_ws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Publisher와 Subscriber는 동시에 살아 있어야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# 터미널 1</a:t>
            </a:r>
            <a:br/>
            <a:r>
              <a:t>ros2 run demo_nodes_cpp talker</a:t>
            </a:r>
            <a:br/>
            <a:br/>
            <a:r>
              <a:t># 새 터미널 2</a:t>
            </a:r>
            <a:br/>
            <a:r>
              <a:t>source /opt/ros/jazzy/setup.bash</a:t>
            </a:r>
            <a:br/>
            <a:r>
              <a:t>ros2 run demo_nodes_py listener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연결을 명령으로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코드 밖에서도 이름·타입·연결 수를 확인할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  <a:br/>
            <a:r>
              <a:t>ros2 topic list</a:t>
            </a:r>
            <a:br/>
            <a:r>
              <a:t>ros2 topic info /chatter</a:t>
            </a:r>
            <a:br/>
            <a:r>
              <a:t>ros2 topic echo /chatter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ros2 run demo_nodes_cpp talker</a:t>
            </a:r>
            <a:br/>
            <a:r>
              <a:t># 새 터미널: ros2 run demo_nodes_py listener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  <a:br/>
            <a:r>
              <a:t>ros2 topic info /chatter</a:t>
            </a:r>
            <a:br/>
            <a:r>
              <a:t>ros2 topic echo /chatter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ros2: command not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source /opt/ros/jazzy/setup.bash를 실행한다.</a:t>
            </a:r>
            <a:br/>
            <a:r>
              <a:t>수정 후: ros2 node list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echo가 출력되지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talker 실행·/chatter 이름·publisher 수를 순서대로 확인한다.</a:t>
            </a:r>
            <a:br/>
            <a:r>
              <a:t>수정 후: ros2 node 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listener를 Ctrl-C로 멈춘 뒤 topic info의 subscriber 수가 어떻게 바뀌는지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talker/listener와 node·topic·echo·info 명령으로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blocks/A_ros2_basics/M01_ros2_concepts/complete/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M02 workspace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