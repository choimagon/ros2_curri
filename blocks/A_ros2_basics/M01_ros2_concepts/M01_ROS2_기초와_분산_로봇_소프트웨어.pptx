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노드가 Topic으로 메시지를 주고받는 구조를 직접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이전=과정 시작, 다음=M02 workspace 생성을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노드가 Topic으로 메시지를 주고받는 구조를 직접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새 터미널은 ROS 명령을 아직 모른다.</a:t>
            </a:r>
          </a:p>
          <a:p>
            <a:r>
              <a:t>[실행] source /opt/ros/jazzy/setup.bash</a:t>
            </a:r>
          </a:p>
          <a:p>
            <a:r>
              <a:t>ros2 --help | head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Publisher와 Subscriber는 동시에 살아 있어야 한다.</a:t>
            </a:r>
          </a:p>
          <a:p>
            <a:r>
              <a:t>[실행] # 터미널 1</a:t>
            </a:r>
          </a:p>
          <a:p>
            <a:r>
              <a:t>ros2 run demo_nodes_cpp talker</a:t>
            </a:r>
          </a:p>
          <a:p/>
          <a:p>
            <a:r>
              <a:t># 새 터미널 2</a:t>
            </a:r>
          </a:p>
          <a:p>
            <a:r>
              <a:t>source /opt/ros/jazzy/setup.bash</a:t>
            </a:r>
          </a:p>
          <a:p>
            <a:r>
              <a:t>ros2 run demo_nodes_py listener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 밖에서도 이름·타입·연결 수를 확인할 수 있다.</a:t>
            </a:r>
          </a:p>
          <a:p>
            <a:r>
              <a:t>[실행] ros2 node list</a:t>
            </a:r>
          </a:p>
          <a:p>
            <a:r>
              <a:t>ros2 topic list</a:t>
            </a:r>
          </a:p>
          <a:p>
            <a:r>
              <a:t>ros2 topic info /chatter</a:t>
            </a:r>
          </a:p>
          <a:p>
            <a:r>
              <a:t>ros2 topic echo /chatter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/opt/ros/jazzy/setup.bash</a:t>
            </a:r>
          </a:p>
          <a:p>
            <a:r>
              <a:t>ros2 run demo_nodes_cpp talker</a:t>
            </a:r>
          </a:p>
          <a:p>
            <a:r>
              <a:t># 새 터미널: ros2 run demo_nodes_py listener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node list</a:t>
            </a:r>
          </a:p>
          <a:p>
            <a:r>
              <a:t>ros2 topic info /chatter</a:t>
            </a:r>
          </a:p>
          <a:p>
            <a:r>
              <a:t>ros2 topic echo /chatter --once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M02 workspace 생성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 2 기초와 분산 로봇 소프트웨어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talker/listener와 node·topic·echo·info 명령으로 연결을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과정 시작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M01</a:t>
            </a:r>
            <a:br/>
            <a:r>
              <a:t>ROS 2 기초와 분산 로봇 소프트웨어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M02 workspace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새 Ubuntu 터미널. 아직 workspace나 사용자 코드는 필요 없다.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과정 시작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이번에는 아직 내 workspace가 없으므로: source /opt/ros/jazzy/setup.bash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M02에서 my_agv_ws를 처음 만들기 전까지는 ~/ros2_curri에 있는 것이 정상입니다.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여러 ROS 2 노드가 Topic으로 메시지를 주고받는 구조를 직접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talker/listener와 node·topic·echo·info 명령으로 연결을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과정 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여러 ROS 2 노드가 Topic으로 메시지를 주고받는 구조를 직접 관찰한다.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talker/listener와 node·topic·echo·info 명령으로 연결을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모듈은 사용자 파일 없이 ROS 2 기본 도구를 실행해 이후 프로젝트에 필요한 동작을 관찰합니다.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talker</a:t>
            </a:r>
            <a:br/>
            <a:r>
              <a:t>Node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/chatter</a:t>
            </a:r>
            <a:br/>
            <a:r>
              <a:t>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listener</a:t>
            </a:r>
            <a:br/>
            <a:r>
              <a:t>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명령어를 코드처럼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terminal에 ROS 2 명령과 기본 package 경로를 등록합니다.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줄 뒤에 `ros2 --help`와 `ros2 run` 명령이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ros2 --help |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명령은 지금 모듈의 기능을 실행하거나 관찰하는 한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명령 뒤 terminal 또는 GUI에서 완료 조건이 충족됐는지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명령어를 코드처럼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run demo_nodes_cpp talker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앞 단어는 package, 뒤 단어는 그 package에 등록된 실행 이름입니다.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terminal의 log와 `ros2 node list`에서 node 동작을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run demo_nodes_py listener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앞 단어는 package, 뒤 단어는 그 package에 등록된 실행 이름입니다.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terminal의 log와 `ros2 node list`에서 node 동작을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명령어를 코드처럼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node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ROS graph에서 실행 중인 node 이름을 나열합니다.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talker/listener 또는 launch node가 목록에 나타납니다.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topic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명령은 지금 모듈의 기능을 실행하거나 관찰하는 한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명령 뒤 terminal 또는 GUI에서 완료 조건이 충족됐는지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1/3: ROS 2 환경을 등록한다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새 터미널은 ROS 명령을 아직 모른다.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  <a:br/>
            <a:r>
              <a:t>ros2 --help |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2/3: 두 노드를 서로 다른 터미널에서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2/3    |    현재 폴더 ~/ros2_curri/my_agv_ws    |    새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Publisher와 Subscriber는 동시에 살아 있어야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# 터미널 1</a:t>
            </a:r>
            <a:br/>
            <a:r>
              <a:t>ros2 run demo_nodes_cpp talker</a:t>
            </a:r>
            <a:br/>
            <a:br/>
            <a:r>
              <a:t># 새 터미널 2</a:t>
            </a:r>
            <a:br/>
            <a:r>
              <a:t>source /opt/ros/jazzy/setup.bash</a:t>
            </a:r>
            <a:br/>
            <a:r>
              <a:t>ros2 run demo_nodes_py listener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3/3: 연결을 명령으로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코드 밖에서도 이름·타입·연결 수를 확인할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node list</a:t>
            </a:r>
            <a:br/>
            <a:r>
              <a:t>ros2 topic list</a:t>
            </a:r>
            <a:br/>
            <a:r>
              <a:t>ros2 topic info /chatter</a:t>
            </a:r>
            <a:br/>
            <a:r>
              <a:t>ros2 topic echo /chatter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  <a:br/>
            <a:r>
              <a:t>ros2 run demo_nodes_cpp talker</a:t>
            </a:r>
            <a:br/>
            <a:r>
              <a:t># 새 터미널: ros2 run demo_nodes_py listener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node list</a:t>
            </a:r>
            <a:br/>
            <a:r>
              <a:t>ros2 topic info /chatter</a:t>
            </a:r>
            <a:br/>
            <a:r>
              <a:t>ros2 topic echo /chatter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ros2: command not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source /opt/ros/jazzy/setup.bash를 실행한다.</a:t>
            </a:r>
            <a:br/>
            <a:r>
              <a:t>수정 후: ros2 node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echo가 출력되지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talker 실행·/chatter 이름·publisher 수를 순서대로 확인한다.</a:t>
            </a:r>
            <a:br/>
            <a:r>
              <a:t>수정 후: ros2 node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listener를 Ctrl-C로 멈춘 뒤 topic info의 subscriber 수가 어떻게 바뀌는지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talker/listener와 node·topic·echo·info 명령으로 연결을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blocks/A_ros2_basics/M01_ros2_concepts/complete/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M02 workspace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M01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