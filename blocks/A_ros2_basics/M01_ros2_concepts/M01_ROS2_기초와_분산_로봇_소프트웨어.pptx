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 터미널 1은 talker를 계속 실행하고, 터미널 2는 listener가 받은 문자열을 출력하는지 관찰한다.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ros2 run demo_nodes_cpp talker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ros2 run demo_nodes_cpp talker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  <a:br/>
            <a:r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과정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talker</a:t>
            </a:r>
            <a:br/>
            <a:r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/chatter</a:t>
            </a:r>
            <a:br/>
            <a:r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listener</a:t>
            </a:r>
            <a:br/>
            <a:r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ros2 --help | head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demo_nodes_cpp talker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terminal의 log와 `ros2 node list`에서 node 동작을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demo_nodes_py listener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앞 단어는 package, 뒤 단어는 그 package에 등록된 실행 이름입니다.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terminal의 log와 `ros2 node list`에서 node 동작을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ROS graph에서 실행 중인 node 이름을 나열합니다.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talker/listener 또는 launch node가 목록에 나타납니다.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topic list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새 터미널은 ROS 명령을 아직 모른다.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ros2 --help | 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Publisher와 Subscriber는 동시에 살아 있어야 한다. 터미널 1은 talker를 계속 실행하고, 터미널 2는 listener가 받은 문자열을 출력하는지 관찰한다.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demo_nodes_cpp talker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demo_nodes_py listener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코드 밖에서도 이름·타입·연결 수를 확인할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/chatter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/chatter --once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demo_nodes_cpp talker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demo_nodes_py listener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/chatter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source /opt/ros/jazzy/setup.bash를 실행한다.</a:t>
            </a:r>
            <a:br/>
            <a:r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talker 실행·/chatter 이름·publisher 수를 순서대로 확인한다.</a:t>
            </a:r>
            <a:br/>
            <a:r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