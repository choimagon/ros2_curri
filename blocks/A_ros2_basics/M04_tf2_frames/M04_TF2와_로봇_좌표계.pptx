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  <a:br/>
            <a:r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M03 node/topic 관찰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map→odom→base_link→sensor frame의 부모·자식 관계와 Fixed Frame을 이해한다.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terminal에 ROS 2 명령과 기본 package 경로를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 뒤에 `ros2 --help`와 `ros2 run` 명령이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run tf2_ros static_transform_publisher 0.12 0 0.28 0</a:t>
            </a:r>
            <a:br/>
            <a:r>
              <a:t>0 0 base_link lidar_link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숫자 xyz·rpy와 parent/child frame을 받아 움직이지 않는 TF를 발행합니다.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`/tf_static`과 TF frame tree에서 base_link → lidar_link를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run tf2_tools view_frames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앞 단어는 package, 뒤 단어는 그 package에 등록된 실행 이름입니다.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terminal의 log와 `ros2 node list`에서 node 동작을 확인합니다.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고정 장착 센서는 시간에 따라 바뀌지 않는 transform을 사용한다.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tf2_ros static_transform_publisher 0.12 0 0.28 0 0 0 base_link lidar_link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TF/robot_description을 계속 발행하므로 이 창은 실행 상태로 유지합니다.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RViz2 화면    |    GUI 조작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 화면에서 하는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frame의 부모·자식과 누락 여부를 파일로 확인한다.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RViz 클릭 순서 — 아래 내용은 터미널 명령이 아니라 화면 조작 안내입니다.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63824"/>
            <a:ext cx="10835640" cy="1572768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t>ros2 run tf2_tools view_frames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t># frames.pdf 생성 뒤 base_link → lidar_link 연결을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065776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각 줄을 위에서 아래로 클릭한 뒤, 왼쪽 Displays 목록에 항목이 추가됐는지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tf2_ros static_transform_publisher 0.12 0 0.28 0 0 0 base_link lidar_link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TF/robot_description을 계속 발행하므로 이 창은 실행 상태로 유지합니다.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/tf_static --once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Fixed Frame과 TF 존재 여부를 먼저 확인한다.</a:t>
            </a:r>
            <a:br/>
            <a:r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rpy 단위·parent/child 순서·축 방향을 점검한다.</a:t>
            </a:r>
            <a:br/>
            <a:r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