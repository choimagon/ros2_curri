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  <a:br/>
            <a:r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  <a:br/>
            <a:r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/tf_static --once</a:t>
            </a:r>
            <a:br/>
            <a:r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Fixed Frame과 TF 존재 여부를 먼저 확인한다.</a:t>
            </a:r>
            <a:br/>
            <a:r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rpy 단위·parent/child 순서·축 방향을 점검한다.</a:t>
            </a:r>
            <a:br/>
            <a:r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