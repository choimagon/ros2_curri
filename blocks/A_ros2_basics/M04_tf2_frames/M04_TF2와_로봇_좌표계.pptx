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map→odom→base_link→sensor frame의 부모·자식 관계와 Fixed Frame을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이전=M03 node/topic 관찰, 다음=M05 URDF link/joint을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map→odom→base_link→sensor frame의 부모·자식 관계와 Fixed Frame을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고정 장착 센서는 시간에 따라 바뀌지 않는 transform을 사용한다.</a:t>
            </a:r>
          </a:p>
          <a:p>
            <a:r>
              <a:t>[실행] source /opt/ros/jazzy/setup.bash</a:t>
            </a:r>
          </a:p>
          <a:p>
            <a:r>
              <a:t>ros2 run tf2_ros static_transform_publisher 0.12 0 0.28 0 0 0 base_link lidar_link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frame의 부모·자식과 누락 여부를 파일로 확인한다.</a:t>
            </a:r>
          </a:p>
          <a:p>
            <a:r>
              <a:t>[실행] ros2 run tf2_tools view_frames</a:t>
            </a:r>
          </a:p>
          <a:p>
            <a:r>
              <a:t># frames.pdf 생성 뒤 base_link → lidar_link 연결을 확인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run tf2_ros static_transform_publisher 0.12 0 0.28 0 0 0 base_link lidar_link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echo /tf_static --once</a:t>
            </a:r>
          </a:p>
          <a:p>
            <a:r>
              <a:t>ros2 run tf2_tools view_frames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M05 URDF link/joint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TF2와 로봇 좌표계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정적 TF를 발행하고 frame 이름과 RViz Fixed Frame의 관계를 설명한다.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M03 node/topic 관찰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M04</a:t>
            </a:r>
            <a:br/>
            <a:r>
              <a:t>TF2와 로봇 좌표계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M05 URDF link/joint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M03에서 node/topic을 확인할 수 있는 상태. 아직 실제 AGV 모델은 필요 없다.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M03 node/topic 관찰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map→odom→base_link→sensor frame의 부모·자식 관계와 Fixed Frame을 이해한다.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정적 TF를 발행하고 frame 이름과 RViz Fixed Frame의 관계를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M03 node/topic 관찰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map→odom→base_link→sensor frame의 부모·자식 관계와 Fixed Frame을 이해한다.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정적 TF를 발행하고 frame 이름과 RViz Fixed Frame의 관계를 설명한다.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모듈은 사용자 파일 없이 ROS 2 기본 도구를 실행해 이후 프로젝트에 필요한 동작을 관찰합니다.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odom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base_link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lidar_link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명령어를 코드처럼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명령 해설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현재 terminal에 ROS 2 명령과 기본 package 경로를 등록합니다.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줄 뒤에 `ros2 --help`와 `ros2 run` 명령이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run tf2_ros static_transform_publisher 0.12 0 0.28 0</a:t>
            </a:r>
            <a:br/>
            <a:r>
              <a:t>0 0 base_link lidar_link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숫자 xyz·rpy와 parent/child frame을 받아 움직이지 않는 TF를 발행합니다.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`/tf_static`과 TF frame tree에서 base_link → lidar_link를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명령어를 코드처럼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명령 해설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ros2 run tf2_tools view_frames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앞 단어는 package, 뒤 단어는 그 package에 등록된 실행 이름입니다.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terminal의 log와 `ros2 node list`에서 node 동작을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1/2: 정적 TF를 발행한다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고정 장착 센서는 시간에 따라 바뀌지 않는 transform을 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/opt/ros/jazzy/setup.bash</a:t>
            </a:r>
            <a:br/>
            <a:r>
              <a:t>ros2 run tf2_ros static_transform_publisher 0.12 0 0.28 0 0 0 base_link lidar_link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2/2: TF 연결을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frame의 부모·자식과 누락 여부를 파일로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tf2_tools view_frames</a:t>
            </a:r>
            <a:br/>
            <a:r>
              <a:t># frames.pdf 생성 뒤 base_link → lidar_link 연결을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run tf2_ros static_transform_publisher 0.12 0 0.28 0 0 0 base_link lidar_link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echo /tf_static --once</a:t>
            </a:r>
            <a:br/>
            <a:r>
              <a:t>ros2 run tf2_tools view_frames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RViz에 아무것도 안 보임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Fixed Frame과 TF 존재 여부를 먼저 확인한다.</a:t>
            </a:r>
            <a:br/>
            <a:r>
              <a:t>수정 후: ros2 topic echo /tf_static --once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센서가 엉뚱한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rpy 단위·parent/child 순서·축 방향을 점검한다.</a:t>
            </a:r>
            <a:br/>
            <a:r>
              <a:t>수정 후: ros2 topic echo /tf_static --once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camera_link의 xyz를 0.30 0 0.26으로 바꾸어 발행하고 lidar_link와 위치 차이를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정적 TF를 발행하고 frame 이름과 RViz Fixed Frame의 관계를 설명한다.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blocks/A_ros2_basics/M04_tf2_frames/complete/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M05 URDF link/joint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5C6672"/>
                </a:solidFill>
                <a:latin typeface="Noto Sans CJK KR"/>
              </a:defRPr>
            </a:pPr>
            <a:r>
              <a:t>ROS 2 기반 AGV End-to-End 개발 커리큘럼 · M04 · Block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