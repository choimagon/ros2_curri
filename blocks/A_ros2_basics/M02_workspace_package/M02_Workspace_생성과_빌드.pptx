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--dependencies rclpy std_msgs geometry_msgs agv_control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&lt;name&gt;agv_control&lt;/name&gt;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&lt;description&gt;Small ROS 2 control nodes for the educational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&lt;exec_depend&gt;std_msgs&lt;/exec_depend&gt;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&lt;exec_depend&gt;geometry_msgs&lt;/exec_depend&gt;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ament_target_dependencies(status_publisher rclcpp</a:t>
            </a:r>
            <a:br/>
            <a:r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project(agv_cpp_examples)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ament_cmake가 ROS 2 패키지를 빌드·설치하는 기본 도구입니다.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find_package(rclcpp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find_package(std_msgs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src/status_publisher.cpp를 실행 파일 하나로 컴파일합니다.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add_executable(status_publisher src/status_publisher.cpp)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install(TARGETS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status_publisher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DESTINATION lib/${PROJECT_NAME})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~/ros2_curri/my_agv_ws/src/agv_cpp_examples/src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message.data = this-&gt;get_parameter("message").as_string()</a:t>
            </a:r>
            <a:br/>
            <a:r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RCLCPP_INFO(this-&gt;get_logger(), "published: %s",</a:t>
            </a:r>
            <a:br/>
            <a:r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&lt;functional&gt;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&lt;memory&gt;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&lt;string&gt;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"rclcpp/rclcpp.hpp"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"std_msgs/msg/string.hpp"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using namespace std::chrono_literals;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// Python의 Node 클래스와 같은 역할을 하는 C++ ROS 2 node입니다.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public: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StatusPublisher()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: Node("cpp_status_publisher"), sequence_(0)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// ros2 run 뒤 --ros-args -p message:=... 로 바꿀 수 있는 parameter입니다.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this-&gt;declare_parameter&lt;std::string&gt;("message", "C++ AGV 상태 정상");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// String 메시지를 /cpp_status topic으로 publish합니다. 마지막 10은 queue depth입니다.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publisher_ = this-&gt;create_publisher&lt;std_msgs::msg::String&gt;("/cpp_status", 10);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timer_ = this-&gt;create_wall_timer(1s, std::bind(&amp;StatusPublisher::publish_status, this));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private: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void publish_status()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auto message = std_msgs::msg::String();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message.data = this-&gt;get_parameter("message").as_string() + " #" + std::to_string(sequence_++);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publisher_-&gt;publish(message);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RCLCPP_INFO(this-&gt;get_logger(), "published: %s", message.data.c_str());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}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std::size_t sequence_;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};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int main(int argc, char * argv[])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rclcpp::init(argc, argv);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rclcpp::spin(std::make_shared&lt;StatusPublisher&gt;());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rclcpp::shutdown();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return 0;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colcon은 방금 만든 src 아래 package를 찾아 build/install/log를 만든다.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package는 서로 다른 setup 파일이다.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pkg executables agv_cpp_examples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agv_cpp_examples status_publisher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src -maxdepth 2 -name package.xml -o -name CMakeLists.txt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~/ros2_curri/my_agv_ws에서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blocks/A_ros2_basics/M02_workspace_package/complete/agv_ws/src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blocks/A_ros2_basics/M02_workspace_package/complete/agv_ws/src/.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