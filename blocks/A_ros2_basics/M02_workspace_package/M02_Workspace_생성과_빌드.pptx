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~/agv_ws를 만들고 Python ament_python과 C++ ament_cmake 패키지를 빌드한다.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build/install/log와 두 언어의 실행 파일을 source 뒤에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이전=M01 ROS 2 source, 다음=M03 Python Pub/Sub을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~/agv_ws를 만들고 Python ament_python과 C++ ament_cmake 패키지를 빌드한다.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build/install/log와 두 언어의 실행 파일을 source 뒤에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colcon은 src 아래 패키지를 찾아 build/install/log를 만든다.</a:t>
            </a:r>
          </a:p>
          <a:p>
            <a:r>
              <a:t>[실행] mkdir -p ~/agv_ws/src</a:t>
            </a:r>
          </a:p>
          <a:p>
            <a:r>
              <a:t>cd ~/agv_ws</a:t>
            </a:r>
          </a:p>
          <a:p>
            <a:r>
              <a:t>colcon build --symlink-install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기본 ROS와 내가 만든 패키지는 서로 다른 setup 파일이다.</a:t>
            </a:r>
          </a:p>
          <a:p>
            <a:r>
              <a:t>[실행] source /opt/ros/jazzy/setup.bash</a:t>
            </a:r>
          </a:p>
          <a:p>
            <a:r>
              <a:t>source ~/agv_ws/install/setup.bash</a:t>
            </a:r>
          </a:p>
          <a:p>
            <a:r>
              <a:t>ros2 pkg executables agv_cpp_examples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~/agv_ws/src/agv_control/package.xml의 전체 파일을 1/3 구간으로 작성한다.</a:t>
            </a:r>
          </a:p>
          <a:p>
            <a:r>
              <a:t>[실행] nano ~/agv_ws/src/agv_control/package.xml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~/agv_ws/src/agv_control/package.xml의 전체 파일을 2/3 구간으로 작성한다.</a:t>
            </a:r>
          </a:p>
          <a:p>
            <a:r>
              <a:t>[실행] nano ~/agv_ws/src/agv_control/package.xml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~/agv_ws/src/agv_control/package.xml의 전체 파일을 3/3 구간으로 작성한다.</a:t>
            </a:r>
          </a:p>
          <a:p>
            <a:r>
              <a:t>[실행] nano ~/agv_ws/src/agv_control/package.xml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~/agv_ws/src/agv_control/setup.py의 전체 파일을 1/1 구간으로 작성한다.</a:t>
            </a:r>
          </a:p>
          <a:p>
            <a:r>
              <a:t>[실행] nano ~/agv_ws/src/agv_control/setup.py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~/agv_ws/src/agv_cpp_examples/CMakeLists.txt의 전체 파일을 1/2 구간으로 작성한다.</a:t>
            </a:r>
          </a:p>
          <a:p>
            <a:r>
              <a:t>[실행] nano ~/agv_ws/src/agv_cpp_examples/CMakeLists.txt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~/agv_ws/src/agv_cpp_examples/CMakeLists.txt의 전체 파일을 2/2 구간으로 작성한다.</a:t>
            </a:r>
          </a:p>
          <a:p>
            <a:r>
              <a:t>[실행] nano ~/agv_ws/src/agv_cpp_examples/CMakeLists.txt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~/agv_ws/src/agv_cpp_examples/src/status_publisher.cpp의 전체 파일을 1/4 구간으로 작성한다.</a:t>
            </a:r>
          </a:p>
          <a:p>
            <a:r>
              <a:t>[실행] nano ~/agv_ws/src/agv_cpp_examples/src/status_publisher.cpp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~/agv_ws/src/agv_cpp_examples/src/status_publisher.cpp의 전체 파일을 2/4 구간으로 작성한다.</a:t>
            </a:r>
          </a:p>
          <a:p>
            <a:r>
              <a:t>[실행] nano ~/agv_ws/src/agv_cpp_examples/src/status_publisher.cpp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~/agv_ws/src/agv_cpp_examples/src/status_publisher.cpp의 전체 파일을 3/4 구간으로 작성한다.</a:t>
            </a:r>
          </a:p>
          <a:p>
            <a:r>
              <a:t>[실행] nano ~/agv_ws/src/agv_cpp_examples/src/status_publisher.cpp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~/agv_ws/src/agv_cpp_examples/src/status_publisher.cpp의 전체 파일을 4/4 구간으로 작성한다.</a:t>
            </a:r>
          </a:p>
          <a:p>
            <a:r>
              <a:t>[실행] nano ~/agv_ws/src/agv_cpp_examples/src/status_publisher.cpp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~/agv_ws</a:t>
            </a:r>
          </a:p>
          <a:p>
            <a:r>
              <a:t>source /opt/ros/jazzy/setup.bash</a:t>
            </a:r>
          </a:p>
          <a:p>
            <a:r>
              <a:t>colcon build --symlink-install</a:t>
            </a:r>
          </a:p>
          <a:p>
            <a:r>
              <a:t>source install/setup.bash</a:t>
            </a:r>
          </a:p>
          <a:p>
            <a:r>
              <a:t>ros2 run agv_cpp_examples status_publisher</a:t>
            </a:r>
          </a:p>
          <a:p>
            <a:r>
              <a:t>[확인] build/install/log와 두 언어의 실행 파일을 source 뒤에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pwd</a:t>
            </a:r>
          </a:p>
          <a:p>
            <a:r>
              <a:t>find src -maxdepth 2 -name package.xml -o -name CMakeLists.txt</a:t>
            </a:r>
          </a:p>
          <a:p>
            <a:r>
              <a:t>ros2 pkg prefix agv_cpp_examples</a:t>
            </a:r>
          </a:p>
          <a:p>
            <a:r>
              <a:t>[확인] build/install/log와 두 언어의 실행 파일을 source 뒤에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M03 Python Pub/Sub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M02 · Block A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Workspace 생성과 Python·C++ 패키지 빌드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build/install/log와 두 언어의 실행 파일을 source 뒤에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M01 ROS 2 source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M02</a:t>
            </a:r>
            <a:br/>
            <a:r>
              <a:t>Workspace 생성과 Python·C++ 패키지 빌드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M03 Python Pub/Sub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build/install/log와 두 언어의 실행 파일을 source 뒤에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M01을 끝낸 터미널. ~/agv_ws가 없거나, 기존 폴더를 별도로 백업한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M01 ROS 2 source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~/agv_ws를 만들고 Python ament_python과 C++ ament_cmake 패키지를 빌드한다.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build/install/log와 두 언어의 실행 파일을 source 뒤에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src</a:t>
            </a:r>
            <a:br/>
            <a:r>
              <a:t>소스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colcon build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install</a:t>
            </a:r>
            <a:br/>
            <a:r>
              <a:t>overlay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~/agv_ws/src/</a:t>
            </a:r>
            <a:br/>
            <a:r>
              <a:t>└── agv_control/package.xml</a:t>
            </a:r>
            <a:br/>
            <a:r>
              <a:t>└── agv_control/setup.py</a:t>
            </a:r>
            <a:br/>
            <a:r>
              <a:t>└── agv_cpp_examples/CMakeLists.txt</a:t>
            </a:r>
            <a:br/>
            <a:r>
              <a:t>└── agv_cpp_examples/src/status_publisher.cpp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workspace 뼈대를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colcon은 src 아래 패키지를 찾아 build/install/log를 만든다.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~/agv_ws/src</a:t>
            </a:r>
            <a:br/>
            <a:r>
              <a:t>cd ~/agv_ws</a:t>
            </a:r>
            <a:br/>
            <a:r>
              <a:t>colcon build --symlink-install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새 터미널에서 overlay를 source한다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기본 ROS와 내가 만든 패키지는 서로 다른 setup 파일이다.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  <a:br/>
            <a:r>
              <a:t>source ~/agv_ws/install/setup.bash</a:t>
            </a:r>
            <a:br/>
            <a:r>
              <a:t>ros2 pkg executables agv_cpp_examples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~/agv_ws/src/agv_control/package.xml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3/6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~/agv_ws/src/agv_control    &amp;&amp;    nano ~/agv_ws/src/agv_control/package.xml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&lt;package format="3"&gt;</a:t>
            </a:r>
            <a:br/>
            <a:r>
              <a:t>  </a:t>
            </a:r>
            <a:br/>
            <a:r>
              <a:t>  </a:t>
            </a:r>
            <a:br/>
            <a:r>
              <a:t>  &lt;name&gt;agv_control&lt;/name&gt;</a:t>
            </a:r>
            <a:br/>
            <a:r>
              <a:t>  &lt;version&gt;0.1.0&lt;/version&gt;</a:t>
            </a:r>
            <a:br/>
            <a:r>
              <a:t>  </a:t>
            </a:r>
            <a:br/>
            <a:r>
              <a:t>  </a:t>
            </a:r>
            <a:br/>
            <a:r>
              <a:t>  &lt;description&gt;Small ROS 2 control nodes for the educational AGV.&lt;/description&gt;</a:t>
            </a:r>
            <a:br/>
            <a:r>
              <a:t>  </a:t>
            </a:r>
            <a:br/>
            <a:r>
              <a:t>  </a:t>
            </a:r>
            <a:br/>
            <a:r>
              <a:t>  &lt;maintainer email="student@example.com"&gt;AGV student&lt;/maintainer&gt;</a:t>
            </a:r>
            <a:br/>
            <a:r>
              <a:t>  &lt;license&gt;Apache-2.0&lt;/license&gt;</a:t>
            </a:r>
            <a:br/>
            <a:r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~/agv_ws/src/agv_control/package.xml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4/6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~/agv_ws/src/agv_control    &amp;&amp;    nano ~/agv_ws/src/agv_control/package.xml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  <a:br/>
            <a:r>
              <a:t>  &lt;buildtool_depend&gt;ament_python&lt;/buildtool_depend&gt;</a:t>
            </a:r>
            <a:br/>
            <a:r>
              <a:t>  </a:t>
            </a:r>
            <a:br/>
            <a:r>
              <a:t>  </a:t>
            </a:r>
            <a:br/>
            <a:r>
              <a:t>  &lt;exec_depend&gt;rclpy&lt;/exec_depend&gt;</a:t>
            </a:r>
            <a:br/>
            <a:r>
              <a:t>  &lt;exec_depend&gt;std_msgs&lt;/exec_depend&gt;</a:t>
            </a:r>
            <a:br/>
            <a:r>
              <a:t>  &lt;exec_depend&gt;geometry_msgs&lt;/exec_depend&gt;</a:t>
            </a:r>
            <a:br/>
            <a:r>
              <a:t>  </a:t>
            </a:r>
            <a:br/>
            <a:r>
              <a:t>  </a:t>
            </a:r>
            <a:br/>
            <a:r>
              <a:t>  &lt;exec_depend&gt;sensor_msgs&lt;/exec_depend&gt;</a:t>
            </a:r>
            <a:br/>
            <a:r>
              <a:t>  &lt;exec_depend&gt;nav_msgs&lt;/exec_depend&gt;</a:t>
            </a:r>
            <a:br/>
            <a:r>
              <a:t>  </a:t>
            </a:r>
            <a:br/>
            <a:r>
              <a:t>  </a:t>
            </a:r>
            <a:br/>
            <a:r>
              <a:t>  &lt;export&gt;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~/agv_ws/src/agv_control/package.xml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5/6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~/agv_ws/src/agv_control    &amp;&amp;    nano ~/agv_ws/src/agv_control/package.xml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&lt;build_type&gt;ament_python&lt;/build_type&gt;</a:t>
            </a:r>
            <a:br/>
            <a:r>
              <a:t>  &lt;/export&gt;</a:t>
            </a:r>
            <a:br/>
            <a:r>
              <a:t>  </a:t>
            </a:r>
            <a:br/>
            <a:br/>
            <a:r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~/agv_ws/src/agv_control/setup.py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~/agv_ws/src/agv_control    &amp;&amp;    nano ~/agv_ws/src/agv_control/setup.py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  <a:br/>
            <a:r>
              <a:t>package_name = 'agv_control'</a:t>
            </a:r>
            <a:br/>
            <a:r>
              <a:t>setup(name=package_name, version='0.1.0', packages=find_packages(exclude=['test']),</a:t>
            </a:r>
            <a:br/>
            <a:r>
              <a:t>    data_files=[('share/ament_index/resource_index/packages',</a:t>
            </a:r>
            <a:br/>
            <a:r>
              <a:t>    ['resource/' + package_name]), ('share/' + package_name, ['package.xml']),</a:t>
            </a:r>
            <a:br/>
            <a:r>
              <a:t>    ('share/' + package_name + '/config', ['config/controllers.yaml'])],</a:t>
            </a:r>
            <a:br/>
            <a:r>
              <a:t>    install_requires=['setuptools'], zip_safe=True, maintainer='AGV student',</a:t>
            </a:r>
            <a:br/>
            <a:r>
              <a:t>    maintainer_email='student@example.com', license='Apache-2.0',</a:t>
            </a:r>
            <a:br/>
            <a:r>
              <a:t>    entry_points={'console_scripts': ['counter_publisher = agv_control.counter_publisher:main',</a:t>
            </a:r>
            <a:br/>
            <a:r>
              <a:t>     'counter_monitor = agv_control.counter_monitor:main', 'cmd_test_node = agv_control.cmd_test_node:main',</a:t>
            </a:r>
            <a:br/>
            <a:r>
              <a:t>     'velocity_monitor = agv_control.velocity_monitor:main', 'safety_controller = agv_control.safety_controller:main',</a:t>
            </a:r>
            <a:br/>
            <a:r>
              <a:t>     'pid_controller = agv_control.pid_controller:main']})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~/agv_ws/src/agv_cpp_examples/CMakeLists.txt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7/9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~/agv_ws/src/agv_cpp_examples    &amp;&amp;    nano ~/agv_ws/src/agv_cpp_examples/CMakeLists.txt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cmake_minimum_required(VERSION 3.8)</a:t>
            </a:r>
            <a:br/>
            <a:r>
              <a:t>project(agv_cpp_examples)</a:t>
            </a:r>
            <a:br/>
            <a:br/>
            <a:r>
              <a:t># ament_cmake가 ROS 2 패키지를 빌드·설치하는 기본 도구입니다.</a:t>
            </a:r>
            <a:br/>
            <a:r>
              <a:t>find_package(ament_cmake REQUIRED)</a:t>
            </a:r>
            <a:br/>
            <a:r>
              <a:t>find_package(rclcpp REQUIRED)</a:t>
            </a:r>
            <a:br/>
            <a:r>
              <a:t>find_package(std_msgs REQUIRED)</a:t>
            </a:r>
            <a:br/>
            <a:br/>
            <a:r>
              <a:t># src/status_publisher.cpp를 실행 파일 하나로 컴파일합니다.</a:t>
            </a:r>
            <a:br/>
            <a:r>
              <a:t>add_executable(status_publisher src/status_publisher.cpp)</a:t>
            </a:r>
            <a:br/>
            <a:r>
              <a:t>ament_target_dependencies(status_publisher rclcpp std_msgs)</a:t>
            </a:r>
            <a:br/>
            <a:br/>
            <a:r>
              <a:t># ros2 run agv_cpp_examples status_publisher가 찾는 설치 경로입니다.</a:t>
            </a:r>
            <a:br/>
            <a:r>
              <a:t>install(TARGETS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~/agv_ws/src/agv_cpp_examples/CMakeLists.txt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8/9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~/agv_ws/src/agv_cpp_examples    &amp;&amp;    nano ~/agv_ws/src/agv_cpp_examples/CMakeLists.txt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status_publisher</a:t>
            </a:r>
            <a:br/>
            <a:r>
              <a:t>  DESTINATION lib/${PROJECT_NAME})</a:t>
            </a:r>
            <a:br/>
            <a:br/>
            <a:r>
              <a:t>ament_package()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~/agv_ws/src/agv_cpp_examples/src/status_publisher.cpp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9/13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~/agv_ws/src/agv_cpp_examples/src    &amp;&amp;    nano ~/agv_ws/src/agv_cpp_examples/src/status_publisher.cpp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#include &lt;chrono&gt;</a:t>
            </a:r>
            <a:br/>
            <a:r>
              <a:t>#include &lt;functional&gt;</a:t>
            </a:r>
            <a:br/>
            <a:r>
              <a:t>#include &lt;memory&gt;</a:t>
            </a:r>
            <a:br/>
            <a:r>
              <a:t>#include &lt;string&gt;</a:t>
            </a:r>
            <a:br/>
            <a:br/>
            <a:r>
              <a:t>#include "rclcpp/rclcpp.hpp"</a:t>
            </a:r>
            <a:br/>
            <a:r>
              <a:t>#include "std_msgs/msg/string.hpp"</a:t>
            </a:r>
            <a:br/>
            <a:br/>
            <a:r>
              <a:t>using namespace std::chrono_literals;</a:t>
            </a:r>
            <a:br/>
            <a:br/>
            <a:r>
              <a:t>// Python의 Node 클래스와 같은 역할을 하는 C++ ROS 2 node입니다.</a:t>
            </a:r>
            <a:br/>
            <a:r>
              <a:t>class StatusPublisher : public rclcpp::Node</a:t>
            </a:r>
            <a:br/>
            <a:r>
              <a:t>{</a:t>
            </a:r>
            <a:br/>
            <a:r>
              <a:t>public: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~/agv_ws/src/agv_cpp_examples/src/status_publisher.cpp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10/13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~/agv_ws/src/agv_cpp_examples/src    &amp;&amp;    nano ~/agv_ws/src/agv_cpp_examples/src/status_publisher.cpp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StatusPublisher()</a:t>
            </a:r>
            <a:br/>
            <a:r>
              <a:t>  : Node("cpp_status_publisher"), sequence_(0)</a:t>
            </a:r>
            <a:br/>
            <a:r>
              <a:t>  {</a:t>
            </a:r>
            <a:br/>
            <a:r>
              <a:t>    // ros2 run 뒤 --ros-args -p message:=... 로 바꿀 수 있는 parameter입니다.</a:t>
            </a:r>
            <a:br/>
            <a:r>
              <a:t>    this-&gt;declare_parameter&lt;std::string&gt;("message", "C++ AGV 상태 정상");</a:t>
            </a:r>
            <a:br/>
            <a:br/>
            <a:r>
              <a:t>    // String 메시지를 /cpp_status topic으로 publish합니다. 마지막 10은 queue depth입니다.</a:t>
            </a:r>
            <a:br/>
            <a:r>
              <a:t>    publisher_ = this-&gt;create_publisher&lt;std_msgs::msg::String&gt;("/cpp_status", 10);</a:t>
            </a:r>
            <a:br/>
            <a:r>
              <a:t>    timer_ = this-&gt;create_wall_timer(1s, std::bind(&amp;StatusPublisher::publish_status, this));</a:t>
            </a:r>
            <a:br/>
            <a:r>
              <a:t>  }</a:t>
            </a:r>
            <a:br/>
            <a:br/>
            <a:r>
              <a:t>private:</a:t>
            </a:r>
            <a:br/>
            <a:r>
              <a:t>  void publish_status()</a:t>
            </a:r>
            <a:br/>
            <a:r>
              <a:t>  {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~/agv_ws/src/agv_cpp_examples/src/status_publisher.cpp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11/13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~/agv_ws/src/agv_cpp_examples/src    &amp;&amp;    nano ~/agv_ws/src/agv_cpp_examples/src/status_publisher.cpp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auto message = std_msgs::msg::String();</a:t>
            </a:r>
            <a:br/>
            <a:r>
              <a:t>    message.data = this-&gt;get_parameter("message").as_string() + " #" + std::to_string(sequence_++);</a:t>
            </a:r>
            <a:br/>
            <a:r>
              <a:t>    publisher_-&gt;publish(message);</a:t>
            </a:r>
            <a:br/>
            <a:r>
              <a:t>    RCLCPP_INFO(this-&gt;get_logger(), "published: %s", message.data.c_str());</a:t>
            </a:r>
            <a:br/>
            <a:r>
              <a:t>  }</a:t>
            </a:r>
            <a:br/>
            <a:br/>
            <a:r>
              <a:t>  std::size_t sequence_;</a:t>
            </a:r>
            <a:br/>
            <a:r>
              <a:t>  rclcpp::Publisher&lt;std_msgs::msg::String&gt;::SharedPtr publisher_;</a:t>
            </a:r>
            <a:br/>
            <a:r>
              <a:t>  rclcpp::TimerBase::SharedPtr timer_;</a:t>
            </a:r>
            <a:br/>
            <a:r>
              <a:t>};</a:t>
            </a:r>
            <a:br/>
            <a:br/>
            <a:r>
              <a:t>int main(int argc, char * argv[])</a:t>
            </a:r>
            <a:br/>
            <a:r>
              <a:t>{</a:t>
            </a:r>
            <a:br/>
            <a:r>
              <a:t>  rclcpp::init(argc, argv);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~/agv_ws/src/agv_cpp_examples/src/status_publisher.cpp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12/13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~/agv_ws/src/agv_cpp_examples/src    &amp;&amp;    nano ~/agv_ws/src/agv_cpp_examples/src/status_publisher.cpp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rclcpp::spin(std::make_shared&lt;StatusPublisher&gt;());</a:t>
            </a:r>
            <a:br/>
            <a:r>
              <a:t>  rclcpp::shutdown();</a:t>
            </a:r>
            <a:br/>
            <a:r>
              <a:t>  return 0;</a:t>
            </a:r>
            <a:br/>
            <a: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~/agv_ws</a:t>
            </a:r>
            <a:br/>
            <a:r>
              <a:t>source /opt/ros/jazzy/setup.bash</a:t>
            </a:r>
            <a:br/>
            <a:r>
              <a:t>colcon build --symlink-install</a:t>
            </a:r>
            <a:br/>
            <a:r>
              <a:t>source install/setup.bash</a:t>
            </a:r>
            <a:br/>
            <a:r>
              <a:t>ros2 run agv_cpp_examples status_publisher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build/install/log와 두 언어의 실행 파일을 source 뒤에 확인한다.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pwd</a:t>
            </a:r>
            <a:br/>
            <a:r>
              <a:t>find src -maxdepth 2 -name package.xml -o -name CMakeLists.txt</a:t>
            </a:r>
            <a:br/>
            <a:r>
              <a:t>ros2 pkg prefix agv_cpp_examples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build/install/log와 두 언어의 실행 파일을 source 뒤에 확인한다.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패키지를 찾을 수 없음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~/agv_ws에서 build했는지와 install/setup.bash source를 확인한다.</a:t>
            </a:r>
            <a:br/>
            <a:r>
              <a:t>수정 후: pwd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중복 패키지 오류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src 안에 같은 package name이 두 개 없는지 확인한다.</a:t>
            </a:r>
            <a:br/>
            <a:r>
              <a:t>수정 후: pwd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C++ publisher의 message 파라미터를 바꾸고 /cpp_status에서 바뀐 문자열을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build/install/log와 두 언어의 실행 파일을 source 뒤에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blocks/A_ros2_basics/M02_workspace_package/complete/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M03 Python Pub/Sub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105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21408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1635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822191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33087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2803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138928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