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  <a:br/>
            <a:r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src</a:t>
            </a:r>
            <a:br/>
            <a:r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install</a:t>
            </a:r>
            <a:br/>
            <a:r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agv_control/package.xml</a:t>
            </a:r>
            <a:br/>
            <a:r>
              <a:t>└── agv_control/setup.py</a:t>
            </a:r>
            <a:br/>
            <a:r>
              <a:t>└── agv_cpp_examples/CMakeLists.txt</a:t>
            </a:r>
            <a:br/>
            <a:r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</a:t>
            </a:r>
            <a:br/>
            <a:r>
              <a:t>cd ~/ros2_curri/my_agv_ws/src</a:t>
            </a:r>
            <a:br/>
            <a:r>
              <a:t>ros2 pkg create --build-type ament_python --dependencies rclpy std_msgs geometry_msgs agv_control</a:t>
            </a:r>
            <a:br/>
            <a:r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</a:t>
            </a:r>
            <a:br/>
            <a:r>
              <a:t>  </a:t>
            </a:r>
            <a:br/>
            <a:r>
              <a:t>  &lt;name&gt;agv_control&lt;/name&gt;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&lt;description&gt;Small ROS 2 control nodes for the educational AGV.&lt;/description&gt;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&lt;exec_depend&gt;rclpy&lt;/exec_depend&gt;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</a:t>
            </a:r>
            <a:br/>
            <a:r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project(agv_cpp_examples)</a:t>
            </a:r>
            <a:br/>
            <a:br/>
            <a:r>
              <a:t># ament_cmake가 ROS 2 패키지를 빌드·설치하는 기본 도구입니다.</a:t>
            </a:r>
            <a:br/>
            <a:r>
              <a:t>find_package(ament_cmake REQUIRED)</a:t>
            </a:r>
            <a:br/>
            <a:r>
              <a:t>find_package(rclcpp REQUIRED)</a:t>
            </a:r>
            <a:br/>
            <a:r>
              <a:t>find_package(std_msgs REQUIRED)</a:t>
            </a:r>
            <a:br/>
            <a:br/>
            <a:r>
              <a:t># src/status_publisher.cpp를 실행 파일 하나로 컴파일합니다.</a:t>
            </a:r>
            <a:br/>
            <a:r>
              <a:t>add_executable(status_publisher src/status_publisher.cpp)</a:t>
            </a:r>
            <a:br/>
            <a:r>
              <a:t>ament_target_dependencies(status_publisher rclcpp std_msgs)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 ros2 run agv_cpp_examples status_publisher가 찾는 설치 경로입니다.</a:t>
            </a:r>
            <a:br/>
            <a:r>
              <a:t>install(TARGETS</a:t>
            </a:r>
            <a:br/>
            <a:r>
              <a:t>  status_publisher</a:t>
            </a:r>
            <a:br/>
            <a:r>
              <a:t>  DESTINATION lib/${PROJECT_NAME})</a:t>
            </a:r>
            <a:br/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~/ros2_curri/my_agv_ws/src/agv_cpp_examples/src</a:t>
            </a:r>
            <a:br/>
            <a:r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#include &lt;chrono&gt;</a:t>
            </a:r>
            <a:br/>
            <a:r>
              <a:t>#include &lt;functional&gt;</a:t>
            </a:r>
            <a:br/>
            <a:r>
              <a:t>#include &lt;memory&gt;</a:t>
            </a:r>
            <a:br/>
            <a:r>
              <a:t>#include &lt;string&gt;</a:t>
            </a:r>
            <a:br/>
            <a:br/>
            <a:r>
              <a:t>#include "rclcpp/rclcpp.hpp"</a:t>
            </a:r>
            <a:br/>
            <a:r>
              <a:t>#include "std_msgs/msg/string.hpp"</a:t>
            </a:r>
            <a:br/>
            <a:br/>
            <a:r>
              <a:t>using namespace std::chrono_literals;</a:t>
            </a:r>
            <a:br/>
            <a:br/>
            <a:r>
              <a:t>// Python의 Node 클래스와 같은 역할을 하는 C++ ROS 2 node입니다.</a:t>
            </a:r>
            <a:br/>
            <a:r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{</a:t>
            </a:r>
            <a:br/>
            <a:r>
              <a:t>public:</a:t>
            </a:r>
            <a:br/>
            <a:r>
              <a:t>  StatusPublisher()</a:t>
            </a:r>
            <a:br/>
            <a:r>
              <a:t>  : Node("cpp_status_publisher"), sequence_(0)</a:t>
            </a:r>
            <a:br/>
            <a:r>
              <a:t>  {</a:t>
            </a:r>
            <a:br/>
            <a:r>
              <a:t>    // ros2 run 뒤 --ros-args -p message:=... 로 바꿀 수 있는 parameter입니다.</a:t>
            </a:r>
            <a:br/>
            <a:r>
              <a:t>    this-&gt;declare_parameter&lt;std::string&gt;("message", "C++ AGV 상태 정상");</a:t>
            </a:r>
            <a:br/>
            <a:br/>
            <a:r>
              <a:t>    // String 메시지를 /cpp_status topic으로 publish합니다. 마지막 10은 queue depth입니다.</a:t>
            </a:r>
            <a:br/>
            <a:r>
              <a:t>    publisher_ = this-&gt;create_publisher&lt;std_msgs::msg::String&gt;("/cpp_status", 10);</a:t>
            </a:r>
            <a:br/>
            <a:r>
              <a:t>    timer_ = this-&gt;create_wall_timer(1s, std::bind(&amp;StatusPublisher::publish_status, this));</a:t>
            </a:r>
            <a:br/>
            <a:r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private:</a:t>
            </a:r>
            <a:br/>
            <a:r>
              <a:t>  void publish_status()</a:t>
            </a:r>
            <a:br/>
            <a:r>
              <a:t>  {</a:t>
            </a:r>
            <a:br/>
            <a:r>
              <a:t>    auto message = std_msgs::msg::String();</a:t>
            </a:r>
            <a:br/>
            <a:r>
              <a:t>    message.data = this-&gt;get_parameter("message").as_string() + " #" + std::to_string(sequence_++);</a:t>
            </a:r>
            <a:br/>
            <a:r>
              <a:t>    publisher_-&gt;publish(message);</a:t>
            </a:r>
            <a:br/>
            <a:r>
              <a:t>    RCLCPP_INFO(this-&gt;get_logger(), "published: %s", message.data.c_str());</a:t>
            </a:r>
            <a:br/>
            <a:r>
              <a:t>  }</a:t>
            </a:r>
            <a:br/>
            <a:br/>
            <a:r>
              <a:t>  std::size_t sequence_;</a:t>
            </a:r>
            <a:br/>
            <a:r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~/ros2_curri/my_agv_ws/src/agv_cpp_examples/src/status_publisher.cpp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rclcpp::TimerBase::SharedPtr timer_;</a:t>
            </a:r>
            <a:br/>
            <a:r>
              <a:t>};</a:t>
            </a:r>
            <a:br/>
            <a:br/>
            <a:r>
              <a:t>int main(int argc, char * argv[])</a:t>
            </a:r>
            <a:br/>
            <a:r>
              <a:t>{</a:t>
            </a:r>
            <a:br/>
            <a:r>
              <a:t>  rclcpp::init(argc, argv);</a:t>
            </a:r>
            <a:br/>
            <a:r>
              <a:t>  rclcpp::spin(std::make_shared&lt;StatusPublisher&gt;());</a:t>
            </a:r>
            <a:br/>
            <a:r>
              <a:t>  rclcpp::shutdown();</a:t>
            </a:r>
            <a:br/>
            <a:r>
              <a:t>  return 0;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source ~/ros2_curri/my_agv_ws/install/setup.bash</a:t>
            </a:r>
            <a:br/>
            <a:r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source /opt/ros/jazzy/setup.bash</a:t>
            </a:r>
            <a:br/>
            <a:r>
              <a:t>colcon build --symlink-install</a:t>
            </a:r>
            <a:br/>
            <a:r>
              <a:t>source install/setup.bash</a:t>
            </a:r>
            <a:br/>
            <a:r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pwd</a:t>
            </a:r>
            <a:br/>
            <a:r>
              <a:t>find src -maxdepth 2 -name package.xml -o -name CMakeLists.txt</a:t>
            </a:r>
            <a:br/>
            <a:r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~/ros2_curri/my_agv_ws에서 build했는지와 install/setup.bash source를 확인한다.</a:t>
            </a:r>
            <a:br/>
            <a:r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src 안에 같은 package name이 두 개 없는지 확인한다.</a:t>
            </a:r>
            <a:br/>
            <a:r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blocks/A_ros2_basics/M02_workspace_package/complete/agv_ws/src || true</a:t>
            </a:r>
            <a:br/>
            <a:r>
              <a:t>cp -a my_agv_ws/src my_agv_ws/src_before_M02</a:t>
            </a:r>
            <a:br/>
            <a:r>
              <a:t>cp -a blocks/A_ros2_basics/M02_workspace_package/complete/agv_ws/src/.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