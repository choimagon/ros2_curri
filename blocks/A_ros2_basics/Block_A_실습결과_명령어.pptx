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M01 ROS 2 개념 · M02 Workspace · M03 Pub/Sub · M04 TF2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ROS 2 노드·토픽 흐름을 확인하고 AGV의 기본 TF tree를 이해한다.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agv_control/agv_control/counter_publisher.py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agv_control/agv_control/counter_monitor.py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agv_description/urdf/agv.urdf.xacro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agv_description/launch/display.launch.py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/opt/ros/jazzy/setup.bash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cd /home/lab4090/ros2_curri/agv_ws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colcon build --symlink-install --packages-select agv_control agv_description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install/setup.bash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agv_control counter_publisher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# 새 터미널: ros2 run agv_control counter_monitor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동작과 설정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명령이 실제로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source: 현재 터미널에 ROS 2 Jazzy와 workspace overlay를 등록한다.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ros2 run: setup.py에 등록된 console script를 찾아 독립 노드로 실행한다.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counter_publisher는 1초 timer·queue depth 10으로 /counter를 발행하며, 속도 명령은 -p linear_speed:=값으로 조절한다.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F5373"/>
                </a:solidFill>
                <a:latin typeface="Noto Sans CJK KR"/>
              </a:defRPr>
            </a:pPr>
            <a:r>
              <a:t>수치·토픽·방향을 바꿀 때는 해당 Block의 Mxx README에서 구현 파일과 기대 결과를 함께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a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A — ROS 2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counter_monitor에 received /counter가 반복되면 publisher·subscriber·DDS 통신이 정상이다. 다음으로 M04에서 RViz Fixed Frame과 TF tree를 확인한다.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