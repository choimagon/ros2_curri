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M01 ROS 2 개념 · M02 Workspace · M03 Pub/Sub · M04 TF2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ROS 2 노드·토픽 흐름을 확인하고 AGV의 기본 TF tree를 이해한다.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agv_control/agv_control/counter_publisher.py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agv_control/agv_control/counter_monitor.py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agv_description/urdf/agv.urdf.xacro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agv_description/launch/display.launch.py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/opt/ros/jazzy/setup.bash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colcon build --symlink-install --packages-select agv_control agv_description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run agv_control counter_publisher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a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A — ROS 2 기초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counter_monitor에 received /counter가 반복되면 publisher·subscriber·DDS 통신이 정상이다. 다음으로 M04에서 RViz Fixed Frame과 TF tree를 확인한다.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