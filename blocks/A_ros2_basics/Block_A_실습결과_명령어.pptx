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1508760"/>
            <a:ext cx="1078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3400" b="1">
                <a:solidFill>
                  <a:srgbClr val="173E6F"/>
                </a:solidFill>
                <a:latin typeface="Noto Sans CJK KR"/>
              </a:defRPr>
            </a:pPr>
            <a:r>
              <a:t>Block A — ROS 2 기초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304288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3F5373"/>
                </a:solidFill>
                <a:latin typeface="Noto Sans CJK KR"/>
              </a:defRPr>
            </a:pPr>
            <a:r>
              <a:t>M01 ROS 2 개념 · M02 Python/C++ Workspace · M03 Pub/Sub · M04 TF2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3108960"/>
            <a:ext cx="10424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212B3D"/>
                </a:solidFill>
                <a:latin typeface="Noto Sans CJK KR"/>
              </a:defRPr>
            </a:pPr>
            <a:r>
              <a:t>ROS 2 노드·토픽 흐름을 확인하고 AGV의 기본 TF tree를 이해한다.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897880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9687E"/>
                </a:solidFill>
                <a:latin typeface="Noto Sans CJK KR"/>
              </a:defRPr>
            </a:pPr>
            <a:r>
              <a:t>실제 실행 결과 캡처 포함 · 한국어 작성 · 최소 글꼴 크기 10pt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73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8046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Block A — ROS 2 기초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182880"/>
            <a:ext cx="3474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DCEAFC"/>
                </a:solidFill>
                <a:latin typeface="Noto Sans CJK KR"/>
              </a:defRPr>
            </a:pPr>
            <a:r>
              <a:t>만들어진 파일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56248"/>
            <a:ext cx="112471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667080"/>
                </a:solidFill>
                <a:latin typeface="Noto Sans CJK KR"/>
              </a:defRPr>
            </a:pPr>
            <a:r>
              <a:t>ROS 2 + Gazebo AGV 실습 · 모든 텍스트 최소 10pt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96012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173E6F"/>
                </a:solidFill>
                <a:latin typeface="Noto Sans CJK KR"/>
              </a:defRPr>
            </a:pPr>
            <a:r>
              <a:t>이 Block에서 실제로 만든 핵심 파일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08760"/>
            <a:ext cx="1069848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agv_control/agv_control/counter_publisher.py</a:t>
            </a:r>
          </a:p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agv_control/agv_control/counter_monitor.py</a:t>
            </a:r>
          </a:p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agv_cpp_examples/src/status_publisher.cpp</a:t>
            </a:r>
          </a:p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agv_cpp_examples/CMakeLists.txt</a:t>
            </a:r>
          </a:p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agv_description/urdf/agv.urdf.xacro</a:t>
            </a:r>
          </a:p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agv_description/launch/display.launch.py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349240"/>
            <a:ext cx="10698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3F5373"/>
                </a:solidFill>
                <a:latin typeface="Noto Sans CJK KR"/>
              </a:defRPr>
            </a:pPr>
            <a:r>
              <a:t>모듈별 만드는 방법과 상세 확인 기준은 이 폴더의 Mxx/README.md에 정리되어 있습니다.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73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8046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Block A — ROS 2 기초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182880"/>
            <a:ext cx="3474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DCEAFC"/>
                </a:solidFill>
                <a:latin typeface="Noto Sans CJK KR"/>
              </a:defRPr>
            </a:pPr>
            <a:r>
              <a:t>초심자 파일 제작 실습 1/2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56248"/>
            <a:ext cx="112471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667080"/>
                </a:solidFill>
                <a:latin typeface="Noto Sans CJK KR"/>
              </a:defRPr>
            </a:pPr>
            <a:r>
              <a:t>ROS 2 + Gazebo AGV 실습 · 모든 텍스트 최소 10pt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41248"/>
            <a:ext cx="11064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900" b="1">
                <a:solidFill>
                  <a:srgbClr val="173E6F"/>
                </a:solidFill>
                <a:latin typeface="Noto Sans CJK KR"/>
              </a:defRPr>
            </a:pPr>
            <a:r>
              <a:t>Python 노드 파일 만들기 (.py)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1161288"/>
            <a:ext cx="10972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4C5B74"/>
                </a:solidFill>
                <a:latin typeface="Noto Sans CJK KR"/>
              </a:defRPr>
            </a:pPr>
            <a:r>
              <a:t>실제 파일: agv_ws/src/agv_control/agv_control/counter_publisher.py + 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362456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17638C"/>
                </a:solidFill>
                <a:latin typeface="Noto Sans CJK KR"/>
              </a:defRPr>
            </a:pPr>
            <a:r>
              <a:t>처음 만들 때: ros2 pkg create --build-type ament_python learning_py --dependencies rclpy std_msgs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27632"/>
            <a:ext cx="5806440" cy="4416552"/>
          </a:xfrm>
          <a:prstGeom prst="roundRect">
            <a:avLst/>
          </a:prstGeom>
          <a:solidFill>
            <a:srgbClr val="141C2A"/>
          </a:solidFill>
          <a:ln>
            <a:solidFill>
              <a:srgbClr val="405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37160"/>
          <a:lstStyle/>
          <a:p>
            <a:pPr algn="ctr">
              <a:spcAft>
                <a:spcPts val="300"/>
              </a:spcAft>
              <a:defRPr sz="1000">
                <a:solidFill>
                  <a:srgbClr val="DFEDFF"/>
                </a:solidFill>
                <a:latin typeface="Noto Sans CJK KR"/>
              </a:defRPr>
            </a:pPr>
            <a:r>
              <a:t>self.publisher = self.create_publisher(Int32, '/counter', 10)</a:t>
            </a:r>
          </a:p>
          <a:p>
            <a:pPr>
              <a:spcAft>
                <a:spcPts val="300"/>
              </a:spcAft>
              <a:defRPr sz="1000">
                <a:solidFill>
                  <a:srgbClr val="DFEDFF"/>
                </a:solidFill>
                <a:latin typeface="Noto Sans CJK KR"/>
              </a:defRPr>
            </a:pPr>
            <a:r>
              <a:t>self.value = 0</a:t>
            </a:r>
          </a:p>
          <a:p>
            <a:pPr>
              <a:spcAft>
                <a:spcPts val="300"/>
              </a:spcAft>
              <a:defRPr sz="1000">
                <a:solidFill>
                  <a:srgbClr val="DFEDFF"/>
                </a:solidFill>
                <a:latin typeface="Noto Sans CJK KR"/>
              </a:defRPr>
            </a:pPr>
            <a:r>
              <a:t>self.create_timer(1.0, self.publish_counter)</a:t>
            </a:r>
          </a:p>
          <a:p>
            <a:pPr>
              <a:spcAft>
                <a:spcPts val="300"/>
              </a:spcAft>
              <a:defRPr sz="1000">
                <a:solidFill>
                  <a:srgbClr val="DFEDFF"/>
                </a:solidFill>
                <a:latin typeface="Noto Sans CJK KR"/>
              </a:defRPr>
            </a:pPr>
          </a:p>
          <a:p>
            <a:pPr>
              <a:spcAft>
                <a:spcPts val="300"/>
              </a:spcAft>
              <a:defRPr sz="1000">
                <a:solidFill>
                  <a:srgbClr val="DFEDFF"/>
                </a:solidFill>
                <a:latin typeface="Noto Sans CJK KR"/>
              </a:defRPr>
            </a:pPr>
            <a:r>
              <a:t>def publish_counter(self):</a:t>
            </a:r>
          </a:p>
          <a:p>
            <a:pPr>
              <a:spcAft>
                <a:spcPts val="300"/>
              </a:spcAft>
              <a:defRPr sz="1000">
                <a:solidFill>
                  <a:srgbClr val="DFEDFF"/>
                </a:solidFill>
                <a:latin typeface="Noto Sans CJK KR"/>
              </a:defRPr>
            </a:pPr>
            <a:r>
              <a:t>    message = Int32(data=self.value)</a:t>
            </a:r>
          </a:p>
          <a:p>
            <a:pPr>
              <a:spcAft>
                <a:spcPts val="300"/>
              </a:spcAft>
              <a:defRPr sz="1000">
                <a:solidFill>
                  <a:srgbClr val="DFEDFF"/>
                </a:solidFill>
                <a:latin typeface="Noto Sans CJK KR"/>
              </a:defRPr>
            </a:pPr>
            <a:r>
              <a:t>    self.publisher.publish(message)</a:t>
            </a:r>
          </a:p>
          <a:p>
            <a:pPr>
              <a:spcAft>
                <a:spcPts val="300"/>
              </a:spcAft>
              <a:defRPr sz="1000">
                <a:solidFill>
                  <a:srgbClr val="DFEDFF"/>
                </a:solidFill>
                <a:latin typeface="Noto Sans CJK KR"/>
              </a:defRPr>
            </a:pPr>
            <a:r>
              <a:t>    self.value += 1</a:t>
            </a:r>
          </a:p>
          <a:p>
            <a:pPr>
              <a:spcAft>
                <a:spcPts val="300"/>
              </a:spcAft>
              <a:defRPr sz="1000">
                <a:solidFill>
                  <a:srgbClr val="DFEDFF"/>
                </a:solidFill>
                <a:latin typeface="Noto Sans CJK KR"/>
              </a:defRPr>
            </a:pPr>
          </a:p>
          <a:p>
            <a:pPr>
              <a:spcAft>
                <a:spcPts val="300"/>
              </a:spcAft>
              <a:defRPr sz="1000">
                <a:solidFill>
                  <a:srgbClr val="DFEDFF"/>
                </a:solidFill>
                <a:latin typeface="Noto Sans CJK KR"/>
              </a:defRPr>
            </a:pPr>
            <a:r>
              <a:t># setup.py</a:t>
            </a:r>
          </a:p>
          <a:p>
            <a:pPr>
              <a:spcAft>
                <a:spcPts val="300"/>
              </a:spcAft>
              <a:defRPr sz="1000">
                <a:solidFill>
                  <a:srgbClr val="DFEDFF"/>
                </a:solidFill>
                <a:latin typeface="Noto Sans CJK KR"/>
              </a:defRPr>
            </a:pPr>
            <a:r>
              <a:t>'counter_publisher = agv_control.counter_publisher:main'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1627632"/>
            <a:ext cx="4892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173E6F"/>
                </a:solidFill>
                <a:latin typeface="Noto Sans CJK KR"/>
              </a:defRPr>
            </a:pPr>
            <a:r>
              <a:t>만드는 순서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65392" y="1975104"/>
            <a:ext cx="4800600" cy="2258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212B3D"/>
                </a:solidFill>
                <a:latin typeface="Noto Sans CJK KR"/>
              </a:defRPr>
            </a:pPr>
            <a:r>
              <a:t>• 1. ament_python 패키지를 만들고 agv_control/agv_control/에 .py 파일을 둡니다.</a:t>
            </a:r>
          </a:p>
          <a:p>
            <a:pPr>
              <a:spcAft>
                <a:spcPts val="500"/>
              </a:spcAft>
              <a:defRPr sz="1200" b="0">
                <a:solidFill>
                  <a:srgbClr val="212B3D"/>
                </a:solidFill>
                <a:latin typeface="Noto Sans CJK KR"/>
              </a:defRPr>
            </a:pPr>
            <a:r>
              <a:t>• 2. Node·publisher·timer를 작성한 뒤 setup.py의 console_scripts에 실행 이름을 등록합니다.</a:t>
            </a:r>
          </a:p>
          <a:p>
            <a:pPr>
              <a:spcAft>
                <a:spcPts val="500"/>
              </a:spcAft>
              <a:defRPr sz="1200" b="0">
                <a:solidFill>
                  <a:srgbClr val="212B3D"/>
                </a:solidFill>
                <a:latin typeface="Noto Sans CJK KR"/>
              </a:defRPr>
            </a:pPr>
            <a:r>
              <a:t>• 3. build → source → ros2 run 순서로 실행합니다. source가 없으면 새 실행 이름을 찾지 못합니다.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2" y="4480560"/>
            <a:ext cx="4800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173E6F"/>
                </a:solidFill>
                <a:latin typeface="Noto Sans CJK KR"/>
              </a:defRPr>
            </a:pPr>
            <a:r>
              <a:t>실행하면 이렇게 됩니다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65392" y="4892040"/>
            <a:ext cx="4800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212B3D"/>
                </a:solidFill>
                <a:latin typeface="Noto Sans CJK KR"/>
              </a:defRPr>
            </a:pPr>
            <a:r>
              <a:t>실행하면 1초마다 /counter에 0, 1, 2…가 publish되고, counter_monitor가 같은 값을 받습니다.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73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8046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Block A — ROS 2 기초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182880"/>
            <a:ext cx="3474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DCEAFC"/>
                </a:solidFill>
                <a:latin typeface="Noto Sans CJK KR"/>
              </a:defRPr>
            </a:pPr>
            <a:r>
              <a:t>초심자 파일 제작 실습 2/2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56248"/>
            <a:ext cx="112471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667080"/>
                </a:solidFill>
                <a:latin typeface="Noto Sans CJK KR"/>
              </a:defRPr>
            </a:pPr>
            <a:r>
              <a:t>ROS 2 + Gazebo AGV 실습 · 모든 텍스트 최소 10pt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41248"/>
            <a:ext cx="11064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900" b="1">
                <a:solidFill>
                  <a:srgbClr val="173E6F"/>
                </a:solidFill>
                <a:latin typeface="Noto Sans CJK KR"/>
              </a:defRPr>
            </a:pPr>
            <a:r>
              <a:t>C++ 노드 파일 만들기 (.cpp)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1161288"/>
            <a:ext cx="10972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4C5B74"/>
                </a:solidFill>
                <a:latin typeface="Noto Sans CJK KR"/>
              </a:defRPr>
            </a:pPr>
            <a:r>
              <a:t>실제 파일: agv_ws/src/agv_cpp_examples/src/status_publisher.cpp + CMakeLists.txt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362456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17638C"/>
                </a:solidFill>
                <a:latin typeface="Noto Sans CJK KR"/>
              </a:defRPr>
            </a:pPr>
            <a:r>
              <a:t>처음 만들 때: ros2 pkg create --build-type ament_cmake learning_cpp --dependencies rclcpp std_msgs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27632"/>
            <a:ext cx="5806440" cy="4416552"/>
          </a:xfrm>
          <a:prstGeom prst="roundRect">
            <a:avLst/>
          </a:prstGeom>
          <a:solidFill>
            <a:srgbClr val="141C2A"/>
          </a:solidFill>
          <a:ln>
            <a:solidFill>
              <a:srgbClr val="405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37160"/>
          <a:lstStyle/>
          <a:p>
            <a:pPr algn="ctr">
              <a:spcAft>
                <a:spcPts val="300"/>
              </a:spcAft>
              <a:defRPr sz="1000">
                <a:solidFill>
                  <a:srgbClr val="DFEDFF"/>
                </a:solidFill>
                <a:latin typeface="Noto Sans CJK KR"/>
              </a:defRPr>
            </a:pPr>
            <a:r>
              <a:t>publisher_ = this-&gt;create_publisher&lt;std_msgs::msg::String&gt;(</a:t>
            </a:r>
          </a:p>
          <a:p>
            <a:pPr>
              <a:spcAft>
                <a:spcPts val="300"/>
              </a:spcAft>
              <a:defRPr sz="1000">
                <a:solidFill>
                  <a:srgbClr val="DFEDFF"/>
                </a:solidFill>
                <a:latin typeface="Noto Sans CJK KR"/>
              </a:defRPr>
            </a:pPr>
            <a:r>
              <a:t>  "/cpp_status", 10);</a:t>
            </a:r>
          </a:p>
          <a:p>
            <a:pPr>
              <a:spcAft>
                <a:spcPts val="300"/>
              </a:spcAft>
              <a:defRPr sz="1000">
                <a:solidFill>
                  <a:srgbClr val="DFEDFF"/>
                </a:solidFill>
                <a:latin typeface="Noto Sans CJK KR"/>
              </a:defRPr>
            </a:pPr>
            <a:r>
              <a:t>timer_ = this-&gt;create_wall_timer(1s,</a:t>
            </a:r>
          </a:p>
          <a:p>
            <a:pPr>
              <a:spcAft>
                <a:spcPts val="300"/>
              </a:spcAft>
              <a:defRPr sz="1000">
                <a:solidFill>
                  <a:srgbClr val="DFEDFF"/>
                </a:solidFill>
                <a:latin typeface="Noto Sans CJK KR"/>
              </a:defRPr>
            </a:pPr>
            <a:r>
              <a:t>  std::bind(&amp;StatusPublisher::publish_status, this));</a:t>
            </a:r>
          </a:p>
          <a:p>
            <a:pPr>
              <a:spcAft>
                <a:spcPts val="300"/>
              </a:spcAft>
              <a:defRPr sz="1000">
                <a:solidFill>
                  <a:srgbClr val="DFEDFF"/>
                </a:solidFill>
                <a:latin typeface="Noto Sans CJK KR"/>
              </a:defRPr>
            </a:pPr>
          </a:p>
          <a:p>
            <a:pPr>
              <a:spcAft>
                <a:spcPts val="300"/>
              </a:spcAft>
              <a:defRPr sz="1000">
                <a:solidFill>
                  <a:srgbClr val="DFEDFF"/>
                </a:solidFill>
                <a:latin typeface="Noto Sans CJK KR"/>
              </a:defRPr>
            </a:pPr>
            <a:r>
              <a:t># CMakeLists.txt</a:t>
            </a:r>
          </a:p>
          <a:p>
            <a:pPr>
              <a:spcAft>
                <a:spcPts val="300"/>
              </a:spcAft>
              <a:defRPr sz="1000">
                <a:solidFill>
                  <a:srgbClr val="DFEDFF"/>
                </a:solidFill>
                <a:latin typeface="Noto Sans CJK KR"/>
              </a:defRPr>
            </a:pPr>
            <a:r>
              <a:t>add_executable(status_publisher src/status_publisher.cpp)</a:t>
            </a:r>
          </a:p>
          <a:p>
            <a:pPr>
              <a:spcAft>
                <a:spcPts val="300"/>
              </a:spcAft>
              <a:defRPr sz="1000">
                <a:solidFill>
                  <a:srgbClr val="DFEDFF"/>
                </a:solidFill>
                <a:latin typeface="Noto Sans CJK KR"/>
              </a:defRPr>
            </a:pPr>
            <a:r>
              <a:t>ament_target_dependencies(status_publisher rclcpp std_msgs)</a:t>
            </a:r>
          </a:p>
          <a:p>
            <a:pPr>
              <a:spcAft>
                <a:spcPts val="300"/>
              </a:spcAft>
              <a:defRPr sz="1000">
                <a:solidFill>
                  <a:srgbClr val="DFEDFF"/>
                </a:solidFill>
                <a:latin typeface="Noto Sans CJK KR"/>
              </a:defRPr>
            </a:pPr>
            <a:r>
              <a:t>install(TARGETS status_publisher</a:t>
            </a:r>
          </a:p>
          <a:p>
            <a:pPr>
              <a:spcAft>
                <a:spcPts val="300"/>
              </a:spcAft>
              <a:defRPr sz="1000">
                <a:solidFill>
                  <a:srgbClr val="DFEDFF"/>
                </a:solidFill>
                <a:latin typeface="Noto Sans CJK KR"/>
              </a:defRPr>
            </a:pPr>
            <a:r>
              <a:t>  DESTINATION lib/${PROJECT_NAME})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1627632"/>
            <a:ext cx="4892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173E6F"/>
                </a:solidFill>
                <a:latin typeface="Noto Sans CJK KR"/>
              </a:defRPr>
            </a:pPr>
            <a:r>
              <a:t>만드는 순서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65392" y="1975104"/>
            <a:ext cx="4800600" cy="2258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212B3D"/>
                </a:solidFill>
                <a:latin typeface="Noto Sans CJK KR"/>
              </a:defRPr>
            </a:pPr>
            <a:r>
              <a:t>• 1. ros2 pkg create --build-type ament_cmake로 C++ 패키지와 src/ 폴더를 만듭니다.</a:t>
            </a:r>
          </a:p>
          <a:p>
            <a:pPr>
              <a:spcAft>
                <a:spcPts val="500"/>
              </a:spcAft>
              <a:defRPr sz="1200" b="0">
                <a:solidFill>
                  <a:srgbClr val="212B3D"/>
                </a:solidFill>
                <a:latin typeface="Noto Sans CJK KR"/>
              </a:defRPr>
            </a:pPr>
            <a:r>
              <a:t>• 2. .cpp에서 rclcpp::Node, publisher, timer, spin을 작성합니다.</a:t>
            </a:r>
          </a:p>
          <a:p>
            <a:pPr>
              <a:spcAft>
                <a:spcPts val="500"/>
              </a:spcAft>
              <a:defRPr sz="1200" b="0">
                <a:solidFill>
                  <a:srgbClr val="212B3D"/>
                </a:solidFill>
                <a:latin typeface="Noto Sans CJK KR"/>
              </a:defRPr>
            </a:pPr>
            <a:r>
              <a:t>• 3. CMakeLists.txt의 add_executable·ament_target_dependencies·install을 모두 작성합니다.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2" y="4480560"/>
            <a:ext cx="4800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173E6F"/>
                </a:solidFill>
                <a:latin typeface="Noto Sans CJK KR"/>
              </a:defRPr>
            </a:pPr>
            <a:r>
              <a:t>실행하면 이렇게 됩니다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65392" y="4892040"/>
            <a:ext cx="4800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212B3D"/>
                </a:solidFill>
                <a:latin typeface="Noto Sans CJK KR"/>
              </a:defRPr>
            </a:pPr>
            <a:r>
              <a:t>ros2 run agv_cpp_examples status_publisher 뒤 /cpp_status에 'C++ AGV 상태 정상 #0'이 1초마다 나옵니다.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73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8046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Block A — ROS 2 기초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182880"/>
            <a:ext cx="3474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DCEAFC"/>
                </a:solidFill>
                <a:latin typeface="Noto Sans CJK KR"/>
              </a:defRPr>
            </a:pPr>
            <a:r>
              <a:t>명령어 실행 순서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56248"/>
            <a:ext cx="112471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667080"/>
                </a:solidFill>
                <a:latin typeface="Noto Sans CJK KR"/>
              </a:defRPr>
            </a:pPr>
            <a:r>
              <a:t>ROS 2 + Gazebo AGV 실습 · 모든 텍스트 최소 10pt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173E6F"/>
                </a:solidFill>
                <a:latin typeface="Noto Sans CJK KR"/>
              </a:defRPr>
            </a:pPr>
            <a:r>
              <a:t>권장 실행 순서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417320"/>
            <a:ext cx="10972800" cy="4526280"/>
          </a:xfrm>
          <a:prstGeom prst="roundRect">
            <a:avLst/>
          </a:prstGeom>
          <a:solidFill>
            <a:srgbClr val="141C2A"/>
          </a:solidFill>
          <a:ln>
            <a:solidFill>
              <a:srgbClr val="405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37744" tIns="182880"/>
          <a:lstStyle/>
          <a:p>
            <a:pPr algn="ctr">
              <a:spcAft>
                <a:spcPts val="700"/>
              </a:spcAft>
              <a:defRPr sz="1100">
                <a:solidFill>
                  <a:srgbClr val="DFEDFF"/>
                </a:solidFill>
                <a:latin typeface="Noto Sans CJK KR"/>
              </a:defRPr>
            </a:pPr>
            <a:r>
              <a:t>source /opt/ros/jazzy/setup.bash</a:t>
            </a:r>
          </a:p>
          <a:p>
            <a:pPr>
              <a:spcAft>
                <a:spcPts val="700"/>
              </a:spcAft>
              <a:defRPr sz="1100">
                <a:solidFill>
                  <a:srgbClr val="DFEDFF"/>
                </a:solidFill>
                <a:latin typeface="Noto Sans CJK KR"/>
              </a:defRPr>
            </a:pPr>
            <a:r>
              <a:t>cd /home/lab4090/ros2_curri/agv_ws</a:t>
            </a:r>
          </a:p>
          <a:p>
            <a:pPr>
              <a:spcAft>
                <a:spcPts val="700"/>
              </a:spcAft>
              <a:defRPr sz="1100">
                <a:solidFill>
                  <a:srgbClr val="DFEDFF"/>
                </a:solidFill>
                <a:latin typeface="Noto Sans CJK KR"/>
              </a:defRPr>
            </a:pPr>
            <a:r>
              <a:t>colcon build --symlink-install --packages-select agv_control agv_description agv_cpp_examples</a:t>
            </a:r>
          </a:p>
          <a:p>
            <a:pPr>
              <a:spcAft>
                <a:spcPts val="700"/>
              </a:spcAft>
              <a:defRPr sz="1100">
                <a:solidFill>
                  <a:srgbClr val="DFEDFF"/>
                </a:solidFill>
                <a:latin typeface="Noto Sans CJK KR"/>
              </a:defRPr>
            </a:pPr>
            <a:r>
              <a:t>source install/setup.bash</a:t>
            </a:r>
          </a:p>
          <a:p>
            <a:pPr>
              <a:spcAft>
                <a:spcPts val="700"/>
              </a:spcAft>
              <a:defRPr sz="1100">
                <a:solidFill>
                  <a:srgbClr val="DFEDFF"/>
                </a:solidFill>
                <a:latin typeface="Noto Sans CJK KR"/>
              </a:defRPr>
            </a:pPr>
            <a:r>
              <a:t>ros2 run agv_control counter_publisher</a:t>
            </a:r>
          </a:p>
          <a:p>
            <a:pPr>
              <a:spcAft>
                <a:spcPts val="700"/>
              </a:spcAft>
              <a:defRPr sz="1100">
                <a:solidFill>
                  <a:srgbClr val="DFEDFF"/>
                </a:solidFill>
                <a:latin typeface="Noto Sans CJK KR"/>
              </a:defRPr>
            </a:pPr>
            <a:r>
              <a:t># 새 터미널: ros2 run agv_control counter_monitor</a:t>
            </a:r>
          </a:p>
          <a:p>
            <a:pPr>
              <a:spcAft>
                <a:spcPts val="700"/>
              </a:spcAft>
              <a:defRPr sz="1100">
                <a:solidFill>
                  <a:srgbClr val="DFEDFF"/>
                </a:solidFill>
                <a:latin typeface="Noto Sans CJK KR"/>
              </a:defRPr>
            </a:pPr>
            <a:r>
              <a:t># C++ 비교: ros2 run agv_cpp_examples status_publisher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089904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505C70"/>
                </a:solidFill>
                <a:latin typeface="Noto Sans CJK KR"/>
              </a:defRPr>
            </a:pPr>
            <a:r>
              <a:t>명령은 Block README의 순서와 동일합니다. 새 터미널에서도 ROS와 workspace를 source해야 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73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8046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Block A — ROS 2 기초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182880"/>
            <a:ext cx="3474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DCEAFC"/>
                </a:solidFill>
                <a:latin typeface="Noto Sans CJK KR"/>
              </a:defRPr>
            </a:pPr>
            <a:r>
              <a:t>명령어 동작과 설정 포인트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56248"/>
            <a:ext cx="112471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667080"/>
                </a:solidFill>
                <a:latin typeface="Noto Sans CJK KR"/>
              </a:defRPr>
            </a:pPr>
            <a:r>
              <a:t>ROS 2 + Gazebo AGV 실습 · 모든 텍스트 최소 10pt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96012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173E6F"/>
                </a:solidFill>
                <a:latin typeface="Noto Sans CJK KR"/>
              </a:defRPr>
            </a:pPr>
            <a:r>
              <a:t>이 명령이 실제로 하는 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08760"/>
            <a:ext cx="1069848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source: 현재 터미널에 ROS 2 Jazzy와 workspace overlay를 등록한다.</a:t>
            </a:r>
          </a:p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ros2 run: setup.py에 등록된 console script를 찾아 독립 노드로 실행한다.</a:t>
            </a:r>
          </a:p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counter_publisher는 1초 timer·queue depth 10으로 /counter를 발행하며, 속도 명령은 -p linear_speed:=값으로 조절한다.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440680"/>
            <a:ext cx="10698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3F5373"/>
                </a:solidFill>
                <a:latin typeface="Noto Sans CJK KR"/>
              </a:defRPr>
            </a:pPr>
            <a:r>
              <a:t>수치·토픽·방향을 바꿀 때는 해당 Block의 Mxx README에서 구현 파일과 기대 결과를 함께 확인합니다.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73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8046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Block A — ROS 2 기초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182880"/>
            <a:ext cx="3474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DCEAFC"/>
                </a:solidFill>
                <a:latin typeface="Noto Sans CJK KR"/>
              </a:defRPr>
            </a:pPr>
            <a:r>
              <a:t>실제 실행 결과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56248"/>
            <a:ext cx="112471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667080"/>
                </a:solidFill>
                <a:latin typeface="Noto Sans CJK KR"/>
              </a:defRPr>
            </a:pPr>
            <a:r>
              <a:t>ROS 2 + Gazebo AGV 실습 · 모든 텍스트 최소 10pt</a:t>
            </a:r>
          </a:p>
        </p:txBody>
      </p:sp>
      <p:pic>
        <p:nvPicPr>
          <p:cNvPr id="6" name="Picture 5" descr="block_a_actual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32688"/>
            <a:ext cx="11365992" cy="542239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73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8046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Block A — ROS 2 기초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182880"/>
            <a:ext cx="3474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DCEAFC"/>
                </a:solidFill>
                <a:latin typeface="Noto Sans CJK KR"/>
              </a:defRPr>
            </a:pPr>
            <a:r>
              <a:t>확인 기준과 다음 단계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56248"/>
            <a:ext cx="112471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667080"/>
                </a:solidFill>
                <a:latin typeface="Noto Sans CJK KR"/>
              </a:defRPr>
            </a:pPr>
            <a:r>
              <a:t>ROS 2 + Gazebo AGV 실습 · 모든 텍스트 최소 10pt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96012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173E6F"/>
                </a:solidFill>
                <a:latin typeface="Noto Sans CJK KR"/>
              </a:defRPr>
            </a:pPr>
            <a:r>
              <a:t>통과 기준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08760"/>
            <a:ext cx="1069848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C++ publisher의 /cpp_status와 Python counter_monitor의 /counter가 각각 수신되면 두 언어의 ROS 2 node 구조가 정상이다. 다음으로 M04에서 RViz Fixed Frame과 TF tree를 확인한다.</a:t>
            </a:r>
          </a:p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문제가 생기면 README의 '확인' 명령부터 다시 실행하고, 첫 오류 메시지를 기준으로 수정합니다.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