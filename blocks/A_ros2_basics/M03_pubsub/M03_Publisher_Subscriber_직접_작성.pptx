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 두 node가 동시에 살아 있어야 /counter를 주고받는다.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counter_publisher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counter_publisher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CounterPublisher(Node):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super().__init__('counter_publisher')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self.create_publisher(Int32, '/counter',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self.create_timer(1.0, self.publish_counter)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publish_counter(self):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self.publisher.publish(message)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self.get_logger().info(f'/counter: 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Int32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CounterPublisher(Node):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super().__init__('counter_publisher')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self.create_publisher(Int32, '/counter',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self.value = 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message = Int32(data=self.value)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self.publisher.publish(message)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self.get_logger().info(f'/counter: {message.data}')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self.value += 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CounterPublisher()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CounterMonitor(Node):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super().__init__('counter_monitor')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self.create_subscription(Int32, '/counter', self.callback,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self.get_logger().info(f'received /counter:</a:t>
            </a:r>
            <a:br/>
            <a:r>
              <a:t>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Int32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CounterMonitor(Node):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super().__init__('counter_monitor')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self.create_subscription(Int32, '/counter', self.callback,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CounterMonitor()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command.linear.x =</a:t>
            </a:r>
            <a:br/>
            <a:r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super().__init__('cmd_test_node')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self.declare_parameter('linear_speed',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self.declare_parameter('angular_speed', 0.0)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publish_once(self):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self.remaining &gt;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command.linear.x = self.get_parameter('linear_speed').value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self.get_parameter('angular_speed').value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self.remaining -= 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self.remaining ==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self.get_logger().info('test command finished; publishing zero Twist')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CmdTestNode()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VelocityMonitor(Node):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super().__init__('velocity_monitor')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self.create_subscription(Twist, '/cmd_vel', self.callback,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self.get_logger().info('cmd_vel linear.x=%.3f</a:t>
            </a:r>
            <a:br/>
            <a:r>
              <a:t>angular.z=%.3f' % (message.linear.x,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VelocityMonitor(Node):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super().__init__('velocity_monitor')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self.create_subscription(Twist, '/cmd_vel', self.callback,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VelocityMonitor()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'agv_control'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'/config', ['config/controllers.yaml'])],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['counter_publisher = agv_control.counter_publisher:main',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'counter_monitor = agv_control.counter_monitor:main', 'cmd_test_node = agv_control.cmd_test_node:main',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'velocity_monitor = agv_control.velocity_monitor:main', 'safety_controller = agv_control.safety_controller:main',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 두 node가 동시에 살아 있어야 /counter를 주고받는다.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agv_control counter_publisher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agv_control counter_monitor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agv_control counter_publisher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agv_control counter_monitor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/counter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blocks/A_ros2_basics/M03_pubsub/complete/agv_ws/src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blocks/A_ros2_basics/M03_pubsub/complete/agv_ws/src/.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