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Python timer·publisher·subscriber를 작성해 counter와 Twist를 관찰한다.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/counter와 /cmd_vel의 값·message type·연결 수를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현재 모듈이 앞뒤 과정과 분리된 예제가 아님을 보여 준다.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이전=M02 agv_control 패키지, 다음=M04 TF2 frame을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교육생의 시작 상태를 통일한다.</a:t>
            </a:r>
          </a:p>
          <a:p>
            <a:r>
              <a:t>[실행] pwd; source /opt/ros/jazzy/setup.bash; source ~/ros2_curri/my_agv_ws/install/setup.bash</a:t>
            </a:r>
          </a:p>
          <a:p>
            <a:r>
              <a:t>[확인] 현재 폴더와 source 상태를 모두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Python timer·publisher·subscriber를 작성해 counter와 Twist를 관찰한다.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/counter와 /cmd_vel의 값·message type·연결 수를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이 모듈이 전체 AGV 프로젝트에 추가하는 기능을 먼저 선언한다.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/counter와 /cmd_vel의 값·message type·연결 수를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도식의 각 상자가 무엇을 만들고 화살표가 어떤 방향으로 데이터를 보내는지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왼쪽에서 오른쪽(또는 제어 방향)으로 흐름을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파일 경로를 보여 주고 어떤 package의 책임인지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파일의 부모 package를 찾을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파일을 코드 문법보다 먼저 역할·사용법·확인 화면으로 설명한다.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교육생이 각 파일의 산출물과 확인 위치를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node 또는 실행 보조 로직</a:t>
            </a:r>
          </a:p>
          <a:p>
            <a:r>
              <a:t>[실행] mkdir -p ~/ros2_curri/my_agv_ws/src/agv_control/agv_control</a:t>
            </a:r>
          </a:p>
          <a:p>
            <a:r>
              <a:t>nano ~/ros2_curri/my_agv_ws/src/agv_control/agv_control/counter_publisher.py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~/ros2_curri/my_agv_ws/src/agv_control/agv_control/counter_publisher.py의 1/3 구현 블록을 직접 입력한다.</a:t>
            </a:r>
          </a:p>
          <a:p>
            <a:r>
              <a:t>[실행] nano ~/ros2_curri/my_agv_ws/src/agv_control/agv_control/counter_publisher.py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~/ros2_curri/my_agv_ws/src/agv_control/agv_control/counter_publisher.py의 2/3 구현 블록을 직접 입력한다.</a:t>
            </a:r>
          </a:p>
          <a:p>
            <a:r>
              <a:t>[실행] nano ~/ros2_curri/my_agv_ws/src/agv_control/agv_control/counter_publisher.py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~/ros2_curri/my_agv_ws/src/agv_control/agv_control/counter_publisher.py의 3/3 구현 블록을 직접 입력한다.</a:t>
            </a:r>
          </a:p>
          <a:p>
            <a:r>
              <a:t>[실행] nano ~/ros2_curri/my_agv_ws/src/agv_control/agv_control/counter_publisher.py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node 또는 실행 보조 로직</a:t>
            </a:r>
          </a:p>
          <a:p>
            <a:r>
              <a:t>[실행] mkdir -p ~/ros2_curri/my_agv_ws/src/agv_control/agv_control</a:t>
            </a:r>
          </a:p>
          <a:p>
            <a:r>
              <a:t>nano ~/ros2_curri/my_agv_ws/src/agv_control/agv_control/counter_monitor.py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~/ros2_curri/my_agv_ws/src/agv_control/agv_control/counter_monitor.py의 1/2 구현 블록을 직접 입력한다.</a:t>
            </a:r>
          </a:p>
          <a:p>
            <a:r>
              <a:t>[실행] nano ~/ros2_curri/my_agv_ws/src/agv_control/agv_control/counter_monitor.py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~/ros2_curri/my_agv_ws/src/agv_control/agv_control/counter_monitor.py의 2/2 구현 블록을 직접 입력한다.</a:t>
            </a:r>
          </a:p>
          <a:p>
            <a:r>
              <a:t>[실행] nano ~/ros2_curri/my_agv_ws/src/agv_control/agv_control/counter_monitor.py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node 또는 실행 보조 로직</a:t>
            </a:r>
          </a:p>
          <a:p>
            <a:r>
              <a:t>[실행] mkdir -p ~/ros2_curri/my_agv_ws/src/agv_control/agv_control</a:t>
            </a:r>
          </a:p>
          <a:p>
            <a:r>
              <a:t>nano ~/ros2_curri/my_agv_ws/src/agv_control/agv_control/cmd_test_node.py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~/ros2_curri/my_agv_ws/src/agv_control/agv_control/cmd_test_node.py의 1/3 구현 블록을 직접 입력한다.</a:t>
            </a:r>
          </a:p>
          <a:p>
            <a:r>
              <a:t>[실행] nano ~/ros2_curri/my_agv_ws/src/agv_control/agv_control/cmd_test_node.py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~/ros2_curri/my_agv_ws/src/agv_control/agv_control/cmd_test_node.py의 2/3 구현 블록을 직접 입력한다.</a:t>
            </a:r>
          </a:p>
          <a:p>
            <a:r>
              <a:t>[실행] nano ~/ros2_curri/my_agv_ws/src/agv_control/agv_control/cmd_test_node.py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~/ros2_curri/my_agv_ws/src/agv_control/agv_control/cmd_test_node.py의 3/3 구현 블록을 직접 입력한다.</a:t>
            </a:r>
          </a:p>
          <a:p>
            <a:r>
              <a:t>[실행] nano ~/ros2_curri/my_agv_ws/src/agv_control/agv_control/cmd_test_node.py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 2 node 또는 실행 보조 로직</a:t>
            </a:r>
          </a:p>
          <a:p>
            <a:r>
              <a:t>[실행] mkdir -p ~/ros2_curri/my_agv_ws/src/agv_control/agv_control</a:t>
            </a:r>
          </a:p>
          <a:p>
            <a:r>
              <a:t>nano ~/ros2_curri/my_agv_ws/src/agv_control/agv_control/velocity_monitor.py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~/ros2_curri/my_agv_ws/src/agv_control/agv_control/velocity_monitor.py의 1/3 구현 블록을 직접 입력한다.</a:t>
            </a:r>
          </a:p>
          <a:p>
            <a:r>
              <a:t>[실행] nano ~/ros2_curri/my_agv_ws/src/agv_control/agv_control/velocity_monitor.py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~/ros2_curri/my_agv_ws/src/agv_control/agv_control/velocity_monitor.py의 2/3 구현 블록을 직접 입력한다.</a:t>
            </a:r>
          </a:p>
          <a:p>
            <a:r>
              <a:t>[실행] nano ~/ros2_curri/my_agv_ws/src/agv_control/agv_control/velocity_monitor.py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~/ros2_curri/my_agv_ws/src/agv_control/agv_control/velocity_monitor.py의 3/3 구현 블록을 직접 입력한다.</a:t>
            </a:r>
          </a:p>
          <a:p>
            <a:r>
              <a:t>[실행] nano ~/ros2_curri/my_agv_ws/src/agv_control/agv_control/velocity_monitor.py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Python package 파일과 ros2 run 실행 이름을 install하는 설정</a:t>
            </a:r>
          </a:p>
          <a:p>
            <a:r>
              <a:t>[실행] mkdir -p ~/ros2_curri/my_agv_ws/src/agv_control</a:t>
            </a:r>
          </a:p>
          <a:p>
            <a:r>
              <a:t>nano ~/ros2_curri/my_agv_ws/src/agv_control/setup.py</a:t>
            </a:r>
          </a:p>
          <a:p>
            <a:r>
              <a:t>[확인] 빈 파일을 연 뒤 다음 코드 입력 슬라이드로 간다.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코드를 읽어 주는 방식으로 한 줄의 역할과 실행 효과를 연결한다.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각 코드 줄의 뜻과 확인 위치를 한 문장으로 설명한다.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~/ros2_curri/my_agv_ws/src/agv_control/setup.py의 1/1 구현 블록을 직접 입력한다.</a:t>
            </a:r>
          </a:p>
          <a:p>
            <a:r>
              <a:t>[실행] nano ~/ros2_curri/my_agv_ws/src/agv_control/setup.py</a:t>
            </a:r>
          </a:p>
          <a:p>
            <a:r>
              <a:t>[확인] 저장 뒤 다음 구현 블록으로 이동한다.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들여쓰기·XML 태그·따옴표가 슬라이드와 정확히 같은지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ros2 run은 setup.py에 등록된 실행 이름을 사용한다.</a:t>
            </a:r>
          </a:p>
          <a:p>
            <a:r>
              <a:t>[실행] cd ~/ros2_curri/my_agv_ws</a:t>
            </a:r>
          </a:p>
          <a:p>
            <a:r>
              <a:t>colcon build --symlink-install --packages-select agv_control</a:t>
            </a:r>
          </a:p>
          <a:p>
            <a:r>
              <a:t>source install/setup.bash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publisher 출력과 monitor 수신을 분리해 확인한다.</a:t>
            </a:r>
          </a:p>
          <a:p>
            <a:r>
              <a:t>[실행] # 터미널 1</a:t>
            </a:r>
          </a:p>
          <a:p>
            <a:r>
              <a:t>ros2 run agv_control counter_publisher</a:t>
            </a:r>
          </a:p>
          <a:p>
            <a:r>
              <a:t># 터미널 2</a:t>
            </a:r>
          </a:p>
          <a:p>
            <a:r>
              <a:t>ros2 run agv_control counter_monitor</a:t>
            </a:r>
          </a:p>
          <a:p>
            <a:r>
              <a:t>[확인] 명령 출력에서 슬라이드의 확인 항목을 찾는다.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build/source/run을 생략 없이 실행한다.</a:t>
            </a:r>
          </a:p>
          <a:p>
            <a:r>
              <a:t>[실행] cd ~/ros2_curri/my_agv_ws &amp;&amp; source install/setup.bash</a:t>
            </a:r>
          </a:p>
          <a:p>
            <a:r>
              <a:t>ros2 run agv_control counter_publisher</a:t>
            </a:r>
          </a:p>
          <a:p>
            <a:r>
              <a:t># 새 터미널: ros2 run agv_control counter_monitor</a:t>
            </a:r>
          </a:p>
          <a:p>
            <a:r>
              <a:t>[확인] /counter와 /cmd_vel의 값·message type·연결 수를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실제 Ubuntu/ROS 2 환경에서 생성한 검증 화면이다.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① 명령/설정  ② 정상 출력 또는 화면  ③ 다음 검증 명령으로 재확인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검증 명령은 GUI 결과와 별도로 실행해 재현 가능한 완료 기준을 만든다.</a:t>
            </a:r>
          </a:p>
          <a:p>
            <a:r>
              <a:t>[실행] ros2 topic info /counter</a:t>
            </a:r>
          </a:p>
          <a:p>
            <a:r>
              <a:t>ros2 topic echo /counter --once</a:t>
            </a:r>
          </a:p>
          <a:p>
            <a:r>
              <a:t>ros2 interface show geometry_msgs/msg/Twist</a:t>
            </a:r>
          </a:p>
          <a:p>
            <a:r>
              <a:t>[확인] /counter와 /cmd_vel의 값·message type·연결 수를 terminal에서 확인한다.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오류를 대신 해결하지 말고 증상부터 우선 확인 순서대로 교육생이 실행하게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수정 뒤 첫 검증 명령을 다시 실행한다.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슬라이드의 두 대표 오류를 먼저 사용한다.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Complete는 정답 복사본이 아니라 막혔을 때 비교·복구하는 안전망이다.</a:t>
            </a:r>
          </a:p>
          <a:p>
            <a:r>
              <a:t>[실행] cd ~/ros2_curri</a:t>
            </a:r>
          </a:p>
          <a:p>
            <a:r>
              <a:t>diff -ru my_agv_ws/src blocks/A_ros2_basics/M03_pubsub/complete/agv_ws/src || true</a:t>
            </a:r>
          </a:p>
          <a:p>
            <a:r>
              <a:t>cp -a my_agv_ws/src my_agv_ws/src_before_M03</a:t>
            </a:r>
          </a:p>
          <a:p>
            <a:r>
              <a:t>cp -a blocks/A_ros2_basics/M03_pubsub/complete/agv_ws/src/. my_agv_ws/src/</a:t>
            </a:r>
          </a:p>
          <a:p>
            <a:r>
              <a:t>cd my_agv_ws &amp;&amp; colcon build --symlink-install &amp;&amp; source install/setup.bash</a:t>
            </a:r>
          </a:p>
          <a:p>
            <a:r>
              <a:t>[확인] diff에서 내 파일과 Complete의 차이를 설명할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직접 한 값만 바꿔 원인과 결과를 연결하게 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원래 값과 변경 값을 모두 기록한다.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교육생이 자신의 workspace·캡처·로그를 저장했는지 확인하고 다음 모듈의 시작 상태를 읽는다.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M04 TF2 frame 시작 조건을 말할 수 있다.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[설명] 공식 문서는 버전 차이와 확장 학습을 확인할 때 사용한다.</a:t>
            </a:r>
          </a:p>
          <a:p>
            <a:r>
              <a:t>[실행] 슬라이드의 명령 또는 파일 작성 단계를 진행한다.</a:t>
            </a:r>
          </a:p>
          <a:p>
            <a:r>
              <a:t>[확인] 학습자는 본문만으로 현재 모듈을 완료한 상태여야 한다.</a:t>
            </a:r>
          </a:p>
          <a:p>
            <a:r>
              <a:t>[멈춤] 교육생이 현재 체크포인트를 통과할 때까지 기다린다.</a:t>
            </a:r>
          </a:p>
          <a:p>
            <a:r>
              <a:t>[오류] 오류가 나면 현재 폴더, source, 파일 경로를 먼저 확인한다.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22C4E"/>
          </a:solidFill>
          <a:ln>
            <a:solidFill>
              <a:srgbClr val="122C4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FFFFFF"/>
                </a:solidFill>
                <a:latin typeface="Noto Sans CJK KR"/>
              </a:defRPr>
            </a:pPr>
            <a:r>
              <a:t>M03 · Block A · ROS 2 + Gazebo Sim AGV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13232" y="1600200"/>
            <a:ext cx="10698480" cy="10058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3400" b="1">
                <a:solidFill>
                  <a:srgbClr val="122C4E"/>
                </a:solidFill>
                <a:latin typeface="Noto Sans CJK KR"/>
              </a:defRPr>
            </a:pPr>
            <a:r>
              <a:t>Publisher / Subscriber 직접 작성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834640"/>
            <a:ext cx="1014984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/counter와 /cmd_vel의 값·message type·연결 수를 terminal에서 확인한다.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371600" y="3822191"/>
            <a:ext cx="9418320" cy="1051560"/>
          </a:xfrm>
          <a:prstGeom prst="round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800" b="1">
                <a:solidFill>
                  <a:srgbClr val="122C4E"/>
                </a:solidFill>
                <a:latin typeface="Noto Sans CJK KR"/>
              </a:defRPr>
            </a:pPr>
            <a:r>
              <a:t>기준 환경</a:t>
            </a:r>
            <a:br/>
            <a:r>
              <a:t>Ubuntu 24.04 LTS · ROS 2 Jazzy · Gazebo Harmonic · RViz2 · Python(rclpy)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080760"/>
            <a:ext cx="109728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0">
                <a:solidFill>
                  <a:srgbClr val="5C6672"/>
                </a:solidFill>
                <a:latin typeface="Noto Sans CJK KR"/>
              </a:defRPr>
            </a:pPr>
            <a:r>
              <a:t>이 PPT에서 폴더 생성 → 빈 파일 열기 → 코드 입력·저장 → build/run → 검증을 직접 반복합니다.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전체 과정에서 현재 위치를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앞 모듈의 Complete가 현재 Starter가 되고, 현재 Complete가 다음 모듈로 넘어갑니다.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1323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5C6672"/>
                </a:solidFill>
                <a:latin typeface="Noto Sans CJK KR"/>
              </a:defRPr>
            </a:pPr>
            <a:r>
              <a:t>M02 agv_control 패키지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968496" y="3035808"/>
            <a:ext cx="457200" cy="0"/>
          </a:xfrm>
          <a:prstGeom prst="line">
            <a:avLst/>
          </a:prstGeom>
          <a:ln w="38100">
            <a:solidFill>
              <a:srgbClr val="5C6672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455371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M03</a:t>
            </a:r>
            <a:br/>
            <a:r>
              <a:t>Publisher / Subscriber 직접 작성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808976" y="3035808"/>
            <a:ext cx="457199" cy="0"/>
          </a:xfrm>
          <a:prstGeom prst="line">
            <a:avLst/>
          </a:prstGeom>
          <a:ln w="3810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8394192" y="2377440"/>
            <a:ext cx="3246120" cy="1325880"/>
          </a:xfrm>
          <a:prstGeom prst="roundRect">
            <a:avLst/>
          </a:prstGeom>
          <a:solidFill>
            <a:srgbClr val="FFFFFF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000" b="1">
                <a:solidFill>
                  <a:srgbClr val="2A8B5A"/>
                </a:solidFill>
                <a:latin typeface="Noto Sans CJK KR"/>
              </a:defRPr>
            </a:pPr>
            <a:r>
              <a:t>M04 TF2 frame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617720"/>
            <a:ext cx="1042416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200" b="1">
                <a:solidFill>
                  <a:srgbClr val="122C4E"/>
                </a:solidFill>
                <a:latin typeface="Noto Sans CJK KR"/>
              </a:defRPr>
            </a:pPr>
            <a:r>
              <a:t>이번 모듈의 인계: /counter와 /cmd_vel의 값·message type·연결 수를 terminal에서 확인한다.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시작 상태를 먼저 맞춘다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실습 시작 전에 현재 폴더·이전 파일·실행 프로그램을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시작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1783080"/>
            <a:ext cx="10972800" cy="3429000"/>
          </a:xfrm>
          <a:prstGeom prst="roundRect">
            <a:avLst/>
          </a:prstGeom>
          <a:solidFill>
            <a:srgbClr val="F4F7FB"/>
          </a:solidFill>
          <a:ln>
            <a:solidFill>
              <a:srgbClr val="D7E1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2011680"/>
            <a:ext cx="10424160" cy="283464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시작 상태: M02의 agv_control ament_python 패키지가 source 후 인식되는 상태.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이전 Complete: M02 agv_control 패키지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현재 폴더: ~/ros2_curri/my_agv_ws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새 터미널마다: source /opt/ros/jazzy/setup.bash → source install/setup.bash</a:t>
            </a:r>
          </a:p>
          <a:p>
            <a:pPr>
              <a:spcAft>
                <a:spcPts val="800"/>
              </a:spcAft>
              <a:defRPr sz="1900">
                <a:solidFill>
                  <a:srgbClr val="122C4E"/>
                </a:solidFill>
                <a:latin typeface="Noto Sans CJK KR"/>
              </a:defRPr>
            </a:pPr>
            <a:r>
              <a:t>• 파일 경로는 PPT와 Complete 폴더에서 같은 이름으로 유지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96112" y="5532120"/>
            <a:ext cx="10515600" cy="32004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2A8B5A"/>
                </a:solidFill>
                <a:latin typeface="Noto Sans CJK KR"/>
              </a:defRPr>
            </a:pPr>
            <a:r>
              <a:t>확인: pwd가 ~/ros2_curri/my_agv_ws이고, 이전 모듈의 완료 조건을 한 문장으로 설명할 수 있으면 시작합니다.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 모듈의 눈으로 확인할 완료 조건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‘이해했다’가 아니라 실제로 보이는 결과를 기준으로 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700784"/>
            <a:ext cx="10744200" cy="1325880"/>
          </a:xfrm>
          <a:prstGeom prst="roundRect">
            <a:avLst/>
          </a:prstGeom>
          <a:solidFill>
            <a:srgbClr val="EEF7F1"/>
          </a:solidFill>
          <a:ln>
            <a:solidFill>
              <a:srgbClr val="A8D3B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500" b="1">
                <a:solidFill>
                  <a:srgbClr val="122C4E"/>
                </a:solidFill>
                <a:latin typeface="Noto Sans CJK KR"/>
              </a:defRPr>
            </a:pPr>
            <a:r>
              <a:t>Python timer·publisher·subscriber를 작성해 counter와 Twist를 관찰한다.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77240" y="3401568"/>
            <a:ext cx="10744200" cy="1325880"/>
          </a:xfrm>
          <a:prstGeom prst="roundRect">
            <a:avLst/>
          </a:prstGeom>
          <a:solidFill>
            <a:srgbClr val="F4F7FB"/>
          </a:solidFill>
          <a:ln>
            <a:solidFill>
              <a:srgbClr val="D6E0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200" b="1">
                <a:solidFill>
                  <a:srgbClr val="2A8B5A"/>
                </a:solidFill>
                <a:latin typeface="Noto Sans CJK KR"/>
              </a:defRPr>
            </a:pPr>
            <a:r>
              <a:t>완료 화면/결과</a:t>
            </a:r>
            <a:br/>
            <a:r>
              <a:t>/counter와 /cmd_vel의 값·message type·연결 수를 terminal에서 확인한다.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5349240"/>
            <a:ext cx="10424160" cy="4114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종료 전에는 ‘무엇이 보이면 성공인가’를 terminal 또는 Gazebo/RViz 화면에서 반드시 확인합니다.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프로젝트에 이번 기능을 직접 추가한다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완성본을 먼저 복사하지 않습니다. 빈 workspace에 지금 필요한 폴더와 파일을 하나씩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프로젝트 조립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75564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5C66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60120" y="1911095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5C6672"/>
                </a:solidFill>
                <a:latin typeface="Noto Sans CJK KR"/>
              </a:defRPr>
            </a:pPr>
            <a:r>
              <a:t>이미 있는 것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88920" y="1892807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M02 agv_control 패키지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08152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323697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25B9B"/>
                </a:solidFill>
                <a:latin typeface="Noto Sans CJK KR"/>
              </a:defRPr>
            </a:pPr>
            <a:r>
              <a:t>이번에 직접 만들 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1868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Python timer·publisher·subscriber를 작성해 counter와 Twist를 관찰한다.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407408"/>
            <a:ext cx="10835640" cy="1033271"/>
          </a:xfrm>
          <a:prstGeom prst="roundRect">
            <a:avLst/>
          </a:prstGeom>
          <a:solidFill>
            <a:srgbClr val="F4F7FB"/>
          </a:solidFill>
          <a:ln>
            <a:solidFill>
              <a:srgbClr val="2A8B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4562856"/>
            <a:ext cx="19202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만들고 나서 확인할 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88920" y="4544568"/>
            <a:ext cx="8229600" cy="5669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/counter와 /cmd_vel의 값·message type·연결 수를 terminal에서 확인한다.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1248" y="5833872"/>
            <a:ext cx="10561320" cy="3657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이번 모듈에서는 5개 파일을 빈 상태에서 직접 만듭니다. 다음 슬라이드의 명령을 입력한 뒤에만 코드를 작성합니다.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핵심 흐름을 한 장으로 이해하기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상자와 화살표의 방향을 따라 데이터 또는 제어의 흐름을 읽습니다.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738628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timer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4768596" y="3264408"/>
            <a:ext cx="283463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5079492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publisher</a:t>
            </a:r>
            <a:br/>
            <a:r>
              <a:t>/counter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109460" y="3264408"/>
            <a:ext cx="283464" cy="0"/>
          </a:xfrm>
          <a:prstGeom prst="line">
            <a:avLst/>
          </a:prstGeom>
          <a:ln w="31750">
            <a:solidFill>
              <a:srgbClr val="225B9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420356" y="2743200"/>
            <a:ext cx="2029968" cy="1051560"/>
          </a:xfrm>
          <a:prstGeom prst="roundRect">
            <a:avLst/>
          </a:prstGeom>
          <a:solidFill>
            <a:srgbClr val="FFFFFF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1900" b="1">
                <a:solidFill>
                  <a:srgbClr val="122C4E"/>
                </a:solidFill>
                <a:latin typeface="Noto Sans CJK KR"/>
              </a:defRPr>
            </a:pPr>
            <a:r>
              <a:t>subscriber</a:t>
            </a:r>
            <a:br/>
            <a:r>
              <a:t>callback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800600"/>
            <a:ext cx="10332720" cy="5029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2000" b="1">
                <a:solidFill>
                  <a:srgbClr val="225B9B"/>
                </a:solidFill>
                <a:latin typeface="Noto Sans CJK KR"/>
              </a:defRPr>
            </a:pPr>
            <a:r>
              <a:t>기억할 한 문장: 앞 단계의 출력이 다음 단계의 입력이 되도록 topic·frame·파일 이름을 끝까지 유지합니다.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이번에 프로젝트 안에 새로 만드는 파일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아래 파일은 완성본을 복사하지 않고, 다음 슬라이드에서 폴더·빈 파일부터 직접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77240" y="1600200"/>
            <a:ext cx="10789920" cy="4407408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~/ros2_curri/my_agv_ws/src/</a:t>
            </a:r>
            <a:br/>
            <a:r>
              <a:t>└── agv_control/agv_control/counter_publisher.py</a:t>
            </a:r>
            <a:br/>
            <a:r>
              <a:t>└── agv_control/agv_control/counter_monitor.py</a:t>
            </a:r>
            <a:br/>
            <a:r>
              <a:t>└── agv_control/agv_control/cmd_test_node.py</a:t>
            </a:r>
            <a:br/>
            <a:r>
              <a:t>└── agv_control/agv_control/velocity_monitor.py</a:t>
            </a:r>
            <a:br/>
            <a:r>
              <a:t>└── agv_control/setup.py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77824" y="6144768"/>
            <a:ext cx="103327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파일 하나를 만들고 저장한 뒤에만 다음 파일로 넘어갑니다. Complete는 오류가 풀리지 않을 때만 비교합니다.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~/ros2_curri/my_agv_ws/src/agv_control/agv_control/counter_publisher.py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ROS 2 node 또는 실행 보조 로직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import → Node 생성 → publisher/subscription → callback/main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package를 build·source한 뒤 ros2 run 또는 launch에서 실행한다.</a:t>
            </a:r>
            <a:br/>
            <a:r>
              <a:t>화면/출력: terminal의 node/topic/log 출력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~/ros2_curri/my_agv_ws/src/agv_control/agv_control/counter_monitor.py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ROS 2 node 또는 실행 보조 로직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import → Node 생성 → publisher/subscription → callback/main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package를 build·source한 뒤 ros2 run 또는 launch에서 실행한다.</a:t>
            </a:r>
            <a:br/>
            <a:r>
              <a:t>화면/출력: terminal의 node/topic/log 출력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~/ros2_curri/my_agv_ws/src/agv_control/agv_control/cmd_test_node.py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ROS 2 node 또는 실행 보조 로직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import → Node 생성 → publisher/subscription → callback/main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package를 build·source한 뒤 ros2 run 또는 launch에서 실행한다.</a:t>
            </a:r>
            <a:br/>
            <a:r>
              <a:t>화면/출력: terminal의 node/topic/log 출력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941063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0392" y="4078224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~/ros2_curri/my_agv_ws/src/agv_control/agv_control/velocity_monitor.py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443983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975104" y="4425696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ROS 2 node 또는 실행 보조 로직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818888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75104" y="4800600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import → Node 생성 → publisher/subscription → callback/main 순서로 읽는다.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520293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75104" y="5184648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package를 build·source한 뒤 ros2 run 또는 launch에서 실행한다.</a:t>
            </a:r>
            <a:br/>
            <a:r>
              <a:t>화면/출력: terminal의 node/topic/log 출력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코드/설정이 실제로 만드는 것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입력하기 전에 ‘무엇을 만들고 어디서 볼지’를 먼저 연결합니다.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역할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27632"/>
            <a:ext cx="10972800" cy="2048256"/>
          </a:xfrm>
          <a:prstGeom prst="roundRect">
            <a:avLst/>
          </a:prstGeom>
          <a:solidFill>
            <a:srgbClr val="F4F7FB"/>
          </a:solidFill>
          <a:ln>
            <a:solidFill>
              <a:srgbClr val="CCDBE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50392" y="1764792"/>
            <a:ext cx="1042416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~/ros2_curri/my_agv_ws/src/agv_control/setup.py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130552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75104" y="2112264"/>
            <a:ext cx="91897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0">
                <a:solidFill>
                  <a:srgbClr val="122C4E"/>
                </a:solidFill>
                <a:latin typeface="Noto Sans CJK KR"/>
              </a:defRPr>
            </a:pPr>
            <a:r>
              <a:t>Python package 파일과 ros2 run 실행 이름을 install하는 설정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505456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코드 읽기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75104" y="2487168"/>
            <a:ext cx="9189720" cy="30175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0">
                <a:solidFill>
                  <a:srgbClr val="122C4E"/>
                </a:solidFill>
                <a:latin typeface="Noto Sans CJK KR"/>
              </a:defRPr>
            </a:pPr>
            <a:r>
              <a:t>packages/data_files → install_requires → entry_points.console_scripts 순서로 읽는다.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889504"/>
            <a:ext cx="1234440" cy="2286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225B9B"/>
                </a:solidFill>
                <a:latin typeface="Noto Sans CJK KR"/>
              </a:defRPr>
            </a:pPr>
            <a:r>
              <a:t>사용/확인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975104" y="2871216"/>
            <a:ext cx="91897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사용: colcon build·source 뒤 ros2 pkg executables로 확인한다.</a:t>
            </a:r>
            <a:br/>
            <a:r>
              <a:t>화면/출력: ros2 pkg executables와 ros2 run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1/5: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1/5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~/ros2_curri/my_agv_ws/src/agv_control/agv_control/counter_publisher.py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ROS 2 node 또는 실행 보조 로직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~/ros2_curri/my_agv_ws/src/agv_control/agv_control</a:t>
            </a:r>
            <a:br/>
            <a:r>
              <a:t>nano ~/ros2_curri/my_agv_ws/src/agv_control/agv_control/counter_publisher.py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terminal의 node/topic/log 출력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1/5: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~/ros2_curri/my_agv_ws/src/agv_control/agv_control/counter_publisher.py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class CounterPublisher(Node):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가질 변수와 callback을 한 덩어리로 묶는 설계도입니다.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아래 초기화·callback이 모두 이 node 한 개의 동작이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1/5: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~/ros2_curri/my_agv_ws/src/agv_control/agv_control/counter_publisher.py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super().__init__('counter_publisher')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ROS graph에 표시될 node 이름을 실제로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후 `ros2 node list`에서 이 이름을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self.publisher = self.create_publisher(Int32, '/counter',</a:t>
            </a:r>
            <a:br/>
            <a:r>
              <a:t>10)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어떤 message를 어느 topic으로 내보낼지 만듭니다.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후 `ros2 topic info`에서 publisher 수가 늘어납니다.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1/5: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~/ros2_curri/my_agv_ws/src/agv_control/agv_control/counter_publisher.py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self.create_timer(1.0, self.publish_counter)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사람이 호출하지 않아도 일정 주기로 함수를 실행하게 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topic의 publish rate 또는 terminal log 주기가 생깁니다.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def publish_counter(self):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입력 message가 오거나 timer가 울릴 때 실행할 작은 기능 단위입니다.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함수 안의 계산·publish가 실제 node의 반응이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1/5: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~/ros2_curri/my_agv_ws/src/agv_control/agv_control/counter_publisher.py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self.publisher.publish(message)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완성한 message를 지금 topic으로 한 번 전송합니다.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다른 terminal의 `ros2 topic echo`에서 같은 값이 보입니다.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self.get_logger().info(f'/counter: {message.data}')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현재 상태나 계산 결과를 사람이 볼 수 있게 terminal에 남깁니다.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node를 실행한 terminal에서 이 문장이 출력됩니다.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1/5: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1/5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~/ros2_curri/my_agv_ws/src/agv_control/agv_control/counter_publisher.py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rclpy.init()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Python 프로그램을 ROS 2 통신에 참여시키는 첫 준비입니다.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호출 전에는 node·publisher·subscription을 정상 생성할 수 없습니다.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1/5: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~/ros2_curri/my_agv_ws/src/agv_control/agv_control/counter_publisher.py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1/5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~/ros2_curri/my_agv_ws/src/agv_control/agv_control/counter_publisher.py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  <a:br/>
            <a:r>
              <a:t>from rclpy.node import Node</a:t>
            </a:r>
            <a:br/>
            <a:r>
              <a:t>from std_msgs.msg import Int32</a:t>
            </a:r>
            <a:br/>
            <a:br/>
            <a:r>
              <a:t>class CounterPublisher(Node):</a:t>
            </a:r>
            <a:br/>
            <a:br/>
            <a:r>
              <a:t>    def __init__(self):</a:t>
            </a:r>
            <a:br/>
            <a:r>
              <a:t>        super().__init__('counter_publisher')</a:t>
            </a:r>
            <a:br/>
            <a:r>
              <a:t>        self.publisher = self.create_publisher(Int32, '/counter', 10)</a:t>
            </a:r>
            <a:br/>
            <a:r>
              <a:t>        self.value = 0</a:t>
            </a:r>
            <a:br/>
            <a:r>
              <a:t>        self.create_timer(1.0, self.publish_counter)</a:t>
            </a:r>
            <a:br/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1/5: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~/ros2_curri/my_agv_ws/src/agv_control/agv_control/counter_publisher.py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1/5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~/ros2_curri/my_agv_ws/src/agv_control/agv_control/counter_publisher.py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def publish_counter(self):</a:t>
            </a:r>
            <a:br/>
            <a:r>
              <a:t>        message = Int32(data=self.value)</a:t>
            </a:r>
            <a:br/>
            <a:r>
              <a:t>        self.publisher.publish(message)</a:t>
            </a:r>
            <a:br/>
            <a:r>
              <a:t>        self.get_logger().info(f'/counter: {message.data}')</a:t>
            </a:r>
            <a:br/>
            <a:r>
              <a:t>        self.value += 1</a:t>
            </a:r>
            <a:br/>
            <a:br/>
            <a:r>
              <a:t>def main():</a:t>
            </a:r>
            <a:br/>
            <a:r>
              <a:t>    rclpy.init()</a:t>
            </a:r>
            <a:br/>
            <a:r>
              <a:t>    node = CounterPublisher()</a:t>
            </a:r>
            <a:br/>
            <a:r>
              <a:t>    try:</a:t>
            </a:r>
            <a:br/>
            <a:r>
              <a:t>        rclpy.spin(node)</a:t>
            </a:r>
            <a:br/>
            <a:r>
              <a:t>    except KeyboardInterrupt: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1/5: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~/ros2_curri/my_agv_ws/src/agv_control/agv_control/counter_publisher.py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1/5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~/ros2_curri/my_agv_ws/src/agv_control/agv_control/counter_publisher.py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pass</a:t>
            </a:r>
            <a:br/>
            <a:r>
              <a:t>    finally:</a:t>
            </a:r>
            <a:br/>
            <a:r>
              <a:t>        node.destroy_node()</a:t>
            </a:r>
            <a:br/>
            <a:r>
              <a:t>        if rclpy.ok():</a:t>
            </a:r>
            <a:br/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2/5: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2/5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~/ros2_curri/my_agv_ws/src/agv_control/agv_control/counter_monitor.py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ROS 2 node 또는 실행 보조 로직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~/ros2_curri/my_agv_ws/src/agv_control/agv_control</a:t>
            </a:r>
            <a:br/>
            <a:r>
              <a:t>nano ~/ros2_curri/my_agv_ws/src/agv_control/agv_control/counter_monitor.py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terminal의 node/topic/log 출력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2/5: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~/ros2_curri/my_agv_ws/src/agv_control/agv_control/counter_monitor.py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class CounterMonitor(Node):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가질 변수와 callback을 한 덩어리로 묶는 설계도입니다.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아래 초기화·callback이 모두 이 node 한 개의 동작이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2/5: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~/ros2_curri/my_agv_ws/src/agv_control/agv_control/counter_monitor.py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super().__init__('counter_monitor')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ROS graph에 표시될 node 이름을 실제로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후 `ros2 node list`에서 이 이름을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self.create_subscription(Int32, '/counter', self.callback,</a:t>
            </a:r>
            <a:br/>
            <a:r>
              <a:t>10)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지정 topic의 message를 받아 callback으로 넘깁니다.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입력 topic을 publish하면 callback의 log 또는 출력이 바뀝니다.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2/5: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~/ros2_curri/my_agv_ws/src/agv_control/agv_control/counter_monitor.py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def callback(self, message):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입력 message가 오거나 timer가 울릴 때 실행할 작은 기능 단위입니다.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함수 안의 계산·publish가 실제 node의 반응이 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self.get_logger().info(f'received /counter:</a:t>
            </a:r>
            <a:br/>
            <a:r>
              <a:t>{message.data}')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현재 상태나 계산 결과를 사람이 볼 수 있게 terminal에 남깁니다.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node를 실행한 terminal에서 이 문장이 출력됩니다.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2/5: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~/ros2_curri/my_agv_ws/src/agv_control/agv_control/counter_monitor.py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rclpy.init()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Python 프로그램을 ROS 2 통신에 참여시키는 첫 준비입니다.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호출 전에는 node·publisher·subscription을 정상 생성할 수 없습니다.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rclpy.spin(node)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프로그램이 끝나지 않고 message와 timer를 계속 처리하게 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줄이 있어야 실행 뒤 topic을 받고 publish를 계속합니다.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2/5: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2/5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~/ros2_curri/my_agv_ws/src/agv_control/agv_control/counter_monitor.py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node.destroy_node()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node와 ROS 통신을 안전하게 닫는 마무리 단계입니다.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Ctrl+C 또는 종료 뒤 자원이 정리됩니다.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2/5: 코드 입력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~/ros2_curri/my_agv_ws/src/agv_control/agv_control/counter_monitor.py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2/5 · 입력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~/ros2_curri/my_agv_ws/src/agv_control/agv_control/counter_monitor.py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  <a:br/>
            <a:r>
              <a:t>from rclpy.node import Node</a:t>
            </a:r>
            <a:br/>
            <a:r>
              <a:t>from std_msgs.msg import Int32</a:t>
            </a:r>
            <a:br/>
            <a:br/>
            <a:r>
              <a:t>class CounterMonitor(Node):</a:t>
            </a:r>
            <a:br/>
            <a:br/>
            <a:r>
              <a:t>    def __init__(self):</a:t>
            </a:r>
            <a:br/>
            <a:r>
              <a:t>        super().__init__('counter_monitor')</a:t>
            </a:r>
            <a:br/>
            <a:r>
              <a:t>        self.create_subscription(Int32, '/counter', self.callback, 10)</a:t>
            </a:r>
            <a:br/>
            <a:br/>
            <a:r>
              <a:t>    def callback(self, message):</a:t>
            </a:r>
            <a:br/>
            <a:r>
              <a:t>        self.get_logger().info(f'received /counter: {message.data}')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2/5: 코드 입력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~/ros2_curri/my_agv_ws/src/agv_control/agv_control/counter_monitor.py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2/5 · 입력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~/ros2_curri/my_agv_ws/src/agv_control/agv_control/counter_monitor.py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br/>
            <a:r>
              <a:t>def main():</a:t>
            </a:r>
            <a:br/>
            <a:r>
              <a:t>    rclpy.init()</a:t>
            </a:r>
            <a:br/>
            <a:r>
              <a:t>    node = CounterMonitor()</a:t>
            </a:r>
            <a:br/>
            <a:r>
              <a:t>    try:</a:t>
            </a:r>
            <a:br/>
            <a:r>
              <a:t>        rclpy.spin(node)</a:t>
            </a:r>
            <a:br/>
            <a:r>
              <a:t>    except KeyboardInterrupt:</a:t>
            </a:r>
            <a:br/>
            <a:r>
              <a:t>        pass</a:t>
            </a:r>
            <a:br/>
            <a:r>
              <a:t>    finally:</a:t>
            </a:r>
            <a:br/>
            <a:r>
              <a:t>        node.destroy_node()</a:t>
            </a:r>
            <a:br/>
            <a:r>
              <a:t>        if rclpy.ok():</a:t>
            </a:r>
            <a:br/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2/2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3/5: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3/5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~/ros2_curri/my_agv_ws/src/agv_control/agv_control/cmd_test_node.py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ROS 2 node 또는 실행 보조 로직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~/ros2_curri/my_agv_ws/src/agv_control/agv_control</a:t>
            </a:r>
            <a:br/>
            <a:r>
              <a:t>nano ~/ros2_curri/my_agv_ws/src/agv_control/agv_control/cmd_test_node.py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terminal의 node/topic/log 출력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3/5: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~/ros2_curri/my_agv_ws/src/agv_control/agv_control/cmd_test_node.py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class CmdTestNode(Node):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가질 변수와 callback을 한 덩어리로 묶는 설계도입니다.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아래 초기화·callback이 모두 이 node 한 개의 동작이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3/5: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~/ros2_curri/my_agv_ws/src/agv_control/agv_control/cmd_test_node.py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super().__init__('cmd_test_node')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ROS graph에 표시될 node 이름을 실제로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후 `ros2 node list`에서 이 이름을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self.declare_parameter('linear_speed', 0.15)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코드 밖에서 바꿀 값을 이름과 기본값으로 등록합니다.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launch/CLI parameter를 바꾸면 코드 수정 없이 동작이 달라집니다.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3/5: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~/ros2_curri/my_agv_ws/src/agv_control/agv_control/cmd_test_node.py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self.publisher = self.create_publisher(Twist, '/cmd_vel',</a:t>
            </a:r>
            <a:br/>
            <a:r>
              <a:t>10)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어떤 message를 어느 topic으로 내보낼지 만듭니다.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후 `ros2 topic info`에서 publisher 수가 늘어납니다.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self.create_timer(0.1, self.publish_once)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사람이 호출하지 않아도 일정 주기로 함수를 실행하게 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topic의 publish rate 또는 terminal log 주기가 생깁니다.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3/5: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~/ros2_curri/my_agv_ws/src/agv_control/agv_control/cmd_test_node.py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def publish_once(self):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입력 message가 오거나 timer가 울릴 때 실행할 작은 기능 단위입니다.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함수 안의 계산·publish가 실제 node의 반응이 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command.linear.x =</a:t>
            </a:r>
            <a:br/>
            <a:r>
              <a:t>self.get_parameter('linear_speed').value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등록한 parameter의 현재 값을 읽어 실제 계산에 사용합니다.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`ros2 param get` 값이 node 동작에 반영됩니다.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3/5: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3/5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~/ros2_curri/my_agv_ws/src/agv_control/agv_control/cmd_test_node.py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self.publisher.publish(command)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완성한 message를 지금 topic으로 한 번 전송합니다.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다른 terminal의 `ros2 topic echo`에서 같은 값이 보입니다.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3/5: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~/ros2_curri/my_agv_ws/src/agv_control/agv_control/cmd_test_node.py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3/5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~/ros2_curri/my_agv_ws/src/agv_control/agv_control/cmd_test_node.py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  <a:br/>
            <a:r>
              <a:t>from rclpy.node import Node</a:t>
            </a:r>
            <a:br/>
            <a:r>
              <a:t>from geometry_msgs.msg import Twist</a:t>
            </a:r>
            <a:br/>
            <a:br/>
            <a:r>
              <a:t>class CmdTestNode(Node):</a:t>
            </a:r>
            <a:br/>
            <a:br/>
            <a:r>
              <a:t>    def __init__(self):</a:t>
            </a:r>
            <a:br/>
            <a:r>
              <a:t>        super().__init__('cmd_test_node')</a:t>
            </a:r>
            <a:br/>
            <a:r>
              <a:t>        self.declare_parameter('linear_speed', 0.15)</a:t>
            </a:r>
            <a:br/>
            <a:r>
              <a:t>        self.declare_parameter('angular_speed', 0.0)</a:t>
            </a:r>
            <a:br/>
            <a:r>
              <a:t>        self.publisher = self.create_publisher(Twist, '/cmd_vel', 10)</a:t>
            </a:r>
            <a:br/>
            <a:r>
              <a:t>        self.remaining = 30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3/5: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~/ros2_curri/my_agv_ws/src/agv_control/agv_control/cmd_test_node.py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3/5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~/ros2_curri/my_agv_ws/src/agv_control/agv_control/cmd_test_node.py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self.create_timer(0.1, self.publish_once)</a:t>
            </a:r>
            <a:br/>
            <a:br/>
            <a:r>
              <a:t>    def publish_once(self):</a:t>
            </a:r>
            <a:br/>
            <a:r>
              <a:t>        command = Twist()</a:t>
            </a:r>
            <a:br/>
            <a:r>
              <a:t>        if self.remaining &gt; 0:</a:t>
            </a:r>
            <a:br/>
            <a:r>
              <a:t>            command.linear.x = self.get_parameter('linear_speed').value</a:t>
            </a:r>
            <a:br/>
            <a:r>
              <a:t>            command.angular.z = self.get_parameter('angular_speed').value</a:t>
            </a:r>
            <a:br/>
            <a:r>
              <a:t>            self.remaining -= 1</a:t>
            </a:r>
            <a:br/>
            <a:r>
              <a:t>        self.publisher.publish(command)</a:t>
            </a:r>
            <a:br/>
            <a:r>
              <a:t>        if self.remaining == 0:</a:t>
            </a:r>
            <a:br/>
            <a:r>
              <a:t>            self.get_logger().info('test command finished; publishing zero Twist')</a:t>
            </a:r>
            <a:br/>
            <a:r>
              <a:t>            self.remaining = -1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3/5: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~/ros2_curri/my_agv_ws/src/agv_control/agv_control/cmd_test_node.py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3/5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~/ros2_curri/my_agv_ws/src/agv_control/agv_control/cmd_test_node.py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br/>
            <a:r>
              <a:t>def main():</a:t>
            </a:r>
            <a:br/>
            <a:r>
              <a:t>    rclpy.init()</a:t>
            </a:r>
            <a:br/>
            <a:r>
              <a:t>    node = CmdTestNode()</a:t>
            </a:r>
            <a:br/>
            <a:r>
              <a:t>    try:</a:t>
            </a:r>
            <a:br/>
            <a:r>
              <a:t>        rclpy.spin(node)</a:t>
            </a:r>
            <a:br/>
            <a:r>
              <a:t>    except KeyboardInterrupt:</a:t>
            </a:r>
            <a:br/>
            <a:r>
              <a:t>        pass</a:t>
            </a:r>
            <a:br/>
            <a:r>
              <a:t>    finally:</a:t>
            </a:r>
            <a:br/>
            <a:r>
              <a:t>        node.destroy_node()</a:t>
            </a:r>
            <a:br/>
            <a:r>
              <a:t>        if rclpy.ok():</a:t>
            </a:r>
            <a:br/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4/5: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4/5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~/ros2_curri/my_agv_ws/src/agv_control/agv_control/velocity_monitor.py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ROS 2 node 또는 실행 보조 로직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~/ros2_curri/my_agv_ws/src/agv_control/agv_control</a:t>
            </a:r>
            <a:br/>
            <a:r>
              <a:t>nano ~/ros2_curri/my_agv_ws/src/agv_control/agv_control/velocity_monitor.py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terminal의 node/topic/log 출력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4/5: 코드 읽기 (1/5)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~/ros2_curri/my_agv_ws/src/agv_control/agv_control/velocity_monitor.py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class VelocityMonitor(Node):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가질 변수와 callback을 한 덩어리로 묶는 설계도입니다.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아래 초기화·callback이 모두 이 node 한 개의 동작이 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4/5: 코드 읽기 (2/5)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~/ros2_curri/my_agv_ws/src/agv_control/agv_control/velocity_monitor.py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super().__init__('velocity_monitor')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ROS graph에 표시될 node 이름을 실제로 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실행 후 `ros2 node list`에서 이 이름을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self.create_subscription(Twist, '/cmd_vel', self.callback,</a:t>
            </a:r>
            <a:br/>
            <a:r>
              <a:t>10)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이 node가 지정 topic의 message를 받아 callback으로 넘깁니다.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입력 topic을 publish하면 callback의 log 또는 출력이 바뀝니다.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4/5: 코드 읽기 (3/5)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~/ros2_curri/my_agv_ws/src/agv_control/agv_control/velocity_monitor.py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def callback(self, message):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입력 message가 오거나 timer가 울릴 때 실행할 작은 기능 단위입니다.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함수 안의 계산·publish가 실제 node의 반응이 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self.get_logger().info('cmd_vel linear.x=%.3f</a:t>
            </a:r>
            <a:br/>
            <a:r>
              <a:t>angular.z=%.3f' % (message.linear.x,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현재 상태나 계산 결과를 사람이 볼 수 있게 terminal에 남깁니다.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node를 실행한 terminal에서 이 문장이 출력됩니다.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4/5: 코드 읽기 (4/5)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~/ros2_curri/my_agv_ws/src/agv_control/agv_control/velocity_monitor.py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rclpy.init()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Python 프로그램을 ROS 2 통신에 참여시키는 첫 준비입니다.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호출 전에는 node·publisher·subscription을 정상 생성할 수 없습니다.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rclpy.spin(node)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프로그램이 끝나지 않고 message와 timer를 계속 처리하게 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줄이 있어야 실행 뒤 topic을 받고 publish를 계속합니다.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4/5: 코드 읽기 (5/5)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4/5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~/ros2_curri/my_agv_ws/src/agv_control/agv_control/velocity_monitor.py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node.destroy_node()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node와 ROS 통신을 안전하게 닫는 마무리 단계입니다.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Ctrl+C 또는 종료 뒤 자원이 정리됩니다.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4/5: 코드 입력 (1/3)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~/ros2_curri/my_agv_ws/src/agv_control/agv_control/velocity_monitor.py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4/5 · 입력 1/3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필요한 ROS message와 Node 도구를 import하고, node의 입력·출력 이름을 먼저 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~/ros2_curri/my_agv_ws/src/agv_control/agv_control/velocity_monitor.py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import rclpy</a:t>
            </a:r>
            <a:br/>
            <a:r>
              <a:t>from rclpy.node import Node</a:t>
            </a:r>
            <a:br/>
            <a:r>
              <a:t>from geometry_msgs.msg import Twist</a:t>
            </a:r>
            <a:br/>
            <a:br/>
            <a:r>
              <a:t>class VelocityMonitor(Node):</a:t>
            </a:r>
            <a:br/>
            <a:br/>
            <a:r>
              <a:t>    def __init__(self):</a:t>
            </a:r>
            <a:br/>
            <a:r>
              <a:t>        super().__init__('velocity_monitor')</a:t>
            </a:r>
            <a:br/>
            <a:r>
              <a:t>        self.create_subscription(Twist, '/cmd_vel', self.callback, 10)</a:t>
            </a:r>
            <a:br/>
            <a:br/>
            <a:r>
              <a:t>    def callback(self, message):</a:t>
            </a:r>
            <a:br/>
            <a:r>
              <a:t>        self.get_logger().info('cmd_vel linear.x=%.3f angular.z=%.3f' % (message.linear.x,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4/5: 코드 입력 (2/3)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~/ros2_curri/my_agv_ws/src/agv_control/agv_control/velocity_monitor.py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4/5 · 입력 2/3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앞에서 만든 node에 처리 로직과 publish/subscription 연결을 한 덩어리씩 추가합니다.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~/ros2_curri/my_agv_ws/src/agv_control/agv_control/velocity_monitor.py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 message.angular.z))</a:t>
            </a:r>
            <a:br/>
            <a:br/>
            <a:r>
              <a:t>def main():</a:t>
            </a:r>
            <a:br/>
            <a:r>
              <a:t>    rclpy.init()</a:t>
            </a:r>
            <a:br/>
            <a:r>
              <a:t>    node = VelocityMonitor()</a:t>
            </a:r>
            <a:br/>
            <a:r>
              <a:t>    try:</a:t>
            </a:r>
            <a:br/>
            <a:r>
              <a:t>        rclpy.spin(node)</a:t>
            </a:r>
            <a:br/>
            <a:r>
              <a:t>    except KeyboardInterrupt:</a:t>
            </a:r>
            <a:br/>
            <a:r>
              <a:t>        pass</a:t>
            </a:r>
            <a:br/>
            <a:r>
              <a:t>    finally:</a:t>
            </a:r>
            <a:br/>
            <a:r>
              <a:t>        node.destroy_node()</a:t>
            </a:r>
            <a:br/>
            <a:r>
              <a:t>        if rclpy.ok():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2/3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4/5: 코드 입력 (3/3)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~/ros2_curri/my_agv_ws/src/agv_control/agv_control/velocity_monitor.py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4/5 · 입력 3/3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마지막 callback·timer·main을 입력해 node가 실제로 시작하고 계속 동작하게 만듭니다.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~/ros2_curri/my_agv_ws/src/agv_control/agv_control/velocity_monitor.py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            rclpy.shutdown()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3/3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5/5: 폴더를 만들고 빈 파일을 연다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파일을 먼저 만든 뒤, 다음 슬라이드의 코드 블록을 위에서 아래로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생성 5/5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719072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이번 파일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920240" y="1719072"/>
            <a:ext cx="923544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DejaVu Sans Mono"/>
              </a:defRPr>
            </a:pPr>
            <a:r>
              <a:t>~/ros2_curri/my_agv_ws/src/agv_control/setup.py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2103120"/>
            <a:ext cx="141732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만드는 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920240" y="2103120"/>
            <a:ext cx="923544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122C4E"/>
                </a:solidFill>
                <a:latin typeface="Noto Sans CJK KR"/>
              </a:defRPr>
            </a:pPr>
            <a:r>
              <a:t>Python package 파일과 ros2 run 실행 이름을 install하는 설정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6656" y="2852928"/>
            <a:ext cx="10881360" cy="1682496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mkdir -p ~/ros2_curri/my_agv_ws/src/agv_control</a:t>
            </a:r>
            <a:br/>
            <a:r>
              <a:t>nano ~/ros2_curri/my_agv_ws/src/agv_control/setup.py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4901184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600" b="1">
                <a:solidFill>
                  <a:srgbClr val="DB7E22"/>
                </a:solidFill>
                <a:latin typeface="Noto Sans CJK KR"/>
              </a:defRPr>
            </a:pPr>
            <a:r>
              <a:t>nano 저장: Ctrl+O → Enter → Ctrl+X  |  파일이 열리면 아직 비어 있는 것이 정상입니다.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5504688"/>
            <a:ext cx="10241280" cy="32918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2A8B5A"/>
                </a:solidFill>
                <a:latin typeface="Noto Sans CJK KR"/>
              </a:defRPr>
            </a:pPr>
            <a:r>
              <a:t>다음 단계의 확인 화면: ros2 pkg executables와 ros2 run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5/5: 코드 읽기 (1/2)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5/5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from setuptools import find_packages, setup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다른 파일에 이미 있는 도구를 이 파일에서 쓰겠다고 가져옵니다.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이 import가 빠지면 실행 전에 이름을 찾지 못했다는 오류가 납니다.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setup(name=package_name, version='0.1.0',</a:t>
            </a:r>
            <a:br/>
            <a:r>
              <a:t>packages=find_packages(exclude=['test']),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Python package를 설치하기 위한 설정 묶음을 시작합니다.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colcon build가 이 파일을 읽어 Python package를 install합니다.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5/5: 코드 읽기 (2/2)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짧은 실제 코드 조각을 먼저 읽고, 다음 슬라이드에서 같은 코드를 직접 입력합니다.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코드 해설 5/5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94944" y="161848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1">
                <a:solidFill>
                  <a:srgbClr val="225B9B"/>
                </a:solidFill>
                <a:latin typeface="DejaVu Sans Mono"/>
              </a:defRPr>
            </a:pPr>
            <a:r>
              <a:t>~/ros2_curri/my_agv_ws/src/agv_control/setup.py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94944" y="1938528"/>
            <a:ext cx="1078992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500" b="1">
                <a:solidFill>
                  <a:srgbClr val="DB7E22"/>
                </a:solidFill>
                <a:latin typeface="Noto Sans CJK KR"/>
              </a:defRPr>
            </a:pPr>
            <a:r>
              <a:t>말로 먼저 답해 보세요: 이 줄은 무엇을 만들고, 실행하면 어디에서 확인할 수 있을까요?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58368" y="2359152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data_files=[('share/ament_index/resource_index/packages',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0" y="2359152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39512" y="2468880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1.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96128" y="2450592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launch·config 같은 코드 밖의 파일도 install하도록 지정합니다.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596128" y="3108960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`ros2 launch`가 package share 경로에서 설정 파일을 찾습니다.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4078224"/>
            <a:ext cx="4160520" cy="14173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FFFFFF"/>
                </a:solidFill>
                <a:latin typeface="DejaVu Sans Mono"/>
              </a:defRPr>
            </a:pPr>
            <a:r>
              <a:t>entry_points={'console_scripts': ['counter_publisher =</a:t>
            </a:r>
            <a:br/>
            <a:r>
              <a:t>agv_control.counter_publisher:main',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0" y="4078224"/>
            <a:ext cx="6537960" cy="1417320"/>
          </a:xfrm>
          <a:prstGeom prst="roundRect">
            <a:avLst/>
          </a:prstGeom>
          <a:solidFill>
            <a:srgbClr val="F4F7FB"/>
          </a:solidFill>
          <a:ln>
            <a:solidFill>
              <a:srgbClr val="225B9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239512" y="4187952"/>
            <a:ext cx="594360" cy="21945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225B9B"/>
                </a:solidFill>
                <a:latin typeface="Noto Sans CJK KR"/>
              </a:defRPr>
            </a:pPr>
            <a:r>
              <a:t>2.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96128" y="4169663"/>
            <a:ext cx="5696712" cy="49377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Noto Sans CJK KR"/>
              </a:defRPr>
            </a:pPr>
            <a:r>
              <a:t>뜻: 긴 Python 파일 경로 대신 `ros2 run package 실행이름`을 등록합니다.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96128" y="4828032"/>
            <a:ext cx="5696712" cy="45720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200" b="0">
                <a:solidFill>
                  <a:srgbClr val="2A8B5A"/>
                </a:solidFill>
                <a:latin typeface="Noto Sans CJK KR"/>
              </a:defRPr>
            </a:pPr>
            <a:r>
              <a:t>실행에서: build·source 뒤 `ros2 pkg executables`로 실행 이름을 확인합니다.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6199632"/>
            <a:ext cx="10698480" cy="18288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0">
                <a:solidFill>
                  <a:srgbClr val="5C6672"/>
                </a:solidFill>
                <a:latin typeface="Noto Sans CJK KR"/>
              </a:defRPr>
            </a:pPr>
            <a:r>
              <a:t>다음 코드 입력 슬라이드에서 이 줄을 발견하면, 방금 설명한 ‘뜻’과 ‘실행에서 보이는 변화’를 다시 말해 봅니다.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5/5: 코드 입력 (1/1)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~/ros2_curri/my_agv_ws/src/agv_control/setup.py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파일 5/5 · 입력 1/1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1609344"/>
            <a:ext cx="10972800" cy="38404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400" b="1">
                <a:solidFill>
                  <a:srgbClr val="122C4E"/>
                </a:solidFill>
                <a:latin typeface="Noto Sans CJK KR"/>
              </a:defRPr>
            </a:pPr>
            <a:r>
              <a:t>이 블록이 하는 일: Python package가 source와 launch/config를 install하고 ros2 run 실행 이름을 등록하도록 설정합니다.</a:t>
            </a:r>
          </a:p>
        </p:txBody>
      </p:sp>
      <p:sp>
        <p:nvSpPr>
          <p:cNvPr id="8" name="Rectangle 7"/>
          <p:cNvSpPr/>
          <p:nvPr/>
        </p:nvSpPr>
        <p:spPr>
          <a:xfrm>
            <a:off x="658368" y="1956816"/>
            <a:ext cx="10972800" cy="603504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0">
                <a:solidFill>
                  <a:srgbClr val="122C4E"/>
                </a:solidFill>
                <a:latin typeface="DejaVu Sans Mono"/>
              </a:defRPr>
            </a:pPr>
            <a:r>
              <a:t>현재 열린 파일: ~/ros2_curri/my_agv_ws/src/agv_control/setup.py</a:t>
            </a:r>
            <a:br/>
            <a:r>
              <a:t>아래 코드만 입력 → Ctrl+O → Enter로 저장 → 다음 블록으로 이동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" y="2706624"/>
            <a:ext cx="10972800" cy="3364992"/>
          </a:xfrm>
          <a:prstGeom prst="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09728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from setuptools import find_packages, setup</a:t>
            </a:r>
            <a:br/>
            <a:r>
              <a:t>package_name = 'agv_control'</a:t>
            </a:r>
            <a:br/>
            <a:r>
              <a:t>setup(name=package_name, version='0.1.0', packages=find_packages(exclude=['test']),</a:t>
            </a:r>
            <a:br/>
            <a:r>
              <a:t>    data_files=[('share/ament_index/resource_index/packages',</a:t>
            </a:r>
            <a:br/>
            <a:r>
              <a:t>    ['resource/' + package_name]), ('share/' + package_name, ['package.xml']),</a:t>
            </a:r>
            <a:br/>
            <a:r>
              <a:t>    ('share/' + package_name + '/config', ['config/controllers.yaml'])],</a:t>
            </a:r>
            <a:br/>
            <a:r>
              <a:t>    install_requires=['setuptools'], zip_safe=True, maintainer='AGV student',</a:t>
            </a:r>
            <a:br/>
            <a:r>
              <a:t>    maintainer_email='student@example.com', license='Apache-2.0',</a:t>
            </a:r>
            <a:br/>
            <a:r>
              <a:t>    entry_points={'console_scripts': ['counter_publisher = agv_control.counter_publisher:main',</a:t>
            </a:r>
            <a:br/>
            <a:r>
              <a:t>     'counter_monitor = agv_control.counter_monitor:main', 'cmd_test_node = agv_control.cmd_test_node:main',</a:t>
            </a:r>
            <a:br/>
            <a:r>
              <a:t>     'velocity_monitor = agv_control.velocity_monitor:main', 'safety_controller = agv_control.safety_controller:main',</a:t>
            </a:r>
            <a:br/>
            <a:r>
              <a:t>     'pid_controller = agv_control.pid_controller:main']})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6181344"/>
            <a:ext cx="1078992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입력 1/1 · 이 파일의 다음 코드 블록이 바로 다음 슬라이드에 이어집니다.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1/2: console_scripts를 등록한다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1/2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ros2 run은 setup.py에 등록된 실행 이름을 사용한다.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~/ros2_curri/my_agv_ws</a:t>
            </a:r>
            <a:br/>
            <a:r>
              <a:t>colcon build --symlink-install --packages-select agv_control</a:t>
            </a:r>
            <a:br/>
            <a:r>
              <a:t>source install/setup.bash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구현 뒤 실행 2/2: counter 두 노드를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방금 직접 만든 파일을 실행·검사하며 다음 파일로 넘어갈 기준을 만듭니다.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2/2    |    현재 폴더 ~/ros2_curri/my_agv_ws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" y="1764792"/>
            <a:ext cx="182880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25B9B"/>
                </a:solidFill>
                <a:latin typeface="Noto Sans CJK KR"/>
              </a:defRPr>
            </a:pPr>
            <a:r>
              <a:t>왜 하는가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" y="2103120"/>
            <a:ext cx="10789920" cy="51206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2000" b="0">
                <a:solidFill>
                  <a:srgbClr val="122C4E"/>
                </a:solidFill>
                <a:latin typeface="Noto Sans CJK KR"/>
              </a:defRPr>
            </a:pPr>
            <a:r>
              <a:t>publisher 출력과 monitor 수신을 분리해 확인한다.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76656" y="2871216"/>
            <a:ext cx="10835640" cy="233172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# 터미널 1</a:t>
            </a:r>
            <a:br/>
            <a:r>
              <a:t>ros2 run agv_control counter_publisher</a:t>
            </a:r>
            <a:br/>
            <a:r>
              <a:t># 터미널 2</a:t>
            </a:r>
            <a:br/>
            <a:r>
              <a:t>ros2 run agv_control counter_monitor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5468112"/>
            <a:ext cx="114300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8096" y="5742432"/>
            <a:ext cx="10561320" cy="34747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출력에서 topic·frame·파일 이름 또는 성공 메시지를 찾고, 맞지 않으면 다음 파일로 가지 않습니다.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build → source → run 순서로 실행한다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새 파일 또는 수정 파일은 build와 source 뒤에만 실행 이름·설정에 반영됩니다.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실행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00784"/>
            <a:ext cx="10972800" cy="3182112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cd ~/ros2_curri/my_agv_ws &amp;&amp; source install/setup.bash</a:t>
            </a:r>
            <a:br/>
            <a:r>
              <a:t>ros2 run agv_control counter_publisher</a:t>
            </a:r>
            <a:br/>
            <a:r>
              <a:t># 새 터미널: ros2 run agv_control counter_monitor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5239512"/>
            <a:ext cx="1261872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확인 기준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532120"/>
            <a:ext cx="10469880" cy="42062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0">
                <a:solidFill>
                  <a:srgbClr val="122C4E"/>
                </a:solidFill>
                <a:latin typeface="Noto Sans CJK KR"/>
              </a:defRPr>
            </a:pPr>
            <a:r>
              <a:t>/counter와 /cmd_vel의 값·message type·연결 수를 terminal에서 확인한다.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정상 결과: 실제 환경에서 확인한 출력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실제 ROS 2 환경의 파일·패키지·구성 검증 로그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pic>
        <p:nvPicPr>
          <p:cNvPr id="6" name="Picture 5" descr="validation_termin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0956" y="1453970"/>
            <a:ext cx="10607040" cy="459928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77240" y="6144768"/>
            <a:ext cx="10607040" cy="31089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100" b="1">
                <a:solidFill>
                  <a:srgbClr val="2A8B5A"/>
                </a:solidFill>
                <a:latin typeface="Noto Sans CJK KR"/>
              </a:defRPr>
            </a:pPr>
            <a:r>
              <a:t>화면에서 확인: ① 명령/설정  ② 정상 출력 또는 화면  ③ 다음 검증 명령으로 재확인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객관적 검증 명령으로 완료를 확인한다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화면만 보지 말고 topic·frame·파일·parameter를 다시 확인합니다.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검증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" y="1755648"/>
            <a:ext cx="10972800" cy="21488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600" b="0">
                <a:solidFill>
                  <a:srgbClr val="FFFFFF"/>
                </a:solidFill>
                <a:latin typeface="DejaVu Sans Mono"/>
              </a:defRPr>
            </a:pPr>
            <a:r>
              <a:t>ros2 topic info /counter</a:t>
            </a:r>
            <a:br/>
            <a:r>
              <a:t>ros2 topic echo /counter --once</a:t>
            </a:r>
            <a:br/>
            <a:r>
              <a:t>ros2 interface show geometry_msgs/msg/Twist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" y="4206240"/>
            <a:ext cx="10972800" cy="1554480"/>
          </a:xfrm>
          <a:prstGeom prst="roundRect">
            <a:avLst/>
          </a:prstGeom>
          <a:solidFill>
            <a:srgbClr val="F4F7FB"/>
          </a:solidFill>
          <a:ln>
            <a:solidFill>
              <a:srgbClr val="D1DFD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800" b="1">
                <a:solidFill>
                  <a:srgbClr val="2A8B5A"/>
                </a:solidFill>
                <a:latin typeface="Noto Sans CJK KR"/>
              </a:defRPr>
            </a:pPr>
            <a:r>
              <a:t>완료 체크</a:t>
            </a:r>
            <a:br/>
            <a:r>
              <a:t>□ 명령이 오류 없이 실행된다.</a:t>
            </a:r>
            <a:br/>
            <a:r>
              <a:t>□ 기대한 파일·topic·frame·parameter 이름이 보인다.</a:t>
            </a:r>
            <a:br/>
            <a:r>
              <a:t>□ 값의 단위와 방향을 한 문장으로 설명할 수 있다.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89320"/>
            <a:ext cx="10789920" cy="237744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500" b="1">
                <a:solidFill>
                  <a:srgbClr val="122C4E"/>
                </a:solidFill>
                <a:latin typeface="Noto Sans CJK KR"/>
              </a:defRPr>
            </a:pPr>
            <a:r>
              <a:t>완료 조건: /counter와 /cmd_vel의 값·message type·연결 수를 terminal에서 확인한다.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막히면: 증상 → 우선 확인 → 재검증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오류 메시지를 숨기지 않고 같은 순서로 점검합니다.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오류 대응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94944" y="175564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0195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1: No executable found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794760" y="188366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setup.py entry_points·재빌드·source 순서로 확인한다.</a:t>
            </a:r>
            <a:br/>
            <a:r>
              <a:t>수정 후: ros2 topic info /counter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94944" y="3172968"/>
            <a:ext cx="10972800" cy="1115568"/>
          </a:xfrm>
          <a:prstGeom prst="roundRect">
            <a:avLst/>
          </a:prstGeom>
          <a:solidFill>
            <a:srgbClr val="FFF7F4"/>
          </a:solidFill>
          <a:ln>
            <a:solidFill>
              <a:srgbClr val="EDBE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96112" y="3319272"/>
            <a:ext cx="2926080" cy="27432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800" b="1">
                <a:solidFill>
                  <a:srgbClr val="BE3B3B"/>
                </a:solidFill>
                <a:latin typeface="Noto Sans CJK KR"/>
              </a:defRPr>
            </a:pPr>
            <a:r>
              <a:t>증상 2: callback이 오지 않음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94760" y="3300984"/>
            <a:ext cx="7543800" cy="62179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600" b="0">
                <a:solidFill>
                  <a:srgbClr val="122C4E"/>
                </a:solidFill>
                <a:latin typeface="Noto Sans CJK KR"/>
              </a:defRPr>
            </a:pPr>
            <a:r>
              <a:t>우선 확인: 토픽 이름과 message type이 양쪽에서 같은지 확인한다.</a:t>
            </a:r>
            <a:br/>
            <a:r>
              <a:t>수정 후: ros2 topic info /counter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102352"/>
            <a:ext cx="1060704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공통 순서: ① 현재 폴더 ② source ③ 파일 경로 ④ 이름/타입/단위 ⑤ build·source 후 재실행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막혔을 때만: Complete를 복구용으로 사용한다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이 슬라이드가 먼저가 아닙니다. 직접 입력·실행을 시도한 뒤에만 내 파일과 Complete를 비교합니다.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복구용 Complete    |    현재 폴더 ~/ros2_curri    |    현재 터미널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13232" y="1664208"/>
            <a:ext cx="10698480" cy="402336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800" b="1">
                <a:solidFill>
                  <a:srgbClr val="DB7E22"/>
                </a:solidFill>
                <a:latin typeface="Noto Sans CJK KR"/>
              </a:defRPr>
            </a:pPr>
            <a:r>
              <a:t>권장 순서: ① 내 오류를 확인  ② Complete와 diff  ③ 꼭 필요할 때만 backup 후 복사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6656" y="2423160"/>
            <a:ext cx="10881360" cy="2606040"/>
          </a:xfrm>
          <a:prstGeom prst="roundRect">
            <a:avLst/>
          </a:prstGeom>
          <a:solidFill>
            <a:srgbClr val="1D232D"/>
          </a:solidFill>
          <a:ln>
            <a:solidFill>
              <a:srgbClr val="1D23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400" b="0">
                <a:solidFill>
                  <a:srgbClr val="FFFFFF"/>
                </a:solidFill>
                <a:latin typeface="DejaVu Sans Mono"/>
              </a:defRPr>
            </a:pPr>
            <a:r>
              <a:t>cd ~/ros2_curri</a:t>
            </a:r>
            <a:br/>
            <a:r>
              <a:t>diff -ru my_agv_ws/src blocks/A_ros2_basics/M03_pubsub/complete/agv_ws/src || true</a:t>
            </a:r>
            <a:br/>
            <a:r>
              <a:t>cp -a my_agv_ws/src my_agv_ws/src_before_M03</a:t>
            </a:r>
            <a:br/>
            <a:r>
              <a:t>cp -a blocks/A_ros2_basics/M03_pubsub/complete/agv_ws/src/. my_agv_ws/src/</a:t>
            </a:r>
            <a:br/>
            <a:r>
              <a:t>cd my_agv_ws &amp;&amp; colcon build --symlink-install &amp;&amp; source install/setup.bash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5413248"/>
            <a:ext cx="10424160" cy="4297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복구 뒤에는 끝내지 말고, 내 파일과 Complete의 차이를 한 줄씩 설명한 뒤 다시 직접 입력해 봅니다.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미니 실습: 값 하나를 바꾸고 결과를 비교한다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정상 결과를 만든 뒤에는 한 번에 하나의 값만 바꿉니다.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미니 실습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1874519"/>
            <a:ext cx="10652760" cy="1993392"/>
          </a:xfrm>
          <a:prstGeom prst="roundRect">
            <a:avLst/>
          </a:prstGeom>
          <a:solidFill>
            <a:srgbClr val="FFF8EB"/>
          </a:solidFill>
          <a:ln>
            <a:solidFill>
              <a:srgbClr val="ECC6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ctr">
              <a:spcAft>
                <a:spcPts val="0"/>
              </a:spcAft>
              <a:defRPr sz="2300" b="1">
                <a:solidFill>
                  <a:srgbClr val="122C4E"/>
                </a:solidFill>
                <a:latin typeface="Noto Sans CJK KR"/>
              </a:defRPr>
            </a:pPr>
            <a:r>
              <a:t>cmd_test_node의 linear.x와 angular.z를 각각 바꾸고 velocity_monitor 출력을 비교한다.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77824" y="4590288"/>
            <a:ext cx="10241280" cy="594360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900" b="1">
                <a:solidFill>
                  <a:srgbClr val="DB7E22"/>
                </a:solidFill>
                <a:latin typeface="Noto Sans CJK KR"/>
              </a:defRPr>
            </a:pPr>
            <a:r>
              <a:t>기록할 것: 바꾼 값(단위) · 기대한 변화 · 실제 출력/화면 · 원래 값으로 되돌린 결과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내 프로젝트 체크포인트를 저장하고 다음 모듈로 넘긴다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Complete는 복구용 비교 기준이고, 다음 단계는 내가 직접 만든 workspace에서 계속합니다.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188720"/>
            <a:ext cx="11064240" cy="347472"/>
          </a:xfrm>
          <a:prstGeom prst="rect">
            <a:avLst/>
          </a:prstGeom>
          <a:solidFill>
            <a:srgbClr val="F4F7FB"/>
          </a:solidFill>
          <a:ln>
            <a:solidFill>
              <a:srgbClr val="F4F7F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36576" bIns="36576"/>
          <a:lstStyle/>
          <a:p>
            <a:pPr algn="l">
              <a:spcAft>
                <a:spcPts val="0"/>
              </a:spcAft>
              <a:defRPr sz="1300" b="1">
                <a:solidFill>
                  <a:srgbClr val="122C4E"/>
                </a:solidFill>
                <a:latin typeface="Noto Sans CJK KR"/>
              </a:defRPr>
            </a:pPr>
            <a:r>
              <a:t>현재 단계 체크포인트    |    현재 폴더 ~/ros2_curri/my_agv_ws    |    현재 터미널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5800" y="1737360"/>
            <a:ext cx="10972800" cy="3611880"/>
          </a:xfrm>
          <a:prstGeom prst="roundRect">
            <a:avLst/>
          </a:prstGeom>
          <a:solidFill>
            <a:srgbClr val="F4F7FB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96112" y="1993392"/>
            <a:ext cx="10332720" cy="2971800"/>
          </a:xfrm>
          <a:prstGeom prst="rect">
            <a:avLst/>
          </a:prstGeom>
          <a:noFill/>
        </p:spPr>
        <p:txBody>
          <a:bodyPr wrap="square" lIns="109728" rIns="109728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완료 화면: /counter와 /cmd_vel의 값·message type·연결 수를 terminal에서 확인한다.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막혔을 때 비교할 Complete: blocks/A_ros2_basics/M03_pubsub/complete/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정상 로그·캡처: logs/validation.log, screenshots/validation_terminal.png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버전 식별: CHECKSUM_or_TAG.txt의 SHA-256 manifest</a:t>
            </a:r>
          </a:p>
          <a:p>
            <a:pPr>
              <a:spcAft>
                <a:spcPts val="800"/>
              </a:spcAft>
              <a:defRPr sz="1800">
                <a:solidFill>
                  <a:srgbClr val="122C4E"/>
                </a:solidFill>
                <a:latin typeface="Noto Sans CJK KR"/>
              </a:defRPr>
            </a:pPr>
            <a:r>
              <a:t>• □ 다음 시작 조건: M04 TF2 frame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5596128"/>
            <a:ext cx="10515600" cy="33832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ctr">
              <a:spcAft>
                <a:spcPts val="0"/>
              </a:spcAft>
              <a:defRPr sz="1700" b="1">
                <a:solidFill>
                  <a:srgbClr val="2A8B5A"/>
                </a:solidFill>
                <a:latin typeface="Noto Sans CJK KR"/>
              </a:defRPr>
            </a:pPr>
            <a:r>
              <a:t>다음 모듈을 시작하기 전, 내 src의 변경사항을 저장하고 현재 완료 조건을 다시 확인합니다.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47472"/>
            <a:ext cx="10881360" cy="43891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3200" b="1">
                <a:solidFill>
                  <a:srgbClr val="122C4E"/>
                </a:solidFill>
                <a:latin typeface="Noto Sans CJK KR"/>
              </a:defRPr>
            </a:pPr>
            <a:r>
              <a:t>공식 참고 자료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03504" y="859536"/>
            <a:ext cx="10698480" cy="29260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0">
                <a:solidFill>
                  <a:srgbClr val="5C6672"/>
                </a:solidFill>
                <a:latin typeface="Noto Sans CJK KR"/>
              </a:defRPr>
            </a:pPr>
            <a:r>
              <a:t>본문 단계는 링크를 열지 않아도 완료할 수 있으며, 링크는 개념을 더 확인할 때만 사용합니다.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30352" y="6510528"/>
            <a:ext cx="777240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ROS 2 Jazzy · Gazebo Harmonic · M03 · 따라 하기형 AGV 실습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6510528"/>
            <a:ext cx="2468880" cy="20116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r">
              <a:spcAft>
                <a:spcPts val="0"/>
              </a:spcAft>
              <a:defRPr sz="1000" b="0">
                <a:solidFill>
                  <a:srgbClr val="5C6672"/>
                </a:solidFill>
                <a:latin typeface="Noto Sans CJK KR"/>
              </a:defRPr>
            </a:pPr>
            <a:r>
              <a:t>명령·파일 경로는 슬라이드에서 복사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1554480"/>
            <a:ext cx="10972800" cy="4526280"/>
          </a:xfrm>
          <a:prstGeom prst="roundRect">
            <a:avLst/>
          </a:prstGeom>
          <a:solidFill>
            <a:srgbClr val="F4F7FB"/>
          </a:solidFill>
          <a:ln>
            <a:solidFill>
              <a:srgbClr val="D7D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773936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Gazebo Simulation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2048255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https://docs.ros.org/en/jazzy/Tutorials/Advanced/Simulators/Gazebo/Simulation-Gazebo.html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2852928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URDF / robot_state_publisher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127248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https://docs.ros.org/en/jazzy/Tutorials/Intermediate/URDF/Using-URDF-with-Robot-State-Publisher-py.html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3931920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Gazebo — ROS 2 Integration / ros_gz_bridge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4206240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https://gazebosim.org/docs/latest/ros2_integration/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5010912"/>
            <a:ext cx="3840480" cy="256032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700" b="1">
                <a:solidFill>
                  <a:srgbClr val="122C4E"/>
                </a:solidFill>
                <a:latin typeface="Noto Sans CJK KR"/>
              </a:defRPr>
            </a:pPr>
            <a:r>
              <a:t>ROS 2 Jazzy — rosbag2 Recording and Playback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5285232"/>
            <a:ext cx="9966960" cy="475488"/>
          </a:xfrm>
          <a:prstGeom prst="rect">
            <a:avLst/>
          </a:prstGeom>
          <a:noFill/>
        </p:spPr>
        <p:txBody>
          <a:bodyPr wrap="square" lIns="73152" rIns="73152" tIns="36576" bIns="36576">
            <a:spAutoFit/>
          </a:bodyPr>
          <a:lstStyle/>
          <a:p>
            <a:pPr algn="l">
              <a:spcAft>
                <a:spcPts val="0"/>
              </a:spcAft>
              <a:defRPr sz="1000" b="0">
                <a:solidFill>
                  <a:srgbClr val="225B9B"/>
                </a:solidFill>
                <a:latin typeface="DejaVu Sans Mono"/>
              </a:defRPr>
            </a:pPr>
            <a:r>
              <a:t>https://docs.ros.org/en/jazzy/Tutorials/Beginner-CLI-Tools/Recording-And-Playing-Back-Data/Recording-And-Playing-Back-Data.html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