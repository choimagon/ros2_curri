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timer·publisher·subscriber를 작성해 counter와 Twist를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이전=M02 agv_control 패키지, 다음=M04 TF2 frame을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timer·publisher·subscriber를 작성해 counter와 Twist를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~/ros2_curri/my_agv_ws/src/agv_control/agv_control/counter_publisher.py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1/3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2/3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3/3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~/ros2_curri/my_agv_ws/src/agv_control/agv_control/counter_monitor.py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~/ros2_curri/my_agv_ws/src/agv_control/agv_control/counter_monitor.py의 1/2 구현 블록을 직접 입력한다.</a:t>
            </a:r>
          </a:p>
          <a:p>
            <a:r>
              <a:t>[실행] nano ~/ros2_curri/my_agv_ws/src/agv_control/agv_control/counter_monitor.py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~/ros2_curri/my_agv_ws/src/agv_control/agv_control/counter_monitor.py의 2/2 구현 블록을 직접 입력한다.</a:t>
            </a:r>
          </a:p>
          <a:p>
            <a:r>
              <a:t>[실행] nano ~/ros2_curri/my_agv_ws/src/agv_control/agv_control/counter_monitor.py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~/ros2_curri/my_agv_ws/src/agv_control/agv_control/cmd_test_node.py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1/3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2/3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3/3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~/ros2_curri/my_agv_ws/src/agv_control/agv_control/velocity_monitor.py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1/3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2/3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3/3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~/ros2_curri/my_agv_ws/src/agv_control</a:t>
            </a:r>
          </a:p>
          <a:p>
            <a:r>
              <a:t>nano ~/ros2_curri/my_agv_ws/src/agv_control/setup.py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~/ros2_curri/my_agv_ws/src/agv_control/setup.py의 1/1 구현 블록을 직접 입력한다.</a:t>
            </a:r>
          </a:p>
          <a:p>
            <a:r>
              <a:t>[실행] nano ~/ros2_curri/my_agv_ws/src/agv_control/setup.py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ros2 run은 setup.py에 등록된 실행 이름을 사용한다.</a:t>
            </a:r>
          </a:p>
          <a:p>
            <a:r>
              <a:t>[실행] cd ~/ros2_curri/my_agv_ws</a:t>
            </a:r>
          </a:p>
          <a:p>
            <a:r>
              <a:t>colcon build --symlink-install --packages-select agv_control</a:t>
            </a:r>
          </a:p>
          <a:p>
            <a:r>
              <a:t>source install/setup.bash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publisher 출력과 monitor 수신을 분리해 확인한다.</a:t>
            </a:r>
          </a:p>
          <a:p>
            <a:r>
              <a:t>[실행] # 터미널 1</a:t>
            </a:r>
          </a:p>
          <a:p>
            <a:r>
              <a:t>ros2 run agv_control counter_publisher</a:t>
            </a:r>
          </a:p>
          <a:p>
            <a:r>
              <a:t># 터미널 2</a:t>
            </a:r>
          </a:p>
          <a:p>
            <a:r>
              <a:t>ros2 run agv_control counter_monitor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run agv_control counter_publisher</a:t>
            </a:r>
          </a:p>
          <a:p>
            <a:r>
              <a:t># 새 터미널: ros2 run agv_control counter_monitor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/counter</a:t>
            </a:r>
          </a:p>
          <a:p>
            <a:r>
              <a:t>ros2 topic echo /counter --once</a:t>
            </a:r>
          </a:p>
          <a:p>
            <a:r>
              <a:t>ros2 interface show geometry_msgs/msg/Twist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blocks/A_ros2_basics/M03_pubsub/complete/agv_ws/src || true</a:t>
            </a:r>
          </a:p>
          <a:p>
            <a:r>
              <a:t>cp -a my_agv_ws/src my_agv_ws/src_before_M03</a:t>
            </a:r>
          </a:p>
          <a:p>
            <a:r>
              <a:t>cp -a blocks/A_ros2_basics/M03_pubsub/complete/agv_ws/src/.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M04 TF2 frame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M03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Publisher / Subscriber 직접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/counter와 /cmd_vel의 값·message type·연결 수를 terminal에서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M02 agv_control 패키지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M03</a:t>
            </a:r>
            <a:br/>
            <a:r>
              <a:t>Publisher / Subscriber 직접 작성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M04 TF2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M02의 agv_control ament_python 패키지가 source 후 인식되는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M02 agv_control 패키지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Python timer·publisher·subscriber를 작성해 counter와 Twist를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/counter와 /cmd_vel의 값·message type·연결 수를 terminal에서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M02 agv_control 패키지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timer·publisher·subscriber를 작성해 counter와 Twist를 관찰한다.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/counter와 /cmd_vel의 값·message type·연결 수를 terminal에서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5개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timer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publisher</a:t>
            </a:r>
            <a:br/>
            <a:r>
              <a:t>/counter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subscriber</a:t>
            </a:r>
            <a:br/>
            <a:r>
              <a:t>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agv_control/agv_control/counter_publisher.py</a:t>
            </a:r>
            <a:br/>
            <a:r>
              <a:t>└── agv_control/agv_control/counter_monitor.py</a:t>
            </a:r>
            <a:br/>
            <a:r>
              <a:t>└── agv_control/agv_control/cmd_test_node.py</a:t>
            </a:r>
            <a:br/>
            <a:r>
              <a:t>└── agv_control/agv_control/velocity_monitor.py</a:t>
            </a:r>
            <a:br/>
            <a:r>
              <a:t>└── agv_control/setup.py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~/ros2_curri/my_agv_ws/src/agv_control/agv_control/counter_publisher.py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~/ros2_curri/my_agv_ws/src/agv_control/agv_control/counter_monitor.py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~/ros2_curri/my_agv_ws/src/agv_control/agv_control/cmd_test_node.py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~/ros2_curri/my_agv_ws/src/agv_control/agv_control/velocity_monitor.py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~/ros2_curri/my_agv_ws/src/agv_control/agv_control/counter_publisher.py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~/ros2_curri/my_agv_ws/src/agv_control/agv_control</a:t>
            </a:r>
            <a:br/>
            <a:r>
              <a:t>nano ~/ros2_curri/my_agv_ws/src/agv_control/agv_control/counter_publisher.py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~/ros2_curri/my_agv_ws/src/agv_control/agv_control/counter_publisher.py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std_msgs.msg import Int32</a:t>
            </a:r>
            <a:br/>
            <a:br/>
            <a:r>
              <a:t>class CounterPublisher(Node):</a:t>
            </a:r>
            <a:br/>
            <a:br/>
            <a:r>
              <a:t>    def __init__(self):</a:t>
            </a:r>
            <a:br/>
            <a:r>
              <a:t>        super().__init__('counter_publisher')</a:t>
            </a:r>
            <a:br/>
            <a:r>
              <a:t>        self.publisher = self.create_publisher(Int32, '/counter', 10)</a:t>
            </a:r>
            <a:br/>
            <a:r>
              <a:t>        self.value = 0</a:t>
            </a:r>
            <a:br/>
            <a:r>
              <a:t>        self.create_timer(1.0, self.publish_counter)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~/ros2_curri/my_agv_ws/src/agv_control/agv_control/counter_publisher.py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publish_counter(self):</a:t>
            </a:r>
            <a:br/>
            <a:r>
              <a:t>        message = Int32(data=self.value)</a:t>
            </a:r>
            <a:br/>
            <a:r>
              <a:t>        self.publisher.publish(message)</a:t>
            </a:r>
            <a:br/>
            <a:r>
              <a:t>        self.get_logger().info(f'/counter: {message.data}')</a:t>
            </a:r>
            <a:br/>
            <a:r>
              <a:t>        self.value += 1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CounterPublisher()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~/ros2_curri/my_agv_ws/src/agv_control/agv_control/counter_publisher.py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~/ros2_curri/my_agv_ws/src/agv_control/agv_control/counter_monitor.py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~/ros2_curri/my_agv_ws/src/agv_control/agv_control</a:t>
            </a:r>
            <a:br/>
            <a:r>
              <a:t>nano ~/ros2_curri/my_agv_ws/src/agv_control/agv_control/counter_monitor.py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~/ros2_curri/my_agv_ws/src/agv_control/agv_control/counter_monitor.py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2/5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~/ros2_curri/my_agv_ws/src/agv_control/agv_control/counter_monitor.py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std_msgs.msg import Int32</a:t>
            </a:r>
            <a:br/>
            <a:br/>
            <a:r>
              <a:t>class CounterMonitor(Node):</a:t>
            </a:r>
            <a:br/>
            <a:br/>
            <a:r>
              <a:t>    def __init__(self):</a:t>
            </a:r>
            <a:br/>
            <a:r>
              <a:t>        super().__init__('counter_monitor')</a:t>
            </a:r>
            <a:br/>
            <a:r>
              <a:t>        self.create_subscription(Int32, '/counter', self.callback, 10)</a:t>
            </a:r>
            <a:br/>
            <a:br/>
            <a:r>
              <a:t>    def callback(self, message):</a:t>
            </a:r>
            <a:br/>
            <a:r>
              <a:t>        self.get_logger().info(f'received /counter: {message.data}')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~/ros2_curri/my_agv_ws/src/agv_control/agv_control/counter_monitor.py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2/5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~/ros2_curri/my_agv_ws/src/agv_control/agv_control/counter_monitor.py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def main():</a:t>
            </a:r>
            <a:br/>
            <a:r>
              <a:t>    rclpy.init()</a:t>
            </a:r>
            <a:br/>
            <a:r>
              <a:t>    node = CounterMonitor()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~/ros2_curri/my_agv_ws/src/agv_control/agv_control/cmd_test_node.py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~/ros2_curri/my_agv_ws/src/agv_control/agv_control</a:t>
            </a:r>
            <a:br/>
            <a:r>
              <a:t>nano ~/ros2_curri/my_agv_ws/src/agv_control/agv_control/cmd_test_node.py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~/ros2_curri/my_agv_ws/src/agv_control/agv_control/cmd_test_node.py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br/>
            <a:r>
              <a:t>class CmdTestNode(Node):</a:t>
            </a:r>
            <a:br/>
            <a:br/>
            <a:r>
              <a:t>    def __init__(self):</a:t>
            </a:r>
            <a:br/>
            <a:r>
              <a:t>        super().__init__('cmd_test_node')</a:t>
            </a:r>
            <a:br/>
            <a:r>
              <a:t>        self.declare_parameter('linear_speed', 0.15)</a:t>
            </a:r>
            <a:br/>
            <a:r>
              <a:t>        self.declare_parameter('angular_speed', 0.0)</a:t>
            </a:r>
            <a:br/>
            <a:r>
              <a:t>        self.publisher = self.create_publisher(Twist, '/cmd_vel', 10)</a:t>
            </a:r>
            <a:br/>
            <a:r>
              <a:t>        self.remaining =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~/ros2_curri/my_agv_ws/src/agv_control/agv_control/cmd_test_node.py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self.create_timer(0.1, self.publish_once)</a:t>
            </a:r>
            <a:br/>
            <a:br/>
            <a:r>
              <a:t>    def publish_once(self):</a:t>
            </a:r>
            <a:br/>
            <a:r>
              <a:t>        command = Twist()</a:t>
            </a:r>
            <a:br/>
            <a:r>
              <a:t>        if self.remaining &gt; 0:</a:t>
            </a:r>
            <a:br/>
            <a:r>
              <a:t>            command.linear.x = self.get_parameter('linear_speed').value</a:t>
            </a:r>
            <a:br/>
            <a:r>
              <a:t>            command.angular.z = self.get_parameter('angular_speed').value</a:t>
            </a:r>
            <a:br/>
            <a:r>
              <a:t>            self.remaining -= 1</a:t>
            </a:r>
            <a:br/>
            <a:r>
              <a:t>        self.publisher.publish(command)</a:t>
            </a:r>
            <a:br/>
            <a:r>
              <a:t>        if self.remaining == 0:</a:t>
            </a:r>
            <a:br/>
            <a:r>
              <a:t>            self.get_logger().info('test command finished; publishing zero Twist')</a:t>
            </a:r>
            <a:br/>
            <a:r>
              <a:t>            self.remaining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~/ros2_curri/my_agv_ws/src/agv_control/agv_control/cmd_test_node.py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def main():</a:t>
            </a:r>
            <a:br/>
            <a:r>
              <a:t>    rclpy.init()</a:t>
            </a:r>
            <a:br/>
            <a:r>
              <a:t>    node = CmdTestNode()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~/ros2_curri/my_agv_ws/src/agv_control/agv_control/velocity_monitor.py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~/ros2_curri/my_agv_ws/src/agv_control/agv_control</a:t>
            </a:r>
            <a:br/>
            <a:r>
              <a:t>nano ~/ros2_curri/my_agv_ws/src/agv_control/agv_control/velocity_monitor.py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~/ros2_curri/my_agv_ws/src/agv_control/agv_control/velocity_monitor.py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br/>
            <a:r>
              <a:t>class VelocityMonitor(Node):</a:t>
            </a:r>
            <a:br/>
            <a:br/>
            <a:r>
              <a:t>    def __init__(self):</a:t>
            </a:r>
            <a:br/>
            <a:r>
              <a:t>        super().__init__('velocity_monitor')</a:t>
            </a:r>
            <a:br/>
            <a:r>
              <a:t>        self.create_subscription(Twist, '/cmd_vel', self.callback, 10)</a:t>
            </a:r>
            <a:br/>
            <a:br/>
            <a:r>
              <a:t>    def callback(self, message):</a:t>
            </a:r>
            <a:br/>
            <a:r>
              <a:t>        self.get_logger().info('cmd_vel linear.x=%.3f angular.z=%.3f' % (message.linear.x,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~/ros2_curri/my_agv_ws/src/agv_control/agv_control/velocity_monitor.py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message.angular.z))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VelocityMonitor()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~/ros2_curri/my_agv_ws/src/agv_control/agv_control/velocity_monitor.py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</a:t>
            </a:r>
            <a:br/>
            <a:r>
              <a:t>nano ~/ros2_curri/my_agv_ws/src/agv_control/setup.py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5/5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'agv_control'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['package.xml']),</a:t>
            </a:r>
            <a:br/>
            <a:r>
              <a:t>    ('share/' + package_name + '/config', ['config/controllers.yaml'])],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['counter_publisher = agv_control.counter_publisher:main',</a:t>
            </a:r>
            <a:br/>
            <a:r>
              <a:t>     'counter_monitor = agv_control.counter_monitor:main', 'cmd_test_node = agv_control.cmd_test_node:main',</a:t>
            </a:r>
            <a:br/>
            <a:r>
              <a:t>     'velocity_monitor = agv_control.velocity_monitor:main', 'safety_controller = agv_control.safety_controller:main',</a:t>
            </a:r>
            <a:br/>
            <a:r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console_scripts를 등록한다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ros2 run은 setup.py에 등록된 실행 이름을 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</a:t>
            </a:r>
            <a:br/>
            <a:r>
              <a:t>colcon build --symlink-install --packages-select agv_control</a:t>
            </a:r>
            <a:br/>
            <a:r>
              <a:t>source install/setup.bash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counter 두 노드를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publisher 출력과 monitor 수신을 분리해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# 터미널 1</a:t>
            </a:r>
            <a:br/>
            <a:r>
              <a:t>ros2 run agv_control counter_publisher</a:t>
            </a:r>
            <a:br/>
            <a:r>
              <a:t># 터미널 2</a:t>
            </a:r>
            <a:br/>
            <a:r>
              <a:t>ros2 run agv_control counter_monitor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 &amp;&amp; source install/setup.bash</a:t>
            </a:r>
            <a:br/>
            <a:r>
              <a:t>ros2 run agv_control counter_publisher</a:t>
            </a:r>
            <a:br/>
            <a:r>
              <a:t># 새 터미널: ros2 run agv_control counter_monitor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/counter</a:t>
            </a:r>
            <a:br/>
            <a:r>
              <a:t>ros2 topic echo /counter --once</a:t>
            </a:r>
            <a:br/>
            <a:r>
              <a:t>ros2 interface show geometry_msgs/msg/Twist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No executable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setup.py entry_points·재빌드·source 순서로 확인한다.</a:t>
            </a:r>
            <a:br/>
            <a:r>
              <a:t>수정 후: ros2 topic info /counter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callback이 오지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토픽 이름과 message type이 양쪽에서 같은지 확인한다.</a:t>
            </a:r>
            <a:br/>
            <a:r>
              <a:t>수정 후: ros2 topic info /counter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blocks/A_ros2_basics/M03_pubsub/complete/agv_ws/src || true</a:t>
            </a:r>
            <a:br/>
            <a:r>
              <a:t>cp -a my_agv_ws/src my_agv_ws/src_before_M03</a:t>
            </a:r>
            <a:br/>
            <a:r>
              <a:t>cp -a blocks/A_ros2_basics/M03_pubsub/complete/agv_ws/src/.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cmd_test_node의 linear.x와 angular.z를 각각 바꾸고 velocity_monitor 출력을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/counter와 /cmd_vel의 값·message type·연결 수를 terminal에서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blocks/A_ros2_basics/M03_pubsub/complete/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M04 TF2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