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~/ros2_curri/my_agv_ws/src/agv_control/agv_control/counter_publisher.py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1/3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2/3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3/3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1/2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2/2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~/ros2_curri/my_agv_ws/src/agv_control/agv_control/velocity_monitor.py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1/3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2/3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3/3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blocks/A_ros2_basics/M03_pubsub/complete/agv_ws/src || true</a:t>
            </a:r>
          </a:p>
          <a:p>
            <a:r>
              <a:t>cp -a my_agv_ws/src my_agv_ws/src_before_M03</a:t>
            </a:r>
          </a:p>
          <a:p>
            <a:r>
              <a:t>cp -a blocks/A_ros2_basics/M03_pubsub/complete/agv_ws/src/.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  <a:br/>
            <a:r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publisher</a:t>
            </a:r>
            <a:br/>
            <a:r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subscriber</a:t>
            </a:r>
            <a:br/>
            <a:r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agv_control/agv_control/counter_publisher.py</a:t>
            </a:r>
            <a:br/>
            <a:r>
              <a:t>└── agv_control/agv_control/counter_monitor.py</a:t>
            </a:r>
            <a:br/>
            <a:r>
              <a:t>└── agv_control/agv_control/cmd_test_node.py</a:t>
            </a:r>
            <a:br/>
            <a:r>
              <a:t>└── agv_control/agv_control/velocity_monitor.py</a:t>
            </a:r>
            <a:br/>
            <a:r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~/ros2_curri/my_agv_ws/src/agv_control/agv_control/counter_publisher.py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CounterPublisher(Node):</a:t>
            </a:r>
            <a:br/>
            <a:br/>
            <a:r>
              <a:t>    def __init__(self):</a:t>
            </a:r>
            <a:br/>
            <a:r>
              <a:t>        super().__init__('counter_publisher')</a:t>
            </a:r>
            <a:br/>
            <a:r>
              <a:t>        self.publisher = self.create_publisher(Int32, '/counter', 10)</a:t>
            </a:r>
            <a:br/>
            <a:r>
              <a:t>        self.value = 0</a:t>
            </a:r>
            <a:br/>
            <a:r>
              <a:t>        self.create_timer(1.0, self.publish_counter)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publish_counter(self):</a:t>
            </a:r>
            <a:br/>
            <a:r>
              <a:t>        message = Int32(data=self.value)</a:t>
            </a:r>
            <a:br/>
            <a:r>
              <a:t>        self.publisher.publish(message)</a:t>
            </a:r>
            <a:br/>
            <a:r>
              <a:t>        self.get_logger().info(f'/counter: {message.data}')</a:t>
            </a:r>
            <a:br/>
            <a:r>
              <a:t>        self.value += 1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CounterPublisher()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~/ros2_curri/my_agv_ws/src/agv_control/agv_control/counter_monitor.py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CounterMonitor(Node):</a:t>
            </a:r>
            <a:br/>
            <a:br/>
            <a:r>
              <a:t>    def __init__(self):</a:t>
            </a:r>
            <a:br/>
            <a:r>
              <a:t>        super().__init__('counter_monitor')</a:t>
            </a:r>
            <a:br/>
            <a:r>
              <a:t>        self.create_subscription(Int32, '/counter', self.callback, 10)</a:t>
            </a:r>
            <a:br/>
            <a:br/>
            <a:r>
              <a:t>    def callback(self, message):</a:t>
            </a:r>
            <a:br/>
            <a:r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CounterMonitor()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~/ros2_curri/my_agv_ws/src/agv_control/agv_control/velocity_monitor.py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VelocityMonitor(Node):</a:t>
            </a:r>
            <a:br/>
            <a:br/>
            <a:r>
              <a:t>    def __init__(self):</a:t>
            </a:r>
            <a:br/>
            <a:r>
              <a:t>        super().__init__('velocity_monitor')</a:t>
            </a:r>
            <a:br/>
            <a:r>
              <a:t>        self.create_subscription(Twist, '/cmd_vel', self.callback, 10)</a:t>
            </a:r>
            <a:br/>
            <a:br/>
            <a:r>
              <a:t>    def callback(self, message):</a:t>
            </a:r>
            <a:br/>
            <a:r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message.angular.z))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VelocityMonitor()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 --packages-select agv_control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agv_control counter_publisher</a:t>
            </a:r>
            <a:br/>
            <a:r>
              <a:t># 터미널 2</a:t>
            </a:r>
            <a:br/>
            <a:r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  <a:br/>
            <a:r>
              <a:t>ros2 run agv_control counter_publisher</a:t>
            </a:r>
            <a:br/>
            <a:r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/counter</a:t>
            </a:r>
            <a:br/>
            <a:r>
              <a:t>ros2 topic echo /counter --once</a:t>
            </a:r>
            <a:br/>
            <a:r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setup.py entry_points·재빌드·source 순서로 확인한다.</a:t>
            </a:r>
            <a:br/>
            <a:r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토픽 이름과 message type이 양쪽에서 같은지 확인한다.</a:t>
            </a:r>
            <a:br/>
            <a:r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blocks/A_ros2_basics/M03_pubsub/complete/agv_ws/src || true</a:t>
            </a:r>
            <a:br/>
            <a:r>
              <a:t>cp -a my_agv_ws/src my_agv_ws/src_before_M03</a:t>
            </a:r>
            <a:br/>
            <a:r>
              <a:t>cp -a blocks/A_ros2_basics/M03_pubsub/complete/agv_ws/src/.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