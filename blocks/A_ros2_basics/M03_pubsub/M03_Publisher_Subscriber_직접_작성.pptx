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1/3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2/3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~/ros2_curri/agv_ws/src/agv_control/agv_control/counter_publisher.py의 전체 파일을 3/3 구간으로 작성한다.</a:t>
            </a:r>
          </a:p>
          <a:p>
            <a:r>
              <a:t>[실행] nano ~/ros2_curri/agv_ws/src/agv_control/agv_control/counter_publisher.py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1/2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~/ros2_curri/agv_ws/src/agv_control/agv_control/counter_monitor.py의 전체 파일을 2/2 구간으로 작성한다.</a:t>
            </a:r>
          </a:p>
          <a:p>
            <a:r>
              <a:t>[실행] nano ~/ros2_curri/agv_ws/src/agv_control/agv_control/counter_monitor.py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1/3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2/3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~/ros2_curri/agv_ws/src/agv_control/agv_control/cmd_test_node.py의 전체 파일을 3/3 구간으로 작성한다.</a:t>
            </a:r>
          </a:p>
          <a:p>
            <a:r>
              <a:t>[실행] nano ~/ros2_curri/agv_ws/src/agv_control/agv_control/cmd_test_node.py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1/3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2/3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~/ros2_curri/agv_ws/src/agv_control/agv_control/velocity_monitor.py의 전체 파일을 3/3 구간으로 작성한다.</a:t>
            </a:r>
          </a:p>
          <a:p>
            <a:r>
              <a:t>[실행] nano ~/ros2_curri/agv_ws/src/agv_control/agv_control/velocity_monitor.py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~/ros2_curri/agv_ws/src/agv_control/agv_control/counter_publisher.py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~/ros2_curri/agv_ws/src/agv_control/agv_control/counter_monitor.py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~/ros2_curri/agv_ws/src/agv_control/agv_control/cmd_test_node.py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~/ros2_curri/agv_ws/src/agv_control/agv_control/velocity_monitor.py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</a:t>
            </a:r>
            <a:br/>
            <a:r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