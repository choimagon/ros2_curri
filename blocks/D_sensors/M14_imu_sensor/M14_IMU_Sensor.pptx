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blocks/D_sensors/M14_imu_sensor/complete/agv_ws/src || true</a:t>
            </a:r>
          </a:p>
          <a:p>
            <a:r>
              <a:t>cp -a my_agv_ws/src my_agv_ws/src_before_M14</a:t>
            </a:r>
          </a:p>
          <a:p>
            <a:r>
              <a:t>cp -a blocks/D_sensors/M14_imu_sensor/complete/agv_ws/src/.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/imu/data의 frame·필드와 publish rate  |  나중에 확인할 것: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agv_gazebo/worlds/warehouse.sdf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  <a:br/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self.get_logger().info('gyro z=%.3f rad/s, acceleration</a:t>
            </a:r>
            <a:br/>
            <a:r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  <a:br/>
            <a:r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  <a:br/>
            <a:r>
              <a:t>ros2 topic hz /imu/data</a:t>
            </a:r>
            <a:br/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blocks/D_sensors/M14_imu_sensor/complete/agv_ws/src || true</a:t>
            </a:r>
            <a:br/>
            <a:r>
              <a:t>cp -a my_agv_ws/src my_agv_ws/src_before_M14</a:t>
            </a:r>
            <a:br/>
            <a:r>
              <a:t>cp -a blocks/D_sensors/M14_imu_sensor/complete/agv_ws/src/.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M14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