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angular_velocity·linear_acceleration·frame_id를 AGV 회전과 가속의 좌표축으로 해석한다.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/imu/data의 z축 gyro 값과 noise 설정을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이전=M13 /scan, 다음=M15 운영/QoS을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angular_velocity·linear_acceleration·frame_id를 AGV 회전과 가속의 좌표축으로 해석한다.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/imu/data의 z축 gyro 값과 noise 설정을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/imu/data의 z축 gyro 값과 noise 설정을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agv/base_link/imu frame과 angular_velocity·linear_acceleration 필드, average rate를 찾습니다.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IMU는 로봇 base에 붙은 좌표계에서 회전과 가속을 계속 발행하는 센서입니다.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terminal의 agv/base_link/imu frame과 publish rate를 보고 제자리 회전 시 z축을 비교합니다.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구동·카메라·LiDAR·IMU를 포함해 Gazebo가 시뮬레이션할 완성 AGV</a:t>
            </a:r>
          </a:p>
          <a:p>
            <a:r>
              <a:t>[실행] mkdir -p ~/ros2_curri/my_agv_ws/src/agv_gazebo/models/agv</a:t>
            </a:r>
          </a:p>
          <a:p>
            <a:r>
              <a:t>nano ~/ros2_curri/my_agv_ws/src/agv_gazebo/models/agv/model.sdf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5/24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6/24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7/24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8/24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9/24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10/24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15/24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16/24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17/24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18/24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19/24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20/24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센서·물리 system plugin과 warehouse 환경을 함께 여는 Gazebo World</a:t>
            </a:r>
          </a:p>
          <a:p>
            <a:r>
              <a:t>[실행] mkdir -p ~/ros2_curri/my_agv_ws/src/agv_gazebo/worlds</a:t>
            </a:r>
          </a:p>
          <a:p>
            <a:r>
              <a:t>nano ~/ros2_curri/my_agv_ws/src/agv_gazebo/worlds/warehouse.sdf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2/11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3/11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4/11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5/11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6/11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7/11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8/11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9/11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10/11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11/11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Transport 메시지와 ROS 2 topic을 방향별로 연결하는 번역표</a:t>
            </a:r>
          </a:p>
          <a:p>
            <a:r>
              <a:t>[실행] mkdir -p ~/ros2_curri/my_agv_ws/src/agv_gazebo/config</a:t>
            </a:r>
          </a:p>
          <a:p>
            <a:r>
              <a:t>nano ~/ros2_curri/my_agv_ws/src/agv_gazebo/config/bridge.yaml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1/3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2/3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3/3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IMU frame·각속도·가속도를 단위와 함께 출력하는 진단 노드</a:t>
            </a:r>
          </a:p>
          <a:p>
            <a:r>
              <a:t>[실행] mkdir -p ~/ros2_curri/my_agv_ws/src/agv_sensors/agv_sensors</a:t>
            </a:r>
          </a:p>
          <a:p>
            <a:r>
              <a:t>nano ~/ros2_curri/my_agv_ws/src/agv_sensors/agv_sensors/imu_monitor.py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~/ros2_curri/my_agv_ws/src/agv_sensors/agv_sensors/imu_monitor.py의 1/3 구현 블록을 직접 입력한다.</a:t>
            </a:r>
          </a:p>
          <a:p>
            <a:r>
              <a:t>[실행] nano ~/ros2_curri/my_agv_ws/src/agv_sensors/agv_sensors/imu_monitor.py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~/ros2_curri/my_agv_ws/src/agv_sensors/agv_sensors/imu_monitor.py의 2/3 구현 블록을 직접 입력한다.</a:t>
            </a:r>
          </a:p>
          <a:p>
            <a:r>
              <a:t>[실행] nano ~/ros2_curri/my_agv_ws/src/agv_sensors/agv_sensors/imu_monitor.py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~/ros2_curri/my_agv_ws/src/agv_sensors/agv_sensors/imu_monitor.py의 3/3 구현 블록을 직접 입력한다.</a:t>
            </a:r>
          </a:p>
          <a:p>
            <a:r>
              <a:t>[실행] nano ~/ros2_curri/my_agv_ws/src/agv_sensors/agv_sensors/imu_monitor.py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z축 angular velocity는 제자리 회전에서 가장 먼저 변화를 보인다.</a:t>
            </a:r>
          </a:p>
          <a:p>
            <a:r>
              <a:t>[실행] ros2 interface show sensor_msgs/msg/Imu</a:t>
            </a:r>
          </a:p>
          <a:p>
            <a:r>
              <a:t>ros2 topic echo /imu/data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출력에 단위와 frame을 함께 남기면 축 오류를 찾기 쉽다.</a:t>
            </a:r>
          </a:p>
          <a:p>
            <a:r>
              <a:t>[실행] source ~/ros2_curri/my_agv_ws/install/setup.bash</a:t>
            </a:r>
          </a:p>
          <a:p>
            <a:r>
              <a:t>ros2 run agv_sensors imu_monitor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ros2 launch agv_bringup agv_sim.launch.py rviz:=false</a:t>
            </a:r>
          </a:p>
          <a:p>
            <a:r>
              <a:t># 새 터미널: ros2 run agv_sensors imu_monitor</a:t>
            </a:r>
          </a:p>
          <a:p>
            <a:r>
              <a:t>[확인] /imu/data의 z축 gyro 값과 noise 설정을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/imu/data</a:t>
            </a:r>
          </a:p>
          <a:p>
            <a:r>
              <a:t>ros2 topic hz /imu/data</a:t>
            </a:r>
          </a:p>
          <a:p>
            <a:r>
              <a:t>ros2 topic echo /imu/data --once</a:t>
            </a:r>
          </a:p>
          <a:p>
            <a:r>
              <a:t>[확인] /imu/data의 z축 gyro 값과 noise 설정을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blocks/D_sensors/M14_imu_sensor/complete/agv_ws/src || true</a:t>
            </a:r>
          </a:p>
          <a:p>
            <a:r>
              <a:t>cp -a my_agv_ws/src my_agv_ws/src_before_M14</a:t>
            </a:r>
          </a:p>
          <a:p>
            <a:r>
              <a:t>cp -a blocks/D_sensors/M14_imu_sensor/complete/agv_ws/src/.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M15 운영/QoS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M14 · Block D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IMU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/imu/data의 z축 gyro 값과 noise 설정을 terminal에서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M13 /scan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M14</a:t>
            </a:r>
            <a:br/>
            <a:r>
              <a:t>IMU Sensor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M15 운영/QoS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/imu/data의 z축 gyro 값과 noise 설정을 terminal에서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IMU sensor가 base_link에 장착되어 있고 M09 주행이 가능한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M13 /scan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angular_velocity·linear_acceleration·frame_id를 AGV 회전과 가속의 좌표축으로 해석한다.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/imu/data의 z축 gyro 값과 noise 설정을 terminal에서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M13 /scan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angular_velocity·linear_acceleration·frame_id를 AGV 회전과 가속의 좌표축으로 해석한다.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/imu/data의 z축 gyro 값과 noise 설정을 terminal에서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이번 모듈에서는 4개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6_imu_terminal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90" y="1389888"/>
            <a:ext cx="64205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t>목표 화면: 실제 GNOME Terminal: /imu/data의 frame·필드와 publish rate  |  나중에 확인할 것: agv/base_link/imu frame과 angular_velocity·linear_acceleration 필드, average rate를 찾습니다.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Gazebo IMU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bridge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/imu/data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imu_monitor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~/ros2_curri/my_agv_ws/src/</a:t>
            </a:r>
            <a:br/>
            <a:r>
              <a:t>└── agv_gazebo/models/agv/model.sdf</a:t>
            </a:r>
            <a:br/>
            <a:r>
              <a:t>└── agv_gazebo/worlds/warehouse.sdf</a:t>
            </a:r>
            <a:br/>
            <a:r>
              <a:t>└── agv_gazebo/config/bridge.yaml</a:t>
            </a:r>
            <a:br/>
            <a:r>
              <a:t>└── agv_sensors/agv_sensors/imu_monitor.py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~/ros2_curri/my_agv_ws/src/agv_gazebo/models/agv/model.sdf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구동·카메라·LiDAR·IMU를 포함해 Gazebo가 시뮬레이션할 완성 AGV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link/joint 다음에 sensor와 DiffDrive plugin을 찾고, topic 이름을 bridge와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Gazebo launch 뒤 각 ROS topic을 확인한다.</a:t>
            </a:r>
            <a:br/>
            <a:r>
              <a:t>화면/출력: Gazebo의 AGV, /camera/image_raw, /scan, /imu/data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~/ros2_curri/my_agv_ws/src/agv_gazebo/worlds/warehouse.sdf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센서·물리 system plugin과 warehouse 환경을 함께 여는 Gazebo World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Physics/Sensors/Imu plugin → 환경 → include AGV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World를 다시 열면 Imu system이 /imu/data의 원천을 생성한다.</a:t>
            </a:r>
            <a:br/>
            <a:r>
              <a:t>화면/출력: Gazebo World와 IMU terminal의 frame_id·publish 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~/ros2_curri/my_agv_ws/src/agv_gazebo/config/bridge.yaml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Gazebo Transport 메시지와 ROS 2 topic을 방향별로 연결하는 번역표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한 항목에서 ros_topic_name → type → direction을 세 줄씩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parameter_bridge가 이 YAML을 읽도록 launch한다.</a:t>
            </a:r>
            <a:br/>
            <a:r>
              <a:t>화면/출력: ros2 topic info에서 보이는 type과 publisher 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~/ros2_curri/my_agv_ws/src/agv_sensors/agv_sensors/imu_monitor.py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IMU frame·각속도·가속도를 단위와 함께 출력하는 진단 노드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message header → angular_velocity → linear_acceleration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제자리 회전 명령과 함께 실행해 z축 부호를 비교한다.</a:t>
            </a:r>
            <a:br/>
            <a:r>
              <a:t>화면/출력: IMU terminal의 frame_id와 publish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IMU는 로봇 base에 붙은 좌표계에서 회전과 가속을 계속 발행하는 센서입니다.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&lt;sensor name="imu"&gt;, update_rate, Imu system plugin, angular_velocity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World의 gz-sim-imu-system이 없으면 sensor 태그가 있어도 실제 메시지가 나오지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terminal의 agv/base_link/imu frame과 publish rate를 보고 제자리 회전 시 z축을 비교합니다.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~/ros2_curri/my_agv_ws/src/agv_gazebo/models/agv/model.sdf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구동·카메라·LiDAR·IMU를 포함해 Gazebo가 시뮬레이션할 완성 AGV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~/ros2_curri/my_agv_ws/src/agv_gazebo/models/agv</a:t>
            </a:r>
            <a:br/>
            <a:r>
              <a:t>nano ~/ros2_curri/my_agv_ws/src/agv_gazebo/models/agv/model.sdf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Gazebo의 AGV, /camera/image_raw, /scan, /imu/data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파일의 root와 첫 model/link를 입력합니다. 태그 여닫는 순서를 그대로 유지합니다.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&lt;sdf version="1.10"&gt;</a:t>
            </a:r>
            <a:br/>
            <a:r>
              <a:t>  </a:t>
            </a:r>
            <a:br/>
            <a:r>
              <a:t>  </a:t>
            </a:r>
            <a:br/>
            <a:r>
              <a:t>  &lt;model name="agv"&gt;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name="base_link"&gt;</a:t>
            </a:r>
            <a:br/>
            <a:r>
              <a:t>      </a:t>
            </a:r>
            <a:br/>
            <a:r>
              <a:t>      </a:t>
            </a:r>
            <a:br/>
            <a:r>
              <a:t>      &lt;pose&gt;0 0 0.16 0 0 0&lt;/pose&gt;</a:t>
            </a:r>
            <a:br/>
            <a: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</a:t>
            </a:r>
            <a:br/>
            <a:r>
              <a:t>      &lt;inertial&gt;</a:t>
            </a:r>
            <a:br/>
            <a:r>
              <a:t>        &lt;mass&gt;12.0&lt;/mass&gt;</a:t>
            </a:r>
            <a:br/>
            <a:r>
              <a:t>        &lt;inertia&gt;</a:t>
            </a:r>
            <a:br/>
            <a:r>
              <a:t>          &lt;ixx&gt;0.20&lt;/ixx&gt;</a:t>
            </a:r>
            <a:br/>
            <a:r>
              <a:t>          &lt;iyy&gt;0.40&lt;/iyy&gt;</a:t>
            </a:r>
            <a:br/>
            <a:r>
              <a:t>          &lt;izz&gt;0.50&lt;/izz&gt;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</a:t>
            </a:r>
            <a:br/>
            <a:r>
              <a:t>      </a:t>
            </a:r>
            <a:br/>
            <a:r>
              <a:t>      &lt;visual name="body"&gt;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&lt;box&gt;</a:t>
            </a:r>
            <a:br/>
            <a:r>
              <a:t>            &lt;size&gt;0.60 0.42 0.16&lt;/size&gt;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  &lt;material&gt;</a:t>
            </a:r>
            <a:br/>
            <a:r>
              <a:t>          &lt;diffuse&gt;0.1 0.35 0.8 1&lt;/diffuse&gt;</a:t>
            </a:r>
            <a:br/>
            <a:r>
              <a:t>        &lt;/material&gt;</a:t>
            </a:r>
            <a:br/>
            <a:r>
              <a:t>      &lt;/visual&gt;</a:t>
            </a:r>
            <a:br/>
            <a:r>
              <a:t>      </a:t>
            </a:r>
            <a:br/>
            <a:r>
              <a:t>      </a:t>
            </a:r>
            <a:br/>
            <a:r>
              <a:t>      &lt;collision name="body_collision"&gt;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&lt;box&gt;</a:t>
            </a:r>
            <a:br/>
            <a:r>
              <a:t>            &lt;size&gt;0.60 0.42 0.16&lt;/size&gt;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&lt;/collision&gt;</a:t>
            </a:r>
            <a:br/>
            <a:r>
              <a:t>      </a:t>
            </a:r>
            <a:br/>
            <a:r>
              <a:t>      </a:t>
            </a:r>
            <a:br/>
            <a:r>
              <a:t>      &lt;sensor name="imu" type="imu"&gt;</a:t>
            </a:r>
            <a:br/>
            <a:r>
              <a:t>        &lt;topic&gt;/imu/data&lt;/topic&gt;</a:t>
            </a:r>
            <a:br/>
            <a:r>
              <a:t>        &lt;always_on&gt;true&lt;/always_on&gt;</a:t>
            </a:r>
            <a:br/>
            <a:r>
              <a:t>        &lt;update_rate&gt;100&lt;/update_rate&gt;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5/24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&lt;imu&gt;</a:t>
            </a:r>
            <a:br/>
            <a:r>
              <a:t>          &lt;angular_velocity&gt;</a:t>
            </a:r>
            <a:br/>
            <a:r>
              <a:t>            &lt;x&gt;</a:t>
            </a:r>
            <a:br/>
            <a:r>
              <a:t>              &lt;noise type="gaussian"&gt;</a:t>
            </a:r>
            <a:br/>
            <a:r>
              <a:t>                &lt;mean&gt;0&lt;/mean&gt;</a:t>
            </a:r>
            <a:br/>
            <a:r>
              <a:t>                &lt;stddev&gt;0.001&lt;/stddev&gt;</a:t>
            </a:r>
            <a:br/>
            <a:r>
              <a:t>              &lt;/noise&gt;</a:t>
            </a:r>
            <a:br/>
            <a:r>
              <a:t>            &lt;/x&gt;</a:t>
            </a:r>
            <a:br/>
            <a:r>
              <a:t>          &lt;/angular_velocity&gt;</a:t>
            </a:r>
            <a:br/>
            <a:r>
              <a:t>        &lt;/imu&gt;</a:t>
            </a:r>
            <a:br/>
            <a:r>
              <a:t>      &lt;/sensor&gt;</a:t>
            </a:r>
            <a:br/>
            <a: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5/24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6/24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name="left_wheel_link"&gt;</a:t>
            </a:r>
            <a:br/>
            <a:r>
              <a:t>      &lt;pose relative_to="base_link"&gt;0 0.19 -0.08 1.5708 0 0&lt;/pose&gt;</a:t>
            </a:r>
            <a:br/>
            <a:r>
              <a:t>      &lt;inertial&gt;</a:t>
            </a:r>
            <a:br/>
            <a:r>
              <a:t>        &lt;mass&gt;0.6&lt;/mass&gt;</a:t>
            </a:r>
            <a:br/>
            <a:r>
              <a:t>        &lt;inertia&gt;</a:t>
            </a:r>
            <a:br/>
            <a:r>
              <a:t>          &lt;ixx&gt;0.002&lt;/ixx&gt;</a:t>
            </a:r>
            <a:br/>
            <a:r>
              <a:t>          &lt;iyy&gt;0.002&lt;/iyy&gt;</a:t>
            </a:r>
            <a:br/>
            <a:r>
              <a:t>          &lt;izz&gt;0.001&lt;/izz&gt;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6/24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7/24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&lt;/inertia&gt;</a:t>
            </a:r>
            <a:br/>
            <a:r>
              <a:t>      &lt;/inertial&gt;</a:t>
            </a:r>
            <a:br/>
            <a:r>
              <a:t>      &lt;visual name="wheel"&gt;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name="wheel_collision"&gt;</a:t>
            </a:r>
            <a:br/>
            <a:r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7/24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8/24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  &lt;surface&gt;</a:t>
            </a:r>
            <a:br/>
            <a:r>
              <a:t>          &lt;friction&gt;</a:t>
            </a:r>
            <a:br/>
            <a:r>
              <a:t>            &lt;ode&gt;</a:t>
            </a:r>
            <a:br/>
            <a:r>
              <a:t>              &lt;mu&gt;1.0&lt;/mu&gt;</a:t>
            </a:r>
            <a:br/>
            <a:r>
              <a:t>              &lt;mu2&gt;1.0&lt;/mu2&gt;</a:t>
            </a:r>
            <a:br/>
            <a:r>
              <a:t>            &lt;/ode&gt;</a:t>
            </a:r>
            <a:br/>
            <a:r>
              <a:t>          &lt;/friction&gt;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8/24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9/24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&lt;/surface&gt;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name="right_wheel_link"&gt;</a:t>
            </a:r>
            <a:br/>
            <a:r>
              <a:t>      &lt;pose relative_to="base_link"&gt;0 -0.19 -0.08 1.5708 0 0&lt;/pose&gt;</a:t>
            </a:r>
            <a:br/>
            <a:r>
              <a:t>      &lt;inertial&gt;</a:t>
            </a:r>
            <a:br/>
            <a:r>
              <a:t>        &lt;mass&gt;0.6&lt;/mass&gt;</a:t>
            </a:r>
            <a:br/>
            <a:r>
              <a:t>        &lt;inertia&gt;</a:t>
            </a:r>
            <a:br/>
            <a:r>
              <a:t>          &lt;ixx&gt;0.002&lt;/ixx&gt;</a:t>
            </a:r>
            <a:br/>
            <a:r>
              <a:t>          &lt;iyy&gt;0.002&lt;/iyy&gt;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9/24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(10/24)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10/24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&lt;izz&gt;0.001&lt;/izz&gt;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&lt;visual name="wheel"&gt;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&lt;collision name="wheel_collision"&gt;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10/24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(11/24)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11/24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&lt;radius&gt;0.08&lt;/radius&gt;</a:t>
            </a:r>
            <a:br/>
            <a:r>
              <a:t>            &lt;length&gt;0.05&lt;/length&gt;</a:t>
            </a:r>
            <a:br/>
            <a:r>
              <a:t>          &lt;/cylinder&gt;</a:t>
            </a:r>
            <a:br/>
            <a:r>
              <a:t>        &lt;/geometry&gt;</a:t>
            </a:r>
            <a:br/>
            <a:r>
              <a:t>        &lt;surface&gt;</a:t>
            </a:r>
            <a:br/>
            <a:r>
              <a:t>          &lt;friction&gt;</a:t>
            </a:r>
            <a:br/>
            <a:r>
              <a:t>            &lt;ode&gt;</a:t>
            </a:r>
            <a:br/>
            <a:r>
              <a:t>              &lt;mu&gt;1.0&lt;/mu&gt;</a:t>
            </a:r>
            <a:br/>
            <a:r>
              <a:t>              &lt;mu2&gt;1.0&lt;/mu2&gt;</a:t>
            </a:r>
            <a:br/>
            <a:r>
              <a:t>            &lt;/ode&gt;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(12/24)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12/24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&lt;/friction&gt;</a:t>
            </a:r>
            <a:br/>
            <a:r>
              <a:t>        &lt;/surface&gt;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name="left_wheel_joint" type="revolute"&gt;</a:t>
            </a:r>
            <a:br/>
            <a:r>
              <a:t>      &lt;parent&gt;base_link&lt;/parent&gt;</a:t>
            </a:r>
            <a:br/>
            <a:r>
              <a:t>      &lt;child&gt;left_wheel_link&lt;/child&gt;</a:t>
            </a:r>
            <a:br/>
            <a:r>
              <a:t>      &lt;axis&gt;</a:t>
            </a:r>
            <a:br/>
            <a:r>
              <a:t>        &lt;xyz&gt;0 1 0&lt;/xyz&gt;</a:t>
            </a:r>
            <a:br/>
            <a:r>
              <a:t>        &lt;limit&gt;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(13/24)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13/24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&lt;lower&gt;-1e16&lt;/lower&gt;</a:t>
            </a:r>
            <a:br/>
            <a:r>
              <a:t>          &lt;upper&gt;1e16&lt;/upper&gt;</a:t>
            </a:r>
            <a:br/>
            <a:r>
              <a:t>        &lt;/limit&gt;</a:t>
            </a:r>
            <a:br/>
            <a:r>
              <a:t>      &lt;/axis&gt;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name="right_wheel_joint" type="revolute"&gt;</a:t>
            </a:r>
            <a:br/>
            <a:r>
              <a:t>      &lt;parent&gt;base_link&lt;/parent&gt;</a:t>
            </a:r>
            <a:br/>
            <a:r>
              <a:t>      &lt;child&gt;right_wheel_link&lt;/child&gt;</a:t>
            </a:r>
            <a:br/>
            <a:r>
              <a:t>      &lt;axis&gt;</a:t>
            </a:r>
            <a:br/>
            <a:r>
              <a:t>        &lt;xyz&gt;0 1 0&lt;/xyz&gt;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(14/24)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14/24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&lt;limit&gt;</a:t>
            </a:r>
            <a:br/>
            <a:r>
              <a:t>          &lt;lower&gt;-1e16&lt;/lower&gt;</a:t>
            </a:r>
            <a:br/>
            <a:r>
              <a:t>          &lt;upper&gt;1e16&lt;/upper&gt;</a:t>
            </a:r>
            <a:br/>
            <a:r>
              <a:t>        &lt;/limit&gt;</a:t>
            </a:r>
            <a:br/>
            <a:r>
              <a:t>      &lt;/axis&gt;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name="caster_link"&gt;</a:t>
            </a:r>
            <a:br/>
            <a:r>
              <a:t>      &lt;pose relative_to="base_link"&gt;-0.24 0 -0.12 0 0 0&lt;/pose&gt;</a:t>
            </a:r>
            <a:br/>
            <a:r>
              <a:t>      &lt;inertial&gt;</a:t>
            </a:r>
            <a:br/>
            <a:r>
              <a:t>        &lt;mass&gt;0.15&lt;/mass&gt;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(15/24)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15/24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&lt;inertia&gt;</a:t>
            </a:r>
            <a:br/>
            <a:r>
              <a:t>          &lt;ixx&gt;0.0001&lt;/ixx&gt;</a:t>
            </a:r>
            <a:br/>
            <a:r>
              <a:t>          &lt;iyy&gt;0.0001&lt;/iyy&gt;</a:t>
            </a:r>
            <a:br/>
            <a:r>
              <a:t>          &lt;izz&gt;0.0001&lt;/izz&gt;</a:t>
            </a:r>
            <a:br/>
            <a:r>
              <a:t>        &lt;/inertia&gt;</a:t>
            </a:r>
            <a:br/>
            <a:r>
              <a:t>      &lt;/inertial&gt;</a:t>
            </a:r>
            <a:br/>
            <a:r>
              <a:t>      &lt;visual name="caster"&gt;</a:t>
            </a:r>
            <a:br/>
            <a:r>
              <a:t>        &lt;geometry&gt;</a:t>
            </a:r>
            <a:br/>
            <a:r>
              <a:t>          &lt;sphere&gt;</a:t>
            </a:r>
            <a:br/>
            <a:r>
              <a:t>            &lt;radius&gt;0.04&lt;/radius&gt;</a:t>
            </a:r>
            <a:br/>
            <a:r>
              <a:t>          &lt;/sphere&gt;</a:t>
            </a:r>
            <a:br/>
            <a:r>
              <a:t>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15/24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(16/24)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16/24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&lt;/visual&gt;</a:t>
            </a:r>
            <a:br/>
            <a:r>
              <a:t>      &lt;collision name="caster_collision"&gt;</a:t>
            </a:r>
            <a:br/>
            <a:r>
              <a:t>        &lt;geometry&gt;</a:t>
            </a:r>
            <a:br/>
            <a:r>
              <a:t>          &lt;sphere&gt;</a:t>
            </a:r>
            <a:br/>
            <a:r>
              <a:t>            &lt;radius&gt;0.04&lt;/radius&gt;</a:t>
            </a:r>
            <a:br/>
            <a:r>
              <a:t>          &lt;/sphere&gt;</a:t>
            </a:r>
            <a:br/>
            <a:r>
              <a:t>        &lt;/geometry&gt;</a:t>
            </a:r>
            <a:br/>
            <a:r>
              <a:t>      &lt;/collision&gt;</a:t>
            </a:r>
            <a:br/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name="caster_joint" type="fixed"&gt;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16/24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(17/24)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17/24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&lt;parent&gt;base_link&lt;/parent&gt;</a:t>
            </a:r>
            <a:br/>
            <a:r>
              <a:t>      &lt;child&gt;caster_link&lt;/child&gt;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name="lidar_link"&gt;</a:t>
            </a:r>
            <a:br/>
            <a:r>
              <a:t>      &lt;pose relative_to="base_link"&gt;0.12 0 0.13 0 0 0&lt;/pose&gt;</a:t>
            </a:r>
            <a:br/>
            <a:r>
              <a:t>      &lt;visual name="housing"&gt;</a:t>
            </a:r>
            <a:br/>
            <a:r>
              <a:t>        &lt;geometry&gt;</a:t>
            </a:r>
            <a:br/>
            <a:r>
              <a:t>          &lt;cylinder&gt;</a:t>
            </a:r>
            <a:br/>
            <a:r>
              <a:t>            &lt;radius&gt;0.045&lt;/radius&gt;</a:t>
            </a:r>
            <a:br/>
            <a:r>
              <a:t>            &lt;length&gt;0.05&lt;/length&gt;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17/24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(18/24)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18/24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&lt;/cylinder&gt;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&lt;sensor name="lidar" type="gpu_lidar"&gt;</a:t>
            </a:r>
            <a:br/>
            <a:r>
              <a:t>        &lt;topic&gt;/scan&lt;/topic&gt;</a:t>
            </a:r>
            <a:br/>
            <a:r>
              <a:t>        &lt;always_on&gt;true&lt;/always_on&gt;</a:t>
            </a:r>
            <a:br/>
            <a:r>
              <a:t>        &lt;update_rate&gt;10&lt;/update_rate&gt;</a:t>
            </a:r>
            <a:br/>
            <a:r>
              <a:t>        &lt;visualize&gt;false&lt;/visualize&gt;</a:t>
            </a:r>
            <a:br/>
            <a:r>
              <a:t>        &lt;lidar&gt;</a:t>
            </a:r>
            <a:br/>
            <a:r>
              <a:t>          &lt;scan&gt;</a:t>
            </a:r>
            <a:br/>
            <a:r>
              <a:t>            &lt;horizontal&gt;</a:t>
            </a:r>
            <a:br/>
            <a:r>
              <a:t>              &lt;samples&gt;720&lt;/samples&gt;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18/24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(19/24)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19/24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  &lt;resolution&gt;1&lt;/resolution&gt;</a:t>
            </a:r>
            <a:br/>
            <a:r>
              <a:t>              &lt;min_angle&gt;-3.14159&lt;/min_angle&gt;</a:t>
            </a:r>
            <a:br/>
            <a:r>
              <a:t>              &lt;max_angle&gt;3.14159&lt;/max_angle&gt;</a:t>
            </a:r>
            <a:br/>
            <a:r>
              <a:t>            &lt;/horizontal&gt;</a:t>
            </a:r>
            <a:br/>
            <a:r>
              <a:t>          &lt;/scan&gt;</a:t>
            </a:r>
            <a:br/>
            <a:r>
              <a:t>          &lt;range&gt;</a:t>
            </a:r>
            <a:br/>
            <a:r>
              <a:t>            &lt;min&gt;0.12&lt;/min&gt;</a:t>
            </a:r>
            <a:br/>
            <a:r>
              <a:t>            &lt;max&gt;12.0&lt;/max&gt;</a:t>
            </a:r>
            <a:br/>
            <a:r>
              <a:t>            &lt;resolution&gt;0.01&lt;/resolution&gt;</a:t>
            </a:r>
            <a:br/>
            <a:r>
              <a:t>          &lt;/range&gt;</a:t>
            </a:r>
            <a:br/>
            <a:r>
              <a:t>        &lt;/lidar&gt;</a:t>
            </a:r>
            <a:br/>
            <a:r>
              <a:t>      &lt;/sensor&gt;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19/24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(20/24)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20/24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&lt;/link&gt;</a:t>
            </a:r>
            <a:br/>
            <a:r>
              <a:t>    </a:t>
            </a:r>
            <a:br/>
            <a:r>
              <a:t>    </a:t>
            </a:r>
            <a:br/>
            <a:r>
              <a:t>    &lt;joint name="lidar_joint" type="fixed"&gt;</a:t>
            </a:r>
            <a:br/>
            <a:r>
              <a:t>      &lt;parent&gt;base_link&lt;/parent&gt;</a:t>
            </a:r>
            <a:br/>
            <a:r>
              <a:t>      &lt;child&gt;lidar_link&lt;/child&gt;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&lt;link name="camera_link"&gt;</a:t>
            </a:r>
            <a:br/>
            <a:r>
              <a:t>      &lt;pose relative_to="base_link"&gt;0.30 0 0.10 0 0 0&lt;/pose&gt;</a:t>
            </a:r>
            <a:br/>
            <a:r>
              <a:t>      &lt;visual name="housing"&gt;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20/24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(21/24)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21/24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&lt;geometry&gt;</a:t>
            </a:r>
            <a:br/>
            <a:r>
              <a:t>          &lt;box&gt;</a:t>
            </a:r>
            <a:br/>
            <a:r>
              <a:t>            &lt;size&gt;0.05 0.08 0.05&lt;/size&gt;</a:t>
            </a:r>
            <a:br/>
            <a:r>
              <a:t>          &lt;/box&gt;</a:t>
            </a:r>
            <a:br/>
            <a:r>
              <a:t>        &lt;/geometry&gt;</a:t>
            </a:r>
            <a:br/>
            <a:r>
              <a:t>      &lt;/visual&gt;</a:t>
            </a:r>
            <a:br/>
            <a:r>
              <a:t>      &lt;sensor name="camera" type="camera"&gt;</a:t>
            </a:r>
            <a:br/>
            <a:r>
              <a:t>        &lt;topic&gt;/camera/image_raw&lt;/topic&gt;</a:t>
            </a:r>
            <a:br/>
            <a:r>
              <a:t>        &lt;always_on&gt;true&lt;/always_on&gt;</a:t>
            </a:r>
            <a:br/>
            <a:r>
              <a:t>        &lt;update_rate&gt;15&lt;/update_rate&gt;</a:t>
            </a:r>
            <a:br/>
            <a:r>
              <a:t>        &lt;camera&gt;</a:t>
            </a:r>
            <a:br/>
            <a:r>
              <a:t>          &lt;horizontal_fov&gt;1.047&lt;/horizontal_fov&gt;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(22/24)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22/24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&lt;image&gt;</a:t>
            </a:r>
            <a:br/>
            <a:r>
              <a:t>            &lt;width&gt;640&lt;/width&gt;</a:t>
            </a:r>
            <a:br/>
            <a:r>
              <a:t>            &lt;height&gt;480&lt;/height&gt;</a:t>
            </a:r>
            <a:br/>
            <a:r>
              <a:t>            &lt;format&gt;R8G8B8&lt;/format&gt;</a:t>
            </a:r>
            <a:br/>
            <a:r>
              <a:t>          &lt;/image&gt;</a:t>
            </a:r>
            <a:br/>
            <a:r>
              <a:t>          &lt;clip&gt;</a:t>
            </a:r>
            <a:br/>
            <a:r>
              <a:t>            &lt;near&gt;0.1&lt;/near&gt;</a:t>
            </a:r>
            <a:br/>
            <a:r>
              <a:t>            &lt;far&gt;20&lt;/far&gt;</a:t>
            </a:r>
            <a:br/>
            <a:r>
              <a:t>          &lt;/clip&gt;</a:t>
            </a:r>
            <a:br/>
            <a:r>
              <a:t>        &lt;/camera&gt;</a:t>
            </a:r>
            <a:br/>
            <a:r>
              <a:t>      &lt;/sensor&gt;</a:t>
            </a:r>
            <a:br/>
            <a:r>
              <a:t>    &lt;/link&gt;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(23/24)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23/24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  </a:t>
            </a:r>
            <a:br/>
            <a:r>
              <a:t>    &lt;joint name="camera_joint" type="fixed"&gt;</a:t>
            </a:r>
            <a:br/>
            <a:r>
              <a:t>      &lt;parent&gt;base_link&lt;/parent&gt;</a:t>
            </a:r>
            <a:br/>
            <a:r>
              <a:t>      &lt;child&gt;camera_link&lt;/child&gt;</a:t>
            </a:r>
            <a:br/>
            <a:r>
              <a:t>    &lt;/joint&gt;</a:t>
            </a:r>
            <a:br/>
            <a:r>
              <a:t>    </a:t>
            </a:r>
            <a:br/>
            <a:r>
              <a:t>    </a:t>
            </a:r>
            <a:br/>
            <a:r>
              <a:t>    &lt;plugin filename="gz-sim-diff-drive-system" name="gz::sim::systems::DiffDrive"&gt;</a:t>
            </a:r>
            <a:br/>
            <a:r>
              <a:t>      &lt;left_joint&gt;left_wheel_joint&lt;/left_joint&gt;</a:t>
            </a:r>
            <a:br/>
            <a:r>
              <a:t>      &lt;right_joint&gt;right_wheel_joint&lt;/right_joint&gt;</a:t>
            </a:r>
            <a:br/>
            <a:r>
              <a:t>      &lt;wheel_separation&gt;0.38&lt;/wheel_separation&gt;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1/4: 코드 입력 (24/24)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1/4 · 입력 24/24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joint·sensor·plugin과 닫는 태그를 입력해 구조를 완성합니다.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~/ros2_curri/my_agv_ws/src/agv_gazebo/models/agv/model.sdf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&lt;wheel_radius&gt;0.08&lt;/wheel_radius&gt;</a:t>
            </a:r>
            <a:br/>
            <a:r>
              <a:t>      &lt;topic&gt;/cmd_vel&lt;/topic&gt;</a:t>
            </a:r>
            <a:br/>
            <a:r>
              <a:t>      &lt;odom_topic&gt;/odom&lt;/odom_topic&gt;</a:t>
            </a:r>
            <a:br/>
            <a:r>
              <a:t>      &lt;frame_id&gt;odom&lt;/frame_id&gt;</a:t>
            </a:r>
            <a:br/>
            <a:r>
              <a:t>      &lt;child_frame_id&gt;base_link&lt;/child_frame_id&gt;</a:t>
            </a:r>
            <a:br/>
            <a:r>
              <a:t>    &lt;/plugin&gt;</a:t>
            </a:r>
            <a:br/>
            <a:r>
              <a:t>    </a:t>
            </a:r>
            <a:br/>
            <a:r>
              <a:t>  </a:t>
            </a:r>
            <a:br/>
            <a:r>
              <a:t>  &lt;/model&gt;</a:t>
            </a:r>
            <a:br/>
            <a:r>
              <a:t>  </a:t>
            </a:r>
            <a:br/>
            <a:br/>
            <a:r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~/ros2_curri/my_agv_ws/src/agv_gazebo/worlds/warehouse.sdf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센서·물리 system plugin과 warehouse 환경을 함께 여는 Gazebo World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~/ros2_curri/my_agv_ws/src/agv_gazebo/worlds</a:t>
            </a:r>
            <a:br/>
            <a:r>
              <a:t>nano ~/ros2_curri/my_agv_ws/src/agv_gazebo/worlds/warehouse.sdf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Gazebo World와 IMU terminal의 frame_id·publish rate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코드 입력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2/4 · 입력 1/11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파일의 root와 첫 model/link를 입력합니다. 태그 여닫는 순서를 그대로 유지합니다.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&lt;sdf version="1.10"&gt;</a:t>
            </a:r>
            <a:br/>
            <a:r>
              <a:t>  &lt;world name="warehouse"&gt;</a:t>
            </a:r>
            <a:br/>
            <a:r>
              <a:t>    </a:t>
            </a:r>
            <a:br/>
            <a:r>
              <a:t>  </a:t>
            </a:r>
            <a:br/>
            <a:r>
              <a:t>    &lt;gravity&gt;0 0 -9.8&lt;/gravity&gt;</a:t>
            </a:r>
            <a:br/>
            <a:r>
              <a:t>    </a:t>
            </a:r>
            <a:br/>
            <a:r>
              <a:t>  </a:t>
            </a:r>
            <a:br/>
            <a:r>
              <a:t>    &lt;plugin filename="gz-sim-physics-system" name="gz::sim::systems::Physics"/&gt;</a:t>
            </a:r>
            <a:br/>
            <a:r>
              <a:t>    &lt;plugin filename="gz-sim-user-commands-system"</a:t>
            </a:r>
            <a:br/>
            <a:r>
              <a:t>      name="gz::sim::systems::UserCommands"/&gt;</a:t>
            </a:r>
            <a:br/>
            <a:r>
              <a:t>    &lt;plugin filename="gz-sim-scene-broadcaster-system"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코드 입력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2/4 · 입력 2/11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name="gz::sim::systems::SceneBroadcaster"/&gt;</a:t>
            </a:r>
            <a:br/>
            <a:r>
              <a:t>    &lt;plugin filename="gz-sim-imu-system" name="gz::sim::systems::Imu"/&gt;</a:t>
            </a:r>
            <a:br/>
            <a:r>
              <a:t>    &lt;plugin filename="gz-sim-sensors-system" name="gz::sim::systems::Sensors"/&gt;</a:t>
            </a:r>
            <a:br/>
            <a:r>
              <a:t>    </a:t>
            </a:r>
            <a:br/>
            <a:r>
              <a:t>  </a:t>
            </a:r>
            <a:br/>
            <a:r>
              <a:t>    &lt;light type="directional" name="sun"&gt;</a:t>
            </a:r>
            <a:br/>
            <a:r>
              <a:t>      &lt;pose&gt;0 0 10 0 0 0&lt;/pose&gt;</a:t>
            </a:r>
            <a:br/>
            <a:r>
              <a:t>      &lt;cast_shadows&gt;true&lt;/cast_shadows&gt;</a:t>
            </a:r>
            <a:br/>
            <a:r>
              <a:t>      &lt;direction&gt;-0.5 0.1 -0.9&lt;/direction&gt;</a:t>
            </a:r>
            <a:br/>
            <a:r>
              <a:t>    &lt;/light&gt;</a:t>
            </a:r>
            <a:br/>
            <a:r>
              <a:t>    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코드 입력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2/4 · 입력 3/11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&lt;model name="ground"&gt;</a:t>
            </a:r>
            <a:br/>
            <a:r>
              <a:t>      &lt;static&gt;true&lt;/static&gt;</a:t>
            </a:r>
            <a:br/>
            <a:r>
              <a:t>      &lt;link name="link"&gt;</a:t>
            </a:r>
            <a:br/>
            <a:r>
              <a:t>        &lt;collision name="collision"&gt;</a:t>
            </a:r>
            <a:br/>
            <a:r>
              <a:t>          &lt;geometry&gt;</a:t>
            </a:r>
            <a:br/>
            <a:r>
              <a:t>            &lt;plane&gt;</a:t>
            </a:r>
            <a:br/>
            <a:r>
              <a:t>              &lt;normal&gt;0 0 1&lt;/normal&gt;</a:t>
            </a:r>
            <a:br/>
            <a:r>
              <a:t>              &lt;size&gt;30 30&lt;/size&gt;</a:t>
            </a:r>
            <a:br/>
            <a:r>
              <a:t>            &lt;/plane&gt;</a:t>
            </a:r>
            <a:br/>
            <a:r>
              <a:t>          &lt;/geometry&gt;</a:t>
            </a:r>
            <a:br/>
            <a:r>
              <a:t>        &lt;/collision&gt;</a:t>
            </a:r>
            <a:br/>
            <a:r>
              <a:t>        &lt;visual name="visual"&gt;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코드 입력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2/4 · 입력 4/11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&lt;geometry&gt;</a:t>
            </a:r>
            <a:br/>
            <a:r>
              <a:t>            &lt;plane&gt;</a:t>
            </a:r>
            <a:br/>
            <a:r>
              <a:t>              &lt;normal&gt;0 0 1&lt;/normal&gt;</a:t>
            </a:r>
            <a:br/>
            <a:r>
              <a:t>              &lt;size&gt;30 30&lt;/size&gt;</a:t>
            </a:r>
            <a:br/>
            <a:r>
              <a:t>            &lt;/plane&gt;</a:t>
            </a:r>
            <a:br/>
            <a:r>
              <a:t>          &lt;/geometry&gt;</a:t>
            </a:r>
            <a:br/>
            <a:r>
              <a:t>          &lt;material&gt;</a:t>
            </a:r>
            <a:br/>
            <a:r>
              <a:t>            &lt;diffuse&gt;0.65 0.65 0.65 1&lt;/diffuse&gt;</a:t>
            </a:r>
            <a:br/>
            <a:r>
              <a:t>          &lt;/material&gt;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4/11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코드 입력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2/4 · 입력 5/11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</a:t>
            </a:r>
            <a:br/>
            <a:r>
              <a:t>    &lt;model name="wall_north"&gt;</a:t>
            </a:r>
            <a:br/>
            <a:r>
              <a:t>      &lt;static&gt;true&lt;/static&gt;</a:t>
            </a:r>
            <a:br/>
            <a:r>
              <a:t>      &lt;pose&gt;0 4 1 0 0 0&lt;/pose&gt;</a:t>
            </a:r>
            <a:br/>
            <a:r>
              <a:t>      &lt;link name="link"&gt;</a:t>
            </a:r>
            <a:br/>
            <a:r>
              <a:t>        &lt;collision name="c"&gt;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&lt;size&gt;8 0.15 2&lt;/size&gt;</a:t>
            </a:r>
            <a:br/>
            <a:r>
              <a:t>            &lt;/box&gt;</a:t>
            </a:r>
            <a:br/>
            <a:r>
              <a:t>  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5/11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코드 입력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2/4 · 입력 6/11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&lt;/collision&gt;</a:t>
            </a:r>
            <a:br/>
            <a:r>
              <a:t>        &lt;visual name="v"&gt;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&lt;size&gt;8 0.15 2&lt;/size&gt;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  <a:br/>
            <a:r>
              <a:t>    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6/11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코드 입력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2/4 · 입력 7/11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&lt;model name="obstacle"&gt;</a:t>
            </a:r>
            <a:br/>
            <a:r>
              <a:t>      &lt;static&gt;true&lt;/static&gt;</a:t>
            </a:r>
            <a:br/>
            <a:r>
              <a:t>      &lt;pose&gt;1.5 -1.0 0.4 0 0 0&lt;/pose&gt;</a:t>
            </a:r>
            <a:br/>
            <a:r>
              <a:t>      &lt;link name="link"&gt;</a:t>
            </a:r>
            <a:br/>
            <a:r>
              <a:t>        &lt;collision name="c"&gt;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&lt;size&gt;0.5 0.5 0.8&lt;/size&gt;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&lt;/collision&gt;</a:t>
            </a:r>
            <a:br/>
            <a:r>
              <a:t>        &lt;visual name="v"&gt;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7/11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코드 입력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2/4 · 입력 8/11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&lt;size&gt;0.5 0.5 0.8&lt;/size&gt;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  &lt;material&gt;</a:t>
            </a:r>
            <a:br/>
            <a:r>
              <a:t>            &lt;diffuse&gt;0.9 0.7 0.1 1&lt;/diffuse&gt;</a:t>
            </a:r>
            <a:br/>
            <a:r>
              <a:t>          &lt;/material&gt;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  <a:br/>
            <a: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8/11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코드 입력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2/4 · 입력 9/11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  &lt;model name="target"&gt;</a:t>
            </a:r>
            <a:br/>
            <a:r>
              <a:t>      &lt;static&gt;true&lt;/static&gt;</a:t>
            </a:r>
            <a:br/>
            <a:r>
              <a:t>      &lt;pose&gt;1.5 0 0.5 0 0 0&lt;/pose&gt;</a:t>
            </a:r>
            <a:br/>
            <a:r>
              <a:t>      &lt;link name="link"&gt;</a:t>
            </a:r>
            <a:br/>
            <a:r>
              <a:t>        &lt;collision name="c"&gt;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&lt;size&gt;0.25 0.25 1&lt;/size&gt;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&lt;/collision&gt;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9/11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코드 입력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2/4 · 입력 10/11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&lt;visual name="v"&gt;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&lt;size&gt;0.25 0.25 1&lt;/size&gt;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  &lt;material&gt;</a:t>
            </a:r>
            <a:br/>
            <a:r>
              <a:t>            &lt;diffuse&gt;0.9 0.05 0.05 1&lt;/diffuse&gt;</a:t>
            </a:r>
            <a:br/>
            <a:r>
              <a:t>          &lt;/material&gt;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10/11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2/4: 코드 입력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2/4 · 입력 11/11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joint·sensor·plugin과 닫는 태그를 입력해 구조를 완성합니다.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</a:t>
            </a:r>
            <a:br/>
            <a:r>
              <a:t>    &lt;include&gt;</a:t>
            </a:r>
            <a:br/>
            <a:r>
              <a:t>      &lt;uri&gt;model://agv&lt;/uri&gt;</a:t>
            </a:r>
            <a:br/>
            <a:r>
              <a:t>      &lt;name&gt;agv&lt;/name&gt;</a:t>
            </a:r>
            <a:br/>
            <a:r>
              <a:t>      &lt;pose&gt;0 0 0.08 0 0 0&lt;/pose&gt;</a:t>
            </a:r>
            <a:br/>
            <a:r>
              <a:t>    &lt;/include&gt;</a:t>
            </a:r>
            <a:br/>
            <a:r>
              <a:t>    </a:t>
            </a:r>
            <a:br/>
            <a:br/>
            <a:r>
              <a:t>  &lt;/world&gt;</a:t>
            </a:r>
            <a:br/>
            <a:r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11/11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~/ros2_curri/my_agv_ws/src/agv_gazebo/config/bridge.yaml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Gazebo Transport 메시지와 ROS 2 topic을 방향별로 연결하는 번역표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~/ros2_curri/my_agv_ws/src/agv_gazebo/config</a:t>
            </a:r>
            <a:br/>
            <a:r>
              <a:t>nano ~/ros2_curri/my_agv_ws/src/agv_gazebo/config/bridge.yaml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ros2 topic info에서 보이는 type과 publisher 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3/4: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3/4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~/ros2_curri/my_agv_ws/src/agv_gazebo/config/bridge.yaml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- ros_topic_name: "/cmd_vel"</a:t>
            </a:r>
            <a:br/>
            <a:r>
              <a:t>  gz_topic_name: "/cmd_vel"</a:t>
            </a:r>
            <a:br/>
            <a:r>
              <a:t>  ros_type_name: "geometry_msgs/msg/Twist"</a:t>
            </a:r>
            <a:br/>
            <a:r>
              <a:t>  gz_type_name: "gz.msgs.Twist"</a:t>
            </a:r>
            <a:br/>
            <a:r>
              <a:t>  direction: ROS_TO_GZ</a:t>
            </a:r>
            <a:br/>
            <a:r>
              <a:t>- ros_topic_name: "/odom"</a:t>
            </a:r>
            <a:br/>
            <a:r>
              <a:t>  gz_topic_name: "/odom"</a:t>
            </a:r>
            <a:br/>
            <a:r>
              <a:t>  ros_type_name: "nav_msgs/msg/Odometry"</a:t>
            </a:r>
            <a:br/>
            <a:r>
              <a:t>  gz_type_name: "gz.msgs.Odometry"</a:t>
            </a:r>
            <a:br/>
            <a:r>
              <a:t>  direction: GZ_TO_ROS</a:t>
            </a:r>
            <a:br/>
            <a:r>
              <a:t>- ros_topic_name: "/scan"</a:t>
            </a:r>
            <a:br/>
            <a:r>
              <a:t>  gz_topic_name: "/scan"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3/4: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3/4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~/ros2_curri/my_agv_ws/src/agv_gazebo/config/bridge.yaml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ros_type_name: "sensor_msgs/msg/LaserScan"</a:t>
            </a:r>
            <a:br/>
            <a:r>
              <a:t>  gz_type_name: "gz.msgs.LaserScan"</a:t>
            </a:r>
            <a:br/>
            <a:r>
              <a:t>  direction: GZ_TO_ROS</a:t>
            </a:r>
            <a:br/>
            <a:r>
              <a:t>- ros_topic_name: "/imu/data"</a:t>
            </a:r>
            <a:br/>
            <a:r>
              <a:t>  gz_topic_name: "/imu/data"</a:t>
            </a:r>
            <a:br/>
            <a:r>
              <a:t>  ros_type_name: "sensor_msgs/msg/Imu"</a:t>
            </a:r>
            <a:br/>
            <a:r>
              <a:t>  gz_type_name: "gz.msgs.IMU"</a:t>
            </a:r>
            <a:br/>
            <a:r>
              <a:t>  direction: GZ_TO_ROS</a:t>
            </a:r>
            <a:br/>
            <a:r>
              <a:t>- ros_topic_name: "/camera/image_raw"</a:t>
            </a:r>
            <a:br/>
            <a:r>
              <a:t>  gz_topic_name: "/camera/image_raw"</a:t>
            </a:r>
            <a:br/>
            <a:r>
              <a:t>  ros_type_name: "sensor_msgs/msg/Image"</a:t>
            </a:r>
            <a:br/>
            <a:r>
              <a:t>  gz_type_name: "gz.msgs.Image"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3/4: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3/4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~/ros2_curri/my_agv_ws/src/agv_gazebo/config/bridge.yaml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direction: GZ_TO_ROS</a:t>
            </a:r>
            <a:br/>
            <a:r>
              <a:t>- ros_topic_name: "/clock"</a:t>
            </a:r>
            <a:br/>
            <a:r>
              <a:t>  gz_topic_name: "/clock"</a:t>
            </a:r>
            <a:br/>
            <a:r>
              <a:t>  ros_type_name: "rosgraph_msgs/msg/Clock"</a:t>
            </a:r>
            <a:br/>
            <a:r>
              <a:t>  gz_type_name: "gz.msgs.Clock"</a:t>
            </a:r>
            <a:br/>
            <a:r>
              <a:t>  direction: GZ_TO_ROS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~/ros2_curri/my_agv_ws/src/agv_sensors/agv_sensors/imu_monitor.py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IMU frame·각속도·가속도를 단위와 함께 출력하는 진단 노드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~/ros2_curri/my_agv_ws/src/agv_sensors/agv_sensors</a:t>
            </a:r>
            <a:br/>
            <a:r>
              <a:t>nano ~/ros2_curri/my_agv_ws/src/agv_sensors/agv_sensors/imu_monitor.py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IMU terminal의 frame_id와 publish rate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4/4: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4/4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~/ros2_curri/my_agv_ws/src/agv_sensors/agv_sensors/imu_monitor.py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  <a:br/>
            <a:r>
              <a:t>from rclpy.node import Node</a:t>
            </a:r>
            <a:br/>
            <a:r>
              <a:t>from rclpy.qos import qos_profile_sensor_data</a:t>
            </a:r>
            <a:br/>
            <a:r>
              <a:t>from sensor_msgs.msg import Imu</a:t>
            </a:r>
            <a:br/>
            <a:br/>
            <a:r>
              <a:t>class ImuMonitor(Node):</a:t>
            </a:r>
            <a:br/>
            <a:br/>
            <a:r>
              <a:t>    def __init__(self):</a:t>
            </a:r>
            <a:br/>
            <a:r>
              <a:t>        super().__init__('imu_monitor')</a:t>
            </a:r>
            <a:br/>
            <a:r>
              <a:t>        self.create_subscription(Imu, '/imu/data', self.callback,</a:t>
            </a:r>
            <a:br/>
            <a:r>
              <a:t>            qos_profile_sensor_data)</a:t>
            </a:r>
            <a:br/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4/4: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4/4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~/ros2_curri/my_agv_ws/src/agv_sensors/agv_sensors/imu_monitor.py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def callback(self, message):</a:t>
            </a:r>
            <a:br/>
            <a:r>
              <a:t>        self.get_logger().info('gyro z=%.3f rad/s, acceleration z=%.3f m/s²,</a:t>
            </a:r>
            <a:br/>
            <a:r>
              <a:t>            frame=%s' % (message.angular_velocity.z, message.linear_acceleration.z,</a:t>
            </a:r>
            <a:br/>
            <a:r>
              <a:t>            message.header.frame_id), throttle_duration_sec=1.0)</a:t>
            </a:r>
            <a:br/>
            <a:br/>
            <a:r>
              <a:t>def main():</a:t>
            </a:r>
            <a:br/>
            <a:r>
              <a:t>    rclpy.init()</a:t>
            </a:r>
            <a:br/>
            <a:r>
              <a:t>    node = ImuMonitor()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4/4: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4/4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~/ros2_curri/my_agv_ws/src/agv_sensors/agv_sensors/imu_monitor.py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1/2: Imu message 필드를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z축 angular velocity는 제자리 회전에서 가장 먼저 변화를 보인다.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interface show sensor_msgs/msg/Imu</a:t>
            </a:r>
            <a:br/>
            <a:r>
              <a:t>ros2 topic echo /imu/data --once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2/2: IMU monitor를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출력에 단위와 frame을 함께 남기면 축 오류를 찾기 쉽다.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~/ros2_curri/my_agv_ws/install/setup.bash</a:t>
            </a:r>
            <a:br/>
            <a:r>
              <a:t>ros2 run agv_sensors imu_monitor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launch agv_bringup agv_sim.launch.py rviz:=false</a:t>
            </a:r>
            <a:br/>
            <a:r>
              <a:t># 새 터미널: ros2 run agv_sensors imu_monitor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/imu/data의 z축 gyro 값과 noise 설정을 terminal에서 확인한다.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886" y="1353312"/>
            <a:ext cx="9311179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info /imu/data</a:t>
            </a:r>
            <a:br/>
            <a:r>
              <a:t>ros2 topic hz /imu/data</a:t>
            </a:r>
            <a:br/>
            <a:r>
              <a:t>ros2 topic echo /imu/data --once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/imu/data의 z축 gyro 값과 noise 설정을 terminal에서 확인한다.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값 축이 예상과 다름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imu_link 축·origin rpy·header.frame_id를 확인한다.</a:t>
            </a:r>
            <a:br/>
            <a:r>
              <a:t>수정 후: ros2 topic info /imu/data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값이 지나치게 요동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noise/bias·update_rate·시뮬레이션 부하를 확인한다.</a:t>
            </a:r>
            <a:br/>
            <a:r>
              <a:t>수정 후: ros2 topic info /imu/data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cd ~/ros2_curri</a:t>
            </a:r>
            <a:br/>
            <a:r>
              <a:t>diff -ru my_agv_ws/src blocks/D_sensors/M14_imu_sensor/complete/agv_ws/src || true</a:t>
            </a:r>
            <a:br/>
            <a:r>
              <a:t>cp -a my_agv_ws/src my_agv_ws/src_before_M14</a:t>
            </a:r>
            <a:br/>
            <a:r>
              <a:t>cp -a blocks/D_sensors/M14_imu_sensor/complete/agv_ws/src/. my_agv_ws/src/</a:t>
            </a:r>
            <a:br/>
            <a:r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정지·직진·제자리 회전에서 angular_velocity.z를 각각 기록하고 부호가 어느 동작에서 바뀌는지 설명한다.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/imu/data의 z축 gyro 값과 noise 설정을 terminal에서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막혔을 때 비교할 Complete: blocks/D_sensors/M14_imu_sensor/complete/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M15 운영/QoS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