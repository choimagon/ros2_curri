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/scan, 다음=M15 운영/QoS을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z축 angular velocity는 제자리 회전에서 가장 먼저 변화를 보인다.</a:t>
            </a:r>
          </a:p>
          <a:p>
            <a:r>
              <a:t>[실행] ros2 interface show sensor_msgs/msg/Imu</a:t>
            </a:r>
          </a:p>
          <a:p>
            <a:r>
              <a:t>ros2 topic echo /imu/data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출력에 단위와 frame을 함께 남기면 축 오류를 찾기 쉽다.</a:t>
            </a:r>
          </a:p>
          <a:p>
            <a:r>
              <a:t>[실행] source ~/ros2_curri/agv_ws/install/setup.bash</a:t>
            </a:r>
          </a:p>
          <a:p>
            <a:r>
              <a:t>ros2 run agv_sensors imu_monitor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1/3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2/3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3/3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1/3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2/3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3/3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imu_monitor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/imu/data</a:t>
            </a:r>
          </a:p>
          <a:p>
            <a:r>
              <a:t>ros2 topic hz /imu/data</a:t>
            </a:r>
          </a:p>
          <a:p>
            <a:r>
              <a:t>ros2 topic echo /imu/data --once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M15 운영/QoS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M14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IMU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/imu/data의 z축 gyro 값과 noise 설정을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M13 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M14</a:t>
            </a:r>
            <a:br/>
            <a:r>
              <a:t>IMU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M15 운영/QoS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IMU sensor가 base_link에 장착되어 있고 M09 주행이 가능한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M13 /scan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angular_velocity·linear_acceleration·frame_id를 AGV 회전과 가속의 좌표축으로 해석한다.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/imu/data의 z축 gyro 값과 noise 설정을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IMU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/imu/data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imu_monitor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agv_gazebo/models/agv/model.sdf</a:t>
            </a:r>
            <a:br/>
            <a:r>
              <a:t>└── agv_gazebo/config/bridge.yaml</a:t>
            </a:r>
            <a:br/>
            <a:r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Imu message 필드를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z축 angular velocity는 제자리 회전에서 가장 먼저 변화를 보인다.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sensor_msgs/msg/Imu</a:t>
            </a:r>
            <a:br/>
            <a:r>
              <a:t>ros2 topic echo /imu/data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IMU monitor를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출력에 단위와 frame을 함께 남기면 축 오류를 찾기 쉽다.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~/ros2_curri/agv_ws/install/setup.bash</a:t>
            </a:r>
            <a:br/>
            <a:r>
              <a:t>ros2 run agv_sensors imu_monitor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27/30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28/30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29/30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30/33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Imu</a:t>
            </a:r>
            <a:br/>
            <a:br/>
            <a:r>
              <a:t>class ImuMonitor(Node):</a:t>
            </a:r>
            <a:br/>
            <a:br/>
            <a:r>
              <a:t>    def __init__(self):</a:t>
            </a:r>
            <a:br/>
            <a:r>
              <a:t>        super().__init__('imu_monitor')</a:t>
            </a:r>
            <a:br/>
            <a:r>
              <a:t>        self.create_subscription(Imu, '/imu/data', self.callback,</a:t>
            </a:r>
            <a:br/>
            <a:r>
              <a:t>            qos_profile_sensor_data)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31/33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callback(self, message):</a:t>
            </a:r>
            <a:br/>
            <a:r>
              <a:t>        self.get_logger().info('gyro z=%.3f rad/s, acceleration z=%.3f m/s²,</a:t>
            </a:r>
            <a:br/>
            <a:r>
              <a:t>            frame=%s' % (message.angular_velocity.z, message.linear_acceleration.z,</a:t>
            </a:r>
            <a:br/>
            <a:r>
              <a:t>            message.header.frame_id), throttle_duration_sec=1.0)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ImuMonitor()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32/33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  <a:br/>
            <a:r>
              <a:t># 새 터미널: ros2 run agv_sensors imu_monitor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886" y="1353312"/>
            <a:ext cx="931117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Gazebo AGV: IMU가 base_link 위에 고정 장착되는 물리 모델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gazebo_world_spawn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884" y="1353312"/>
            <a:ext cx="568118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/imu/data</a:t>
            </a:r>
            <a:br/>
            <a:r>
              <a:t>ros2 topic hz /imu/data</a:t>
            </a:r>
            <a:br/>
            <a:r>
              <a:t>ros2 topic echo /imu/data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값 축이 예상과 다름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imu_link 축·origin rpy·header.frame_id를 확인한다.</a:t>
            </a:r>
            <a:br/>
            <a:r>
              <a:t>수정 후: ros2 topic info /imu/data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값이 지나치게 요동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noise/bias·update_rate·시뮬레이션 부하를 확인한다.</a:t>
            </a:r>
            <a:br/>
            <a:r>
              <a:t>수정 후: ros2 topic info /imu/data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정지·직진·제자리 회전에서 angular_velocity.z를 각각 기록하고 부호가 어느 동작에서 바뀌는지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/imu/data의 z축 gyro 값과 noise 설정을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blocks/D_sensors/M14_imu_sensor/complete/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M15 운영/QoS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