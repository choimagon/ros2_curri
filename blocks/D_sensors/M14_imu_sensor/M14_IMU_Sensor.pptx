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IMU는 로봇 base에 붙은 좌표계에서 회전과 가속을 계속 발행하는 센서입니다.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terminal의 agv/base_link/imu frame과 publish rate를 보고 제자리 회전 시 z축을 비교합니다.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~/ros2_curri/my_agv_ws/install/setup.bash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launch agv_bringup agv_sim.launch.py rviz:=false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blocks/D_sensors/M14_imu_sensor/complete/agv_ws/src || true</a:t>
            </a:r>
          </a:p>
          <a:p>
            <a:r>
              <a:t>cp -a my_agv_ws/src my_agv_ws/src_before_M14</a:t>
            </a:r>
          </a:p>
          <a:p>
            <a:r>
              <a:t>cp -a blocks/D_sensors/M14_imu_sensor/complete/agv_ws/src/.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  <a:br/>
            <a:r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M13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/imu/data의 frame·필드와 publish rate  |  나중에 확인할 것: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agv_gazebo/models/agv/model.sdf</a:t>
            </a:r>
            <a:br/>
            <a:r>
              <a:t>└── agv_gazebo/worlds/warehouse.sdf</a:t>
            </a:r>
            <a:br/>
            <a:r>
              <a:t>└── agv_gazebo/config/bridge.yaml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IMU는 로봇 base에 붙은 좌표계에서 회전과 가속을 계속 발행하는 센서입니다.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&lt;sensor name="imu"&gt;, update_rate, Imu system plugin, angular_velocity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World의 gz-sim-imu-system이 없으면 sensor 태그가 있어도 실제 메시지가 나오지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terminal의 agv/base_link/imu frame과 publish rate를 보고 제자리 회전 시 z축을 비교합니다.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&lt;model name="agv"&gt;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&lt;izz&gt;0.50&lt;/izz&gt;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&lt;diffuse&gt;0.1 0.35 0.8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name="imu" type="imu"&gt;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&lt;topic&gt;/imu/data&lt;/topic&gt;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&lt;noise type="gaussian"&gt;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&lt;mean&gt;0&lt;/mean&gt;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&lt;stddev&gt;0.001&lt;/stddev&gt;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&lt;/noise&gt;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name="caster_link"&gt;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relative_to="base_link"&gt;-0.24 0 -0.12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&lt;ixx&gt;0.0001&lt;/ixx&gt;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&lt;iyy&gt;0.0001&lt;/iyy&gt;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name="caster"&gt;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name="caster_collision"&gt;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&lt;child&gt;caster_link&lt;/child&gt;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name="lidar_link"&gt;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relative_to="base_link"&gt;0.12 0 0.13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name="housing"&gt;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&lt;radius&gt;0.045&lt;/radius&gt;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name="lidar" type="gpu_lidar"&gt;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&lt;topic&gt;/scan&lt;/topic&gt;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&lt;visualize&gt;false&lt;/visualize&gt;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&lt;min_angle&gt;-3.14159&lt;/min_angle&gt;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&lt;max_angle&gt;3.14159&lt;/max_angle&gt;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&lt;min&gt;0.12&lt;/min&gt;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&lt;max&gt;12.0&lt;/max&gt;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&lt;resolution&gt;0.01&lt;/resolution&gt;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name="lidar_joint"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&lt;child&gt;lidar_link&lt;/child&gt;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name="camera_link"&gt;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relative_to="base_link"&gt;0.30 0 0.10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&lt;size&gt;0.05 0.08 0.05&lt;/size&gt;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name="camera" type="camera"&gt;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&lt;topic&gt;/camera/image_raw&lt;/topic&gt;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&lt;update_rate&gt;15&lt;/update_rate&gt;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&lt;width&gt;640&lt;/width&gt;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&lt;height&gt;480&lt;/height&gt;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&lt;format&gt;R8G8B8&lt;/format&gt;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&lt;near&gt;0.1&lt;/near&gt;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&lt;far&gt;20&lt;/far&gt;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name="camera_joint"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&lt;child&gt;camera_link&lt;/child&gt;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filename="gz-sim-diff-drive-system" name="gz::sim::systems::DiffDrive"&gt;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&lt;left_joint&gt;left_wheel_joint&lt;/left_joint&gt;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&lt;right_joint&gt;right_wheel_joint&lt;/right_joint&gt;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&lt;topic&gt;/cmd_vel&lt;/topic&gt;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&lt;odom_topic&gt;/odom&lt;/odom_topic&gt;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&lt;frame_id&gt;odom&lt;/frame_id&gt;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&lt;child_frame_id&gt;base_link&lt;/child_frame_id&gt;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~/ros2_curri/my_agv_ws/src/agv_gazebo/worlds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 filename="gz-sim-physics-system"</a:t>
            </a:r>
            <a:br/>
            <a:r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&lt;world name="warehouse"&gt;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&lt;gravity&gt;0 0 -9.8&lt;/gravity&gt;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filename="gz-sim-physics-system" name="gz::sim::systems::Physics"/&gt;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filename="gz-sim-user-commands-system"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name="gz::sim::systems::UserCommands"/&gt;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filename="gz-sim-imu-system" name="gz::sim::systems::Imu"/&gt;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filename="gz-sim-sensors-system" name="gz::sim::systems::Sensors"/&gt;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&lt;light type="directional" name="sun"&gt;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&lt;cast_shadows&gt;true&lt;/cast_shadows&gt;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&lt;direction&gt;-0.5 0.1 -0.9&lt;/direction&gt;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&lt;/light&gt;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&lt;collision name="collision"&gt;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&lt;diffuse&gt;0.65 0.65 0.65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name="wall_north"&gt;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4 1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&lt;collision name="c"&gt;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&lt;size&gt;8 0.15 2&lt;/size&gt;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&lt;size&gt;8 0.15 2&lt;/size&gt;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&lt;pose&gt;1.5 -1.0 0.4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&lt;collision name="c"&gt;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&lt;size&gt;0.5 0.5 0.8&lt;/size&gt;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&lt;size&gt;0.5 0.5 0.8&lt;/size&gt;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&lt;diffuse&gt;0.9 0.7 0.1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name="target"&gt;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&lt;pose&gt;1.5 0 0.5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&lt;collision name="c"&gt;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&lt;size&gt;0.25 0.25 1&lt;/size&gt;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&lt;size&gt;0.25 0.25 1&lt;/size&gt;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&lt;diffuse&gt;0.9 0.05 0.05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&lt;uri&gt;model://agv&lt;/uri&gt;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&lt;name&gt;agv&lt;/name&gt;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0.08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&lt;/world&gt;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"geometry_msgs/msg/Twist"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ROS_TO_GZ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"nav_msgs/msg/Odometry"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"sensor_msgs/msg/Image"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"rosgraph_msgs/msg/Clock"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self.get_logger().info('gyro z=%.3f rad/s, acceleration</a:t>
            </a:r>
            <a:br/>
            <a:r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rclpy.qos import qos_profile_sensor_data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sensor_msgs.msg import Imu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ImuMonitor(Node):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super().__init__('imu_monitor')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self.create_subscription(Imu, '/imu/data', self.callback,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self.get_logger().info('gyro z=%.3f rad/s, acceleration z=%.3f m/s²,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frame=%s' % (message.angular_velocity.z, message.linear_acceleration.z,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message.header.frame_id), throttle_duration_sec=1.0)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ImuMonitor()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z축 angular velocity는 제자리 회전에서 가장 먼저 변화를 보인다.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sensor_msgs/msg/Imu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/imu/data --once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 단위와 frame을 함께 남기면 축 오류를 찾기 쉽다.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agv_sensors imu_monitor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agv_sensors imu_monitor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GNOME Terminal: /imu/data의 frame·필드와 publish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/imu/data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/imu/data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imu_link 축·origin rpy·header.frame_id를 확인한다.</a:t>
            </a:r>
            <a:br/>
            <a:r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noise/bias·update_rate·시뮬레이션 부하를 확인한다.</a:t>
            </a:r>
            <a:br/>
            <a:r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blocks/D_sensors/M14_imu_sensor/complete/agv_ws/src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my_agv_ws/src_before_M14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blocks/D_sensors/M14_imu_sensor/complete/agv_ws/src/.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