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21/21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1/2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~/agv_ws/src/agv_sensors/agv_sensors/imu_monitor.py의 전체 파일을 2/2 구간으로 작성한다.</a:t>
            </a:r>
          </a:p>
          <a:p>
            <a:r>
              <a:t>[실행] nano ~/agv_ws/src/agv_sensors/agv_sensors/imu_monitor.py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  <a:br/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name="caster_collision"&gt;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  <a:br/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  <a:br/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  <a:br/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~/agv_ws/src/agv_gazebo/models/agv    &amp;&amp;   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  <a:br/>
            <a:r>
              <a:t>  ros_type_name: "sensor_msgs/msg/LaserScan"</a:t>
            </a:r>
            <a:br/>
            <a:r>
              <a:t>  gz_type_name: "gz.msgs.LaserScan"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  <a:br/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  <a:br/>
            <a:r>
              <a:t>    def callback(self, message):</a:t>
            </a:r>
            <a:br/>
            <a:r>
              <a:t>        self.get_logger().info('gyro z=%.3f rad/s, acceleration z=%.3f m/s²,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~/agv_ws/src/agv_sensors/agv_sensors    &amp;&amp;    nano ~/agv_ws/src/agv_sensors/agv_sensors/imu_monitor.py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