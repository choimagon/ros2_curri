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/scan, 다음=M15 운영/QoS을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IMU는 로봇 base에 붙은 좌표계에서 회전과 가속을 계속 발행하는 센서입니다.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terminal의 agv/base_link/imu frame과 publish rate를 보고 제자리 회전 시 z축을 비교합니다.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z축 angular velocity는 제자리 회전에서 가장 먼저 변화를 보인다.</a:t>
            </a:r>
          </a:p>
          <a:p>
            <a:r>
              <a:t>[실행] ros2 interface show sensor_msgs/msg/Imu</a:t>
            </a:r>
          </a:p>
          <a:p>
            <a:r>
              <a:t>ros2 topic echo /imu/data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출력에 단위와 frame을 함께 남기면 축 오류를 찾기 쉽다.</a:t>
            </a:r>
          </a:p>
          <a:p>
            <a:r>
              <a:t>[실행] source ~/ros2_curri/agv_ws/install/setup.bash</a:t>
            </a:r>
          </a:p>
          <a:p>
            <a:r>
              <a:t>ros2 run agv_sensors imu_monitor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15/24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16/24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17/24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18/24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19/24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20/24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21/24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22/24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23/24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~/ros2_curri/agv_ws/src/agv_gazebo/models/agv/model.sdf의 전체 파일을 24/24 구간으로 작성한다.</a:t>
            </a:r>
          </a:p>
          <a:p>
            <a:r>
              <a:t>[실행] nano ~/ros2_curri/agv_ws/src/agv_gazebo/models/agv/model.sdf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1/11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2/11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3/11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4/11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5/11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6/11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7/11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8/11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9/11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10/11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~/ros2_curri/agv_ws/src/agv_gazebo/worlds/warehouse.sdf의 전체 파일을 11/11 구간으로 작성한다.</a:t>
            </a:r>
          </a:p>
          <a:p>
            <a:r>
              <a:t>[실행] nano ~/ros2_curri/agv_ws/src/agv_gazebo/worlds/warehouse.sdf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1/3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2/3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3/3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1/3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2/3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~/ros2_curri/agv_ws/src/agv_sensors/agv_sensors/imu_monitor.py의 전체 파일을 3/3 구간으로 작성한다.</a:t>
            </a:r>
          </a:p>
          <a:p>
            <a:r>
              <a:t>[실행] nano ~/ros2_curri/agv_ws/src/agv_sensors/agv_sensors/imu_monitor.py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imu_monitor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agv/base_link/imu frame과 angular_velocity·linear_acceleration 필드, average rate를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/imu/data</a:t>
            </a:r>
          </a:p>
          <a:p>
            <a:r>
              <a:t>ros2 topic hz /imu/data</a:t>
            </a:r>
          </a:p>
          <a:p>
            <a:r>
              <a:t>ros2 topic echo /imu/data --once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M15 운영/QoS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M14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IMU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/imu/data의 z축 gyro 값과 noise 설정을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M13 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M14</a:t>
            </a:r>
            <a:br/>
            <a:r>
              <a:t>IMU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M15 운영/QoS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IMU sensor가 base_link에 장착되어 있고 M09 주행이 가능한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M13 /scan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angular_velocity·linear_acceleration·frame_id를 AGV 회전과 가속의 좌표축으로 해석한다.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/imu/data의 z축 gyro 값과 noise 설정을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IMU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/imu/data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imu_monitor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agv_gazebo/models/agv/model.sdf</a:t>
            </a:r>
            <a:br/>
            <a:r>
              <a:t>└── agv_gazebo/worlds/warehouse.sdf</a:t>
            </a:r>
            <a:br/>
            <a:r>
              <a:t>└── agv_gazebo/config/bridge.yaml</a:t>
            </a:r>
            <a:br/>
            <a:r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Gazebo launch 뒤 각 ROS topic을 확인한다.</a:t>
            </a:r>
            <a:br/>
            <a:r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~/ros2_curri/agv_ws/src/agv_gazebo/worlds/warehouse.sdf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센서·물리 system plugin과 warehouse 환경을 함께 여는 Gazebo World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Physics/Sensors/Imu plugin → 환경 → include AGV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World를 다시 열면 Imu system이 /imu/data의 원천을 생성한다.</a:t>
            </a:r>
            <a:br/>
            <a:r>
              <a:t>화면/출력: Gazebo World와 IMU terminal의 frame_id·publish rate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~/ros2_curri/agv_ws/src/agv_sensors/agv_sensors/imu_monitor.py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IMU frame·각속도·가속도를 단위와 함께 출력하는 진단 노드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message header → angular_velocity → linear_acceleration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제자리 회전 명령과 함께 실행해 z축 부호를 비교한다.</a:t>
            </a:r>
            <a:br/>
            <a:r>
              <a:t>화면/출력: IMU terminal의 frame_id와 publish rate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IMU는 로봇 base에 붙은 좌표계에서 회전과 가속을 계속 발행하는 센서입니다.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&lt;sensor name="imu"&gt;, update_rate, Imu system plugin, angular_velocity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World의 gz-sim-imu-system이 없으면 sensor 태그가 있어도 실제 메시지가 나오지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terminal의 agv/base_link/imu frame과 publish rate를 보고 제자리 회전 시 z축을 비교합니다.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Imu message 필드를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z축 angular velocity는 제자리 회전에서 가장 먼저 변화를 보인다.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sensor_msgs/msg/Imu</a:t>
            </a:r>
            <a:br/>
            <a:r>
              <a:t>ros2 topic echo /imu/data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IMU monitor를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출력에 단위와 frame을 함께 남기면 축 오류를 찾기 쉽다.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ros2 run agv_sensors imu_monitor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15/24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16/24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17/24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18/24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19/24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20/24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21/24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22/24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23/24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26/27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</a:t>
            </a:r>
            <a:br/>
            <a:r>
              <a:t>파일 열기: nano ~/ros2_curri/agv_ws/src/agv_gazebo/models/agv/model.sdf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24/24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&lt;world name="warehouse"&gt;</a:t>
            </a:r>
            <a:br/>
            <a:r>
              <a:t>    </a:t>
            </a:r>
            <a:br/>
            <a:r>
              <a:t>  </a:t>
            </a:r>
            <a:br/>
            <a:r>
              <a:t>    &lt;gravity&gt;0 0 -9.8&lt;/gravity&gt;</a:t>
            </a:r>
            <a:br/>
            <a:r>
              <a:t>    </a:t>
            </a:r>
            <a:br/>
            <a:r>
              <a:t>  </a:t>
            </a:r>
            <a:br/>
            <a:r>
              <a:t>    &lt;plugin filename="gz-sim-physics-system" name="gz::sim::systems::Physics"/&gt;</a:t>
            </a:r>
            <a:br/>
            <a:r>
              <a:t>    &lt;plugin filename="gz-sim-user-commands-system"</a:t>
            </a:r>
            <a:br/>
            <a:r>
              <a:t>      name="gz::sim::systems::UserCommands"/&gt;</a:t>
            </a:r>
            <a:br/>
            <a:r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28/38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name="gz::sim::systems::SceneBroadcaster"/&gt;</a:t>
            </a:r>
            <a:br/>
            <a:r>
              <a:t>    &lt;plugin filename="gz-sim-imu-system" name="gz::sim::systems::Imu"/&gt;</a:t>
            </a:r>
            <a:br/>
            <a:r>
              <a:t>    &lt;plugin filename="gz-sim-sensors-system" name="gz::sim::systems::Sensors"/&gt;</a:t>
            </a:r>
            <a:br/>
            <a:r>
              <a:t>    </a:t>
            </a:r>
            <a:br/>
            <a:r>
              <a:t>  </a:t>
            </a:r>
            <a:br/>
            <a:r>
              <a:t>    &lt;light type="directional" name="sun"&gt;</a:t>
            </a:r>
            <a:br/>
            <a:r>
              <a:t>      &lt;pose&gt;0 0 10 0 0 0&lt;/pose&gt;</a:t>
            </a:r>
            <a:br/>
            <a:r>
              <a:t>      &lt;cast_shadows&gt;true&lt;/cast_shadows&gt;</a:t>
            </a:r>
            <a:br/>
            <a:r>
              <a:t>      &lt;direction&gt;-0.5 0.1 -0.9&lt;/direction&gt;</a:t>
            </a:r>
            <a:br/>
            <a:r>
              <a:t>    &lt;/light&gt;</a:t>
            </a:r>
            <a:br/>
            <a:r>
              <a:t>  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29/38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name="ground"&gt;</a:t>
            </a:r>
            <a:br/>
            <a:r>
              <a:t>      &lt;static&gt;true&lt;/static&gt;</a:t>
            </a:r>
            <a:br/>
            <a:r>
              <a:t>      &lt;link name="link"&gt;</a:t>
            </a:r>
            <a:br/>
            <a:r>
              <a:t>        &lt;collision name="collision"&gt;</a:t>
            </a:r>
            <a:br/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30/38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&lt;diffuse&gt;0.65 0.65 0.65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31/38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</a:t>
            </a:r>
            <a:br/>
            <a:r>
              <a:t>    &lt;model name="wall_north"&gt;</a:t>
            </a:r>
            <a:br/>
            <a:r>
              <a:t>      &lt;static&gt;true&lt;/static&gt;</a:t>
            </a:r>
            <a:br/>
            <a:r>
              <a:t>      &lt;pose&gt;0 4 1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32/38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&lt;/collision&gt;</a:t>
            </a:r>
            <a:br/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33/38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name="obstacle"&gt;</a:t>
            </a:r>
            <a:br/>
            <a:r>
              <a:t>      &lt;static&gt;true&lt;/static&gt;</a:t>
            </a:r>
            <a:br/>
            <a:r>
              <a:t>      &lt;pose&gt;1.5 -1.0 0.4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34/38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0.7 0.1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35/38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  &lt;model name="target"&gt;</a:t>
            </a:r>
            <a:br/>
            <a:r>
              <a:t>      &lt;static&gt;true&lt;/static&gt;</a:t>
            </a:r>
            <a:br/>
            <a:r>
              <a:t>      &lt;pose&gt;1.5 0 0.5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36/38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0.05 0.05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37/38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~/ros2_curri/agv_ws/src/agv_gazebo/worlds</a:t>
            </a:r>
            <a:br/>
            <a:r>
              <a:t>파일 열기: nano ~/ros2_curri/agv_ws/src/agv_gazebo/worlds/warehouse.sdf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</a:t>
            </a:r>
            <a:br/>
            <a:r>
              <a:t>    &lt;include&gt;</a:t>
            </a:r>
            <a:br/>
            <a:r>
              <a:t>      &lt;uri&gt;model://agv&lt;/uri&gt;</a:t>
            </a:r>
            <a:br/>
            <a:r>
              <a:t>      &lt;name&gt;agv&lt;/name&gt;</a:t>
            </a:r>
            <a:br/>
            <a:r>
              <a:t>      &lt;pose&gt;0 0 0.08 0 0 0&lt;/pose&gt;</a:t>
            </a:r>
            <a:br/>
            <a:r>
              <a:t>    &lt;/include&gt;</a:t>
            </a:r>
            <a:br/>
            <a:r>
              <a:t>    </a:t>
            </a:r>
            <a:br/>
            <a:br/>
            <a:r>
              <a:t>  &lt;/world&gt;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38/41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39/41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40/41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41/44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Imu</a:t>
            </a:r>
            <a:br/>
            <a:br/>
            <a:r>
              <a:t>class ImuMonitor(Node):</a:t>
            </a:r>
            <a:br/>
            <a:br/>
            <a:r>
              <a:t>    def __init__(self):</a:t>
            </a:r>
            <a:br/>
            <a:r>
              <a:t>        super().__init__('imu_monitor')</a:t>
            </a:r>
            <a:br/>
            <a:r>
              <a:t>        self.create_subscription(Imu, '/imu/data', self.callback,</a:t>
            </a:r>
            <a:br/>
            <a:r>
              <a:t>            qos_profile_sensor_data)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42/44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message):</a:t>
            </a:r>
            <a:br/>
            <a:r>
              <a:t>        self.get_logger().info('gyro z=%.3f rad/s, acceleration z=%.3f m/s²,</a:t>
            </a:r>
            <a:br/>
            <a:r>
              <a:t>            frame=%s' % (message.angular_velocity.z, message.linear_acceleration.z,</a:t>
            </a:r>
            <a:br/>
            <a:r>
              <a:t>            message.header.frame_id), throttle_duration_sec=1.0)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ImuMonitor()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43/44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~/ros2_curri/agv_ws/src/agv_sensors/agv_sensors</a:t>
            </a:r>
            <a:br/>
            <a:r>
              <a:t>파일 열기: nano ~/ros2_curri/agv_ws/src/agv_sensors/agv_sensors/imu_monitor.py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  <a:br/>
            <a:r>
              <a:t># 새 터미널: ros2 run agv_sensors imu_monitor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886" y="1353312"/>
            <a:ext cx="931117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GNOME Terminal: /imu/data의 frame·필드와 publish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6_imu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agv/base_link/imu frame과 angular_velocity·linear_acceleration 필드, average rate를 찾습니다.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/imu/data</a:t>
            </a:r>
            <a:br/>
            <a:r>
              <a:t>ros2 topic hz /imu/data</a:t>
            </a:r>
            <a:br/>
            <a:r>
              <a:t>ros2 topic echo /imu/data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값 축이 예상과 다름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imu_link 축·origin rpy·header.frame_id를 확인한다.</a:t>
            </a:r>
            <a:br/>
            <a:r>
              <a:t>수정 후: ros2 topic info /imu/data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값이 지나치게 요동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noise/bias·update_rate·시뮬레이션 부하를 확인한다.</a:t>
            </a:r>
            <a:br/>
            <a:r>
              <a:t>수정 후: ros2 topic info /imu/data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정지·직진·제자리 회전에서 angular_velocity.z를 각각 기록하고 부호가 어느 동작에서 바뀌는지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/imu/data의 z축 gyro 값과 noise 설정을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blocks/D_sensors/M14_imu_sensor/complete/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M15 운영/QoS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