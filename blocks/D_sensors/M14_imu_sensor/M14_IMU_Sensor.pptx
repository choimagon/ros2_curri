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5/24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6/24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7/24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8/24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9/24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10/24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15/24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16/24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17/24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18/24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19/24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20/24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1/3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2/3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3/3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~/agv_ws/src/agv_sensors/agv_sensors/imu_monitor.py의 전체 파일을 1/3 구간으로 작성한다.</a:t>
            </a:r>
          </a:p>
          <a:p>
            <a:r>
              <a:t>[실행] nano ~/agv_ws/src/agv_sensors/agv_sensors/imu_monitor.py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~/agv_ws/src/agv_sensors/agv_sensors/imu_monitor.py의 전체 파일을 2/3 구간으로 작성한다.</a:t>
            </a:r>
          </a:p>
          <a:p>
            <a:r>
              <a:t>[실행] nano ~/agv_ws/src/agv_sensors/agv_sensors/imu_monitor.py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~/agv_ws/src/agv_sensors/agv_sensors/imu_monitor.py의 전체 파일을 3/3 구간으로 작성한다.</a:t>
            </a:r>
          </a:p>
          <a:p>
            <a:r>
              <a:t>[실행] nano ~/agv_ws/src/agv_sensors/agv_sensors/imu_monitor.py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M14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  <a:br/>
            <a:r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z축 angular velocity는 제자리 회전에서 가장 먼저 변화를 보인다.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sensor_msgs/msg/Imu</a:t>
            </a:r>
            <a:br/>
            <a:r>
              <a:t>ros2 topic echo /imu/data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출력에 단위와 frame을 함께 남기면 축 오류를 찾기 쉽다.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run agv_sensors imu_monitor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30/33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31/33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  <a:br/>
            <a:r>
              <a:t>        self.get_logger().info('gyro z=%.3f rad/s, acceleration z=%.3f m/s²,</a:t>
            </a:r>
            <a:br/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32/33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imu_monitor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/imu/data</a:t>
            </a:r>
            <a:br/>
            <a:r>
              <a:t>ros2 topic hz /imu/data</a:t>
            </a:r>
            <a:br/>
            <a:r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imu_link 축·origin rpy·header.frame_id를 확인한다.</a:t>
            </a:r>
            <a:br/>
            <a:r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noise/bias·update_rate·시뮬레이션 부하를 확인한다.</a:t>
            </a:r>
            <a:br/>
            <a:r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