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imu_monitor: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Float32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super().__init__('lidar_processor')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self.create_publisher(Float32, '/obstacle_distance',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half_angle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front_ranges = [distance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distance in enumerate(scan.ranges) if abs(scan.angle_min + index * scan.angle_increment) &lt;= half_angle and math.isfinite(distance)]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result = Float32(data=min(front_ranges) if front_ranges else float('inf'))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self.publisher.publish(result)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LidarProcessor()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Imu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super().__init__('imu_monitor')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self.create_subscription(Imu, '/imu/data',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self.get_logger().info('gyro z=%.3f rad/s, acceleration z=%.3f m/s²,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frame=%s' % (message.angular_velocity.z, message.linear_acceleration.z,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message.header.frame_id), throttle_duration_sec=1.0)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ImuMonitor()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/imu/data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--verbose /scan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Camera topic의 type·연결 수·실측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LiDAR의 frame·range·실측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IMU frame·필드·실측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sensor display를 같은 Fixed Frame에서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/imu/data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blocks/D_sensors/M15_sensor_operations/complete/agv_ws/src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blocks/D_sensors/M15_sensor_operations/complete/agv_ws/src/.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