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use_sim_time·/clock·QoS·rate·frame_id로 camera/LiDAR/IMU를 공통 점검한다.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모든 sensor 노드가 같은 시뮬레이션 시간과 기대 publish rate를 사용한다.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이전=M12~M14 센서 topic, 다음=M16 제어 interface을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use_sim_time·/clock·QoS·rate·frame_id로 camera/LiDAR/IMU를 공통 점검한다.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모든 sensor 노드가 같은 시뮬레이션 시간과 기대 publish rate를 사용한다.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센서를 동시에 운영할 때는 ‘topic이 있다’보다 시간·QoS·frame·rate가 서로 맞는지가 중요합니다.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camera/LiDAR/IMU terminal과 RViz를 함께 열어 이름·rate·Fixed Frame을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/clock을 안 쓰면 sensor timestamp와 node 시간이 어긋날 수 있다.</a:t>
            </a:r>
          </a:p>
          <a:p>
            <a:r>
              <a:t>[실행] ros2 param get /lidar_processor use_sim_time</a:t>
            </a:r>
          </a:p>
          <a:p>
            <a:r>
              <a:t>ros2 topic echo /clock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topic이 있어도 QoS가 호환되지 않으면 callback이 받지 못할 수 있다.</a:t>
            </a:r>
          </a:p>
          <a:p>
            <a:r>
              <a:t>[실행] ros2 topic hz /scan</a:t>
            </a:r>
          </a:p>
          <a:p>
            <a:r>
              <a:t>ros2 topic hz /imu/data</a:t>
            </a:r>
          </a:p>
          <a:p>
            <a:r>
              <a:t>ros2 topic info --verbose /scan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~/ros2_curri/agv_ws/src/agv_bringup/config/sensors.yaml의 전체 파일을 1/1 구간으로 작성한다.</a:t>
            </a:r>
          </a:p>
          <a:p>
            <a:r>
              <a:t>[실행] nano ~/ros2_curri/agv_ws/src/agv_bringup/config/sensors.yaml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~/ros2_curri/agv_ws/src/agv_gazebo/config/bridge.yaml의 전체 파일을 1/3 구간으로 작성한다.</a:t>
            </a:r>
          </a:p>
          <a:p>
            <a:r>
              <a:t>[실행] nano ~/ros2_curri/agv_ws/src/agv_gazebo/config/bridge.yaml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~/ros2_curri/agv_ws/src/agv_gazebo/config/bridge.yaml의 전체 파일을 2/3 구간으로 작성한다.</a:t>
            </a:r>
          </a:p>
          <a:p>
            <a:r>
              <a:t>[실행] nano ~/ros2_curri/agv_ws/src/agv_gazebo/config/bridge.yaml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~/ros2_curri/agv_ws/src/agv_gazebo/config/bridge.yaml의 전체 파일을 3/3 구간으로 작성한다.</a:t>
            </a:r>
          </a:p>
          <a:p>
            <a:r>
              <a:t>[실행] nano ~/ros2_curri/agv_ws/src/agv_gazebo/config/bridge.yaml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~/ros2_curri/agv_ws/src/agv_sensors/agv_sensors/lidar_processor.py의 전체 파일을 1/3 구간으로 작성한다.</a:t>
            </a:r>
          </a:p>
          <a:p>
            <a:r>
              <a:t>[실행] nano ~/ros2_curri/agv_ws/src/agv_sensors/agv_sensors/lidar_processor.py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~/ros2_curri/agv_ws/src/agv_sensors/agv_sensors/lidar_processor.py의 전체 파일을 2/3 구간으로 작성한다.</a:t>
            </a:r>
          </a:p>
          <a:p>
            <a:r>
              <a:t>[실행] nano ~/ros2_curri/agv_ws/src/agv_sensors/agv_sensors/lidar_processor.py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~/ros2_curri/agv_ws/src/agv_sensors/agv_sensors/lidar_processor.py의 전체 파일을 3/3 구간으로 작성한다.</a:t>
            </a:r>
          </a:p>
          <a:p>
            <a:r>
              <a:t>[실행] nano ~/ros2_curri/agv_ws/src/agv_sensors/agv_sensors/lidar_processor.py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~/ros2_curri/agv_ws/src/agv_sensors/agv_sensors/imu_monitor.py의 전체 파일을 1/3 구간으로 작성한다.</a:t>
            </a:r>
          </a:p>
          <a:p>
            <a:r>
              <a:t>[실행] nano ~/ros2_curri/agv_ws/src/agv_sensors/agv_sensors/imu_monitor.py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~/ros2_curri/agv_ws/src/agv_sensors/agv_sensors/imu_monitor.py의 전체 파일을 2/3 구간으로 작성한다.</a:t>
            </a:r>
          </a:p>
          <a:p>
            <a:r>
              <a:t>[실행] nano ~/ros2_curri/agv_ws/src/agv_sensors/agv_sensors/imu_monitor.py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~/ros2_curri/agv_ws/src/agv_sensors/agv_sensors/imu_monitor.py의 전체 파일을 3/3 구간으로 작성한다.</a:t>
            </a:r>
          </a:p>
          <a:p>
            <a:r>
              <a:t>[실행] nano ~/ros2_curri/agv_ws/src/agv_sensors/agv_sensors/imu_monitor.py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ros2 launch agv_bringup agv_sim.launch.py rviz:=false</a:t>
            </a:r>
          </a:p>
          <a:p>
            <a:r>
              <a:t>[확인] 모든 sensor 노드가 같은 시뮬레이션 시간과 기대 publish rate를 사용한다.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camera가 message를 내보내고 있는지 type·publisher·rate로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SDF 설정값과 실제 range/angle/rate가 논리적으로 맞는지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IMU도 같은 simulation 시간에 갱신되는지 average rate를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camera·LiDAR·IMU 각각을 화면·terminal·frame 기준으로 교차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echo /clock --once</a:t>
            </a:r>
          </a:p>
          <a:p>
            <a:r>
              <a:t>ros2 topic hz /scan</a:t>
            </a:r>
          </a:p>
          <a:p>
            <a:r>
              <a:t>ros2 topic hz /imu/data</a:t>
            </a:r>
          </a:p>
          <a:p>
            <a:r>
              <a:t>ros2 param get /lidar_processor use_sim_time</a:t>
            </a:r>
          </a:p>
          <a:p>
            <a:r>
              <a:t>[확인] 모든 sensor 노드가 같은 시뮬레이션 시간과 기대 publish rate를 사용한다.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M16 제어 interface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M15 · Block D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센서 운영과 동기화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모든 sensor 노드가 같은 시뮬레이션 시간과 기대 publish rate를 사용한다.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M12~M14 센서 topic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M15</a:t>
            </a:r>
            <a:br/>
            <a:r>
              <a:t>센서 운영과 동기화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M16 제어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모든 sensor 노드가 같은 시뮬레이션 시간과 기대 publish rate를 사용한다.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M12~M14에서 세 sensor topic이 각각 존재하는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M12~M14 센서 topic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use_sim_time·/clock·QoS·rate·frame_id로 camera/LiDAR/IMU를 공통 점검한다.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모든 sensor 노드가 같은 시뮬레이션 시간과 기대 publish rate를 사용한다.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/clock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use_sim_time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sensor topic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processing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~/ros2_curri/agv_ws/src/</a:t>
            </a:r>
            <a:br/>
            <a:r>
              <a:t>└── agv_bringup/config/sensors.yaml</a:t>
            </a:r>
            <a:br/>
            <a:r>
              <a:t>└── agv_gazebo/config/bridge.yaml</a:t>
            </a:r>
            <a:br/>
            <a:r>
              <a:t>└── agv_sensors/agv_sensors/lidar_processor.py</a:t>
            </a:r>
            <a:br/>
            <a:r>
              <a:t>└── agv_sensors/agv_sensors/imu_monitor.py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~/ros2_curri/agv_ws/src/agv_bringup/config/sensors.yaml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센서 처리 노드가 공통으로 사용할 use_sim_time 등 실행 파라미터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노드 이름 아래 parameter와 값의 단위를 확인한다.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launch가 YAML을 넘긴 뒤 ros2 param get으로 확인한다.</a:t>
            </a:r>
            <a:br/>
            <a:r>
              <a:t>화면/출력: /clock과 use_sim_time=true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~/ros2_curri/agv_ws/src/agv_gazebo/config/bridge.yaml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Gazebo Transport 메시지와 ROS 2 topic을 방향별로 연결하는 번역표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한 항목에서 ros_topic_name → type → direction을 세 줄씩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parameter_bridge가 이 YAML을 읽도록 launch한다.</a:t>
            </a:r>
            <a:br/>
            <a:r>
              <a:t>화면/출력: ros2 topic info에서 보이는 type과 publisher 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~/ros2_curri/agv_ws/src/agv_sensors/agv_sensors/lidar_processor.py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LaserScan의 전방 sector에서 유효 거리 최소값을 계산하는 안전 입력 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ranges 필터 → 각도 index → minimum → /obstacle_distance publish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 뒤 /scan과 /obstacle_distance를 별 터미널에서 본다.</a:t>
            </a:r>
            <a:br/>
            <a:r>
              <a:t>화면/출력: LiDAR terminal의 frame·range와 RViz LaserScan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~/ros2_curri/agv_ws/src/agv_sensors/agv_sensors/imu_monitor.py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IMU frame·각속도·가속도를 단위와 함께 출력하는 진단 노드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message header → angular_velocity → linear_acceleration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제자리 회전 명령과 함께 실행해 z축 부호를 비교한다.</a:t>
            </a:r>
            <a:br/>
            <a:r>
              <a:t>화면/출력: IMU terminal의 frame_id와 publish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센서를 동시에 운영할 때는 ‘topic이 있다’보다 시간·QoS·frame·rate가 서로 맞는지가 중요합니다.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/clock, use_sim_time, qos_profile_sensor_data, ros2 topic 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SDF update_rate와 실제 hz가 크게 다르면 시뮬레이터 부하·QoS·bridge를 먼저 점검합니다.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camera/LiDAR/IMU terminal과 RViz를 함께 열어 이름·rate·Fixed Frame을 대조합니다.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시뮬레이션 시간을 설정한다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Gazebo /clock을 안 쓰면 sensor timestamp와 node 시간이 어긋날 수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param get /lidar_processor use_sim_time</a:t>
            </a:r>
            <a:br/>
            <a:r>
              <a:t>ros2 topic echo /clock --once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rate와 QoS를 점검한다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topic이 있어도 QoS가 호환되지 않으면 callback이 받지 못할 수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hz /scan</a:t>
            </a:r>
            <a:br/>
            <a:r>
              <a:t>ros2 topic hz /imu/data</a:t>
            </a:r>
            <a:br/>
            <a:r>
              <a:t>ros2 topic info --verbose /scan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~/ros2_curri/agv_ws/src/agv_bringup/config/sensors.yaml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3/4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~/ros2_curri/agv_ws/src/agv_bringup/config</a:t>
            </a:r>
            <a:br/>
            <a:r>
              <a:t>파일 열기: nano ~/ros2_curri/agv_ws/src/agv_bringup/config/sensors.yaml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lidar_processor: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front_half_angle_deg: 15.0</a:t>
            </a:r>
            <a:br/>
            <a:r>
              <a:t>imu_monitor:</a:t>
            </a:r>
            <a:br/>
            <a:r>
              <a:t>  ros__parameters:</a:t>
            </a:r>
            <a:br/>
            <a:r>
              <a:t>    use_sim_time: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~/ros2_curri/agv_ws/src/agv_gazebo/config</a:t>
            </a:r>
            <a:br/>
            <a:r>
              <a:t>파일 열기: nano ~/ros2_curri/agv_ws/src/agv_gazebo/config/bridge.yaml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- ros_topic_name: "/cmd_vel"</a:t>
            </a:r>
            <a:br/>
            <a:r>
              <a:t>  gz_topic_name: "/cmd_vel"</a:t>
            </a:r>
            <a:br/>
            <a:r>
              <a:t>  ros_type_name: "geometry_msgs/msg/Twist"</a:t>
            </a:r>
            <a:br/>
            <a:r>
              <a:t>  gz_type_name: "gz.msgs.Twist"</a:t>
            </a:r>
            <a:br/>
            <a:r>
              <a:t>  direction: ROS_TO_GZ</a:t>
            </a:r>
            <a:br/>
            <a:r>
              <a:t>- ros_topic_name: "/odom"</a:t>
            </a:r>
            <a:br/>
            <a:r>
              <a:t>  gz_topic_name: "/odom"</a:t>
            </a:r>
            <a:br/>
            <a:r>
              <a:t>  ros_type_name: "nav_msgs/msg/Odometry"</a:t>
            </a:r>
            <a:br/>
            <a:r>
              <a:t>  gz_type_name: "gz.msgs.Odometry"</a:t>
            </a:r>
            <a:br/>
            <a:r>
              <a:t>  direction: GZ_TO_ROS</a:t>
            </a:r>
            <a:br/>
            <a:r>
              <a:t>- ros_topic_name: "/scan"</a:t>
            </a:r>
            <a:br/>
            <a:r>
              <a:t>  gz_topic_name: "/scan"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~/ros2_curri/agv_ws/src/agv_gazebo/config</a:t>
            </a:r>
            <a:br/>
            <a:r>
              <a:t>파일 열기: nano ~/ros2_curri/agv_ws/src/agv_gazebo/config/bridge.yaml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ros_type_name: "sensor_msgs/msg/LaserScan"</a:t>
            </a:r>
            <a:br/>
            <a:r>
              <a:t>  gz_type_name: "gz.msgs.LaserScan"</a:t>
            </a:r>
            <a:br/>
            <a:r>
              <a:t>  direction: GZ_TO_ROS</a:t>
            </a:r>
            <a:br/>
            <a:r>
              <a:t>- ros_topic_name: "/imu/data"</a:t>
            </a:r>
            <a:br/>
            <a:r>
              <a:t>  gz_topic_name: "/imu/data"</a:t>
            </a:r>
            <a:br/>
            <a:r>
              <a:t>  ros_type_name: "sensor_msgs/msg/Imu"</a:t>
            </a:r>
            <a:br/>
            <a:r>
              <a:t>  gz_type_name: "gz.msgs.IMU"</a:t>
            </a:r>
            <a:br/>
            <a:r>
              <a:t>  direction: GZ_TO_ROS</a:t>
            </a:r>
            <a:br/>
            <a:r>
              <a:t>- ros_topic_name: "/camera/image_raw"</a:t>
            </a:r>
            <a:br/>
            <a:r>
              <a:t>  gz_topic_name: "/camera/image_raw"</a:t>
            </a:r>
            <a:br/>
            <a:r>
              <a:t>  ros_type_name: "sensor_msgs/msg/Image"</a:t>
            </a:r>
            <a:br/>
            <a:r>
              <a:t>  gz_type_name: "gz.msgs.Image"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~/ros2_curri/agv_ws/src/agv_gazebo/config</a:t>
            </a:r>
            <a:br/>
            <a:r>
              <a:t>파일 열기: nano ~/ros2_curri/agv_ws/src/agv_gazebo/config/bridge.yaml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direction: GZ_TO_ROS</a:t>
            </a:r>
            <a:br/>
            <a:r>
              <a:t>- ros_topic_name: "/clock"</a:t>
            </a:r>
            <a:br/>
            <a:r>
              <a:t>  gz_topic_name: "/clock"</a:t>
            </a:r>
            <a:br/>
            <a:r>
              <a:t>  ros_type_name: "rosgraph_msgs/msg/Clock"</a:t>
            </a:r>
            <a:br/>
            <a:r>
              <a:t>  gz_type_name: "gz.msgs.Clock"</a:t>
            </a:r>
            <a:br/>
            <a:r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~/ros2_curri/agv_ws/src/agv_sensors/agv_sensors</a:t>
            </a:r>
            <a:br/>
            <a:r>
              <a:t>파일 열기: nano ~/ros2_curri/agv_ws/src/agv_sensors/agv_sensors/lidar_processor.py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math</a:t>
            </a:r>
            <a:br/>
            <a:r>
              <a:t>import rclpy</a:t>
            </a:r>
            <a:br/>
            <a:r>
              <a:t>from rclpy.node import Node</a:t>
            </a:r>
            <a:br/>
            <a:r>
              <a:t>from rclpy.qos import qos_profile_sensor_data</a:t>
            </a:r>
            <a:br/>
            <a:r>
              <a:t>from sensor_msgs.msg import LaserScan</a:t>
            </a:r>
            <a:br/>
            <a:r>
              <a:t>from std_msgs.msg import Float32</a:t>
            </a:r>
            <a:br/>
            <a:br/>
            <a:r>
              <a:t>class LidarProcessor(Node):</a:t>
            </a:r>
            <a:br/>
            <a:br/>
            <a:r>
              <a:t>    def __init__(self):</a:t>
            </a:r>
            <a:br/>
            <a:r>
              <a:t>        super().__init__('lidar_processor')</a:t>
            </a:r>
            <a:br/>
            <a:r>
              <a:t>        self.declare_parameter('front_half_angle_deg', 15.0)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8/10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~/ros2_curri/agv_ws/src/agv_sensors/agv_sensors</a:t>
            </a:r>
            <a:br/>
            <a:r>
              <a:t>파일 열기: nano ~/ros2_curri/agv_ws/src/agv_sensors/agv_sensors/lidar_processor.py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self.subscription = self.create_subscription(LaserScan, '/scan', self.callback,</a:t>
            </a:r>
            <a:br/>
            <a:r>
              <a:t>            qos_profile_sensor_data)</a:t>
            </a:r>
            <a:br/>
            <a:r>
              <a:t>        self.publisher = self.create_publisher(Float32, '/obstacle_distance', 10)</a:t>
            </a:r>
            <a:br/>
            <a:br/>
            <a:r>
              <a:t>    def callback(self, scan):</a:t>
            </a:r>
            <a:br/>
            <a:r>
              <a:t>        half_angle = math.radians(self.get_parameter('front_half_angle_deg').value)</a:t>
            </a:r>
            <a:br/>
            <a:r>
              <a:t>        front_ranges = [distance for index,</a:t>
            </a:r>
            <a:br/>
            <a:r>
              <a:t>            distance in enumerate(scan.ranges) if abs(scan.angle_min + index * scan.angle_increment) &lt;= half_angle and math.isfinite(distance)]</a:t>
            </a:r>
            <a:br/>
            <a:r>
              <a:t>        result = Float32(data=min(front_ranges) if front_ranges else float('inf'))</a:t>
            </a:r>
            <a:br/>
            <a:r>
              <a:t>        self.publisher.publish(result)</a:t>
            </a:r>
            <a:br/>
            <a:br/>
            <a:r>
              <a:t>def main():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9/10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~/ros2_curri/agv_ws/src/agv_sensors/agv_sensors</a:t>
            </a:r>
            <a:br/>
            <a:r>
              <a:t>파일 열기: nano ~/ros2_curri/agv_ws/src/agv_sensors/agv_sensors/lidar_processor.py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rclpy.init()</a:t>
            </a:r>
            <a:br/>
            <a:r>
              <a:t>    node = LidarProcessor()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10/13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~/ros2_curri/agv_ws/src/agv_sensors/agv_sensors</a:t>
            </a:r>
            <a:br/>
            <a:r>
              <a:t>파일 열기: nano ~/ros2_curri/agv_ws/src/agv_sensors/agv_sensors/imu_monitor.py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rclpy.qos import qos_profile_sensor_data</a:t>
            </a:r>
            <a:br/>
            <a:r>
              <a:t>from sensor_msgs.msg import Imu</a:t>
            </a:r>
            <a:br/>
            <a:br/>
            <a:r>
              <a:t>class ImuMonitor(Node):</a:t>
            </a:r>
            <a:br/>
            <a:br/>
            <a:r>
              <a:t>    def __init__(self):</a:t>
            </a:r>
            <a:br/>
            <a:r>
              <a:t>        super().__init__('imu_monitor')</a:t>
            </a:r>
            <a:br/>
            <a:r>
              <a:t>        self.create_subscription(Imu, '/imu/data', self.callback,</a:t>
            </a:r>
            <a:br/>
            <a:r>
              <a:t>            qos_profile_sensor_data)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11/13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~/ros2_curri/agv_ws/src/agv_sensors/agv_sensors</a:t>
            </a:r>
            <a:br/>
            <a:r>
              <a:t>파일 열기: nano ~/ros2_curri/agv_ws/src/agv_sensors/agv_sensors/imu_monitor.py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def callback(self, message):</a:t>
            </a:r>
            <a:br/>
            <a:r>
              <a:t>        self.get_logger().info('gyro z=%.3f rad/s, acceleration z=%.3f m/s²,</a:t>
            </a:r>
            <a:br/>
            <a:r>
              <a:t>            frame=%s' % (message.angular_velocity.z, message.linear_acceleration.z,</a:t>
            </a:r>
            <a:br/>
            <a:r>
              <a:t>            message.header.frame_id), throttle_duration_sec=1.0)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ImuMonitor()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12/13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~/ros2_curri/agv_ws/src/agv_sensors/agv_sensors</a:t>
            </a:r>
            <a:br/>
            <a:r>
              <a:t>파일 열기: nano ~/ros2_curri/agv_ws/src/agv_sensors/agv_sensors/imu_monitor.py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launch agv_bringup agv_sim.launch.py rviz:=false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모든 sensor 노드가 같은 시뮬레이션 시간과 기대 publish rate를 사용한다.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453970"/>
            <a:ext cx="10607040" cy="4599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terminal: Camera topic의 type·연결 수·실측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2_camera_terminal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camera가 message를 내보내고 있는지 type·publisher·rate로 확인합니다.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terminal: LiDAR의 frame·range·실측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5_lidar_terminal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SDF 설정값과 실제 range/angle/rate가 논리적으로 맞는지 대조합니다.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terminal: IMU frame·필드·실측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6_imu_terminal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IMU도 같은 simulation 시간에 갱신되는지 average rate를 확인합니다.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RViz2: sensor display를 같은 Fixed Frame에서 대조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3_rviz_sensor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09" y="1353312"/>
            <a:ext cx="62461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camera·LiDAR·IMU 각각을 화면·terminal·frame 기준으로 교차 확인합니다.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echo /clock --once</a:t>
            </a:r>
            <a:br/>
            <a:r>
              <a:t>ros2 topic hz /scan</a:t>
            </a:r>
            <a:br/>
            <a:r>
              <a:t>ros2 topic hz /imu/data</a:t>
            </a:r>
            <a:br/>
            <a:r>
              <a:t>ros2 param get /lidar_processor use_sim_time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모든 sensor 노드가 같은 시뮬레이션 시간과 기대 publish rate를 사용한다.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ROS 노드 시간이 안 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use_sim_time과 /clock bridge를 확인한다.</a:t>
            </a:r>
            <a:br/>
            <a:r>
              <a:t>수정 후: ros2 topic echo /clock --once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topic은 있는데 subscriber가 못 받음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publisher/subscriber QoS reliability 호환을 확인한다.</a:t>
            </a:r>
            <a:br/>
            <a:r>
              <a:t>수정 후: ros2 topic echo /clock --once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/scan과 /imu/data의 hz를 표로 기록하고 SDF update_rate 10/100 Hz와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모든 sensor 노드가 같은 시뮬레이션 시간과 기대 publish rate를 사용한다.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blocks/D_sensors/M15_sensor_operations/complete/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M16 제어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M15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