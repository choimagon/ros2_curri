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use_sim_time·/clock·QoS·rate·frame_id로 camera/LiDAR/IMU를 공통 점검한다.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모든 sensor 노드가 같은 시뮬레이션 시간과 기대 publish rate를 사용한다.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이전=M12~M14 센서 topic, 다음=M16 제어 interface을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use_sim_time·/clock·QoS·rate·frame_id로 camera/LiDAR/IMU를 공통 점검한다.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모든 sensor 노드가 같은 시뮬레이션 시간과 기대 publish rate를 사용한다.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 /clock을 안 쓰면 sensor timestamp와 node 시간이 어긋날 수 있다.</a:t>
            </a:r>
          </a:p>
          <a:p>
            <a:r>
              <a:t>[실행] ros2 param get /lidar_processor use_sim_time</a:t>
            </a:r>
          </a:p>
          <a:p>
            <a:r>
              <a:t>ros2 topic echo /clock --once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topic이 있어도 QoS가 호환되지 않으면 callback이 받지 못할 수 있다.</a:t>
            </a:r>
          </a:p>
          <a:p>
            <a:r>
              <a:t>[실행] ros2 topic hz /scan</a:t>
            </a:r>
          </a:p>
          <a:p>
            <a:r>
              <a:t>ros2 topic hz /imu/data</a:t>
            </a:r>
          </a:p>
          <a:p>
            <a:r>
              <a:t>ros2 topic info --verbose /scan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~/agv_ws/src/agv_bringup/config/sensors.yaml의 전체 파일을 1/1 구간으로 작성한다.</a:t>
            </a:r>
          </a:p>
          <a:p>
            <a:r>
              <a:t>[실행] nano ~/agv_ws/src/agv_bringup/config/sensors.yaml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~/agv_ws/src/agv_gazebo/config/bridge.yaml의 전체 파일을 1/3 구간으로 작성한다.</a:t>
            </a:r>
          </a:p>
          <a:p>
            <a:r>
              <a:t>[실행] nano ~/agv_ws/src/agv_gazebo/config/bridge.yaml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~/agv_ws/src/agv_gazebo/config/bridge.yaml의 전체 파일을 2/3 구간으로 작성한다.</a:t>
            </a:r>
          </a:p>
          <a:p>
            <a:r>
              <a:t>[실행] nano ~/agv_ws/src/agv_gazebo/config/bridge.yaml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~/agv_ws/src/agv_gazebo/config/bridge.yaml의 전체 파일을 3/3 구간으로 작성한다.</a:t>
            </a:r>
          </a:p>
          <a:p>
            <a:r>
              <a:t>[실행] nano ~/agv_ws/src/agv_gazebo/config/bridge.yaml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~/agv_ws/src/agv_sensors/agv_sensors/lidar_processor.py의 전체 파일을 1/3 구간으로 작성한다.</a:t>
            </a:r>
          </a:p>
          <a:p>
            <a:r>
              <a:t>[실행] nano ~/agv_ws/src/agv_sensors/agv_sensors/lidar_processor.py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~/agv_ws/src/agv_sensors/agv_sensors/lidar_processor.py의 전체 파일을 2/3 구간으로 작성한다.</a:t>
            </a:r>
          </a:p>
          <a:p>
            <a:r>
              <a:t>[실행] nano ~/agv_ws/src/agv_sensors/agv_sensors/lidar_processor.py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~/agv_ws/src/agv_sensors/agv_sensors/lidar_processor.py의 전체 파일을 3/3 구간으로 작성한다.</a:t>
            </a:r>
          </a:p>
          <a:p>
            <a:r>
              <a:t>[실행] nano ~/agv_ws/src/agv_sensors/agv_sensors/lidar_processor.py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~/agv_ws/src/agv_sensors/agv_sensors/imu_monitor.py의 전체 파일을 1/3 구간으로 작성한다.</a:t>
            </a:r>
          </a:p>
          <a:p>
            <a:r>
              <a:t>[실행] nano ~/agv_ws/src/agv_sensors/agv_sensors/imu_monitor.py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~/agv_ws/src/agv_sensors/agv_sensors/imu_monitor.py의 전체 파일을 2/3 구간으로 작성한다.</a:t>
            </a:r>
          </a:p>
          <a:p>
            <a:r>
              <a:t>[실행] nano ~/agv_ws/src/agv_sensors/agv_sensors/imu_monitor.py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~/agv_ws/src/agv_sensors/agv_sensors/imu_monitor.py의 전체 파일을 3/3 구간으로 작성한다.</a:t>
            </a:r>
          </a:p>
          <a:p>
            <a:r>
              <a:t>[실행] nano ~/agv_ws/src/agv_sensors/agv_sensors/imu_monitor.py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ros2 launch agv_bringup agv_sim.launch.py rviz:=false</a:t>
            </a:r>
          </a:p>
          <a:p>
            <a:r>
              <a:t>[확인] 모든 sensor 노드가 같은 시뮬레이션 시간과 기대 publish rate를 사용한다.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echo /clock --once</a:t>
            </a:r>
          </a:p>
          <a:p>
            <a:r>
              <a:t>ros2 topic hz /scan</a:t>
            </a:r>
          </a:p>
          <a:p>
            <a:r>
              <a:t>ros2 topic hz /imu/data</a:t>
            </a:r>
          </a:p>
          <a:p>
            <a:r>
              <a:t>ros2 param get /lidar_processor use_sim_time</a:t>
            </a:r>
          </a:p>
          <a:p>
            <a:r>
              <a:t>[확인] 모든 sensor 노드가 같은 시뮬레이션 시간과 기대 publish rate를 사용한다.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M16 제어 interface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M15 · Block D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센서 운영과 동기화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모든 sensor 노드가 같은 시뮬레이션 시간과 기대 publish rate를 사용한다.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M12~M14 센서 topic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M15</a:t>
            </a:r>
            <a:br/>
            <a:r>
              <a:t>센서 운영과 동기화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M16 제어 interface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모든 sensor 노드가 같은 시뮬레이션 시간과 기대 publish rate를 사용한다.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M12~M14에서 세 sensor topic이 각각 존재하는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M12~M14 센서 topic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use_sim_time·/clock·QoS·rate·frame_id로 camera/LiDAR/IMU를 공통 점검한다.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모든 sensor 노드가 같은 시뮬레이션 시간과 기대 publish rate를 사용한다.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/clock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use_sim_time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sensor topic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processing node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~/agv_ws/src/</a:t>
            </a:r>
            <a:br/>
            <a:r>
              <a:t>└── agv_bringup/config/sensors.yaml</a:t>
            </a:r>
            <a:br/>
            <a:r>
              <a:t>└── agv_gazebo/config/bridge.yaml</a:t>
            </a:r>
            <a:br/>
            <a:r>
              <a:t>└── agv_sensors/agv_sensors/lidar_processor.py</a:t>
            </a:r>
            <a:br/>
            <a:r>
              <a:t>└── agv_sensors/agv_sensors/imu_monitor.py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시뮬레이션 시간을 설정한다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1/2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Gazebo /clock을 안 쓰면 sensor timestamp와 node 시간이 어긋날 수 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param get /lidar_processor use_sim_time</a:t>
            </a:r>
            <a:br/>
            <a:r>
              <a:t>ros2 topic echo /clock --once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rate와 QoS를 점검한다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2/2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topic이 있어도 QoS가 호환되지 않으면 callback이 받지 못할 수 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hz /scan</a:t>
            </a:r>
            <a:br/>
            <a:r>
              <a:t>ros2 topic hz /imu/data</a:t>
            </a:r>
            <a:br/>
            <a:r>
              <a:t>ros2 topic info --verbose /scan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~/agv_ws/src/agv_bringup/config/sensors.yaml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3/4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~/agv_ws/src/agv_bringup/config</a:t>
            </a:r>
            <a:br/>
            <a:r>
              <a:t>파일 열기: nano ~/agv_ws/src/agv_bringup/config/sensors.yaml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lidar_processor:</a:t>
            </a:r>
            <a:br/>
            <a:r>
              <a:t>  ros__parameters:</a:t>
            </a:r>
            <a:br/>
            <a:r>
              <a:t>    use_sim_time: true</a:t>
            </a:r>
            <a:br/>
            <a:r>
              <a:t>    front_half_angle_deg: 15.0</a:t>
            </a:r>
            <a:br/>
            <a:r>
              <a:t>imu_monitor:</a:t>
            </a:r>
            <a:br/>
            <a:r>
              <a:t>  ros__parameters:</a:t>
            </a:r>
            <a:br/>
            <a:r>
              <a:t>    use_sim_time: true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4/7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~/agv_ws/src/agv_gazebo/config</a:t>
            </a:r>
            <a:br/>
            <a:r>
              <a:t>파일 열기: nano ~/agv_ws/src/agv_gazebo/config/bridge.yaml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- ros_topic_name: "/cmd_vel"</a:t>
            </a:r>
            <a:br/>
            <a:r>
              <a:t>  gz_topic_name: "/cmd_vel"</a:t>
            </a:r>
            <a:br/>
            <a:r>
              <a:t>  ros_type_name: "geometry_msgs/msg/Twist"</a:t>
            </a:r>
            <a:br/>
            <a:r>
              <a:t>  gz_type_name: "gz.msgs.Twist"</a:t>
            </a:r>
            <a:br/>
            <a:r>
              <a:t>  direction: ROS_TO_GZ</a:t>
            </a:r>
            <a:br/>
            <a:r>
              <a:t>- ros_topic_name: "/odom"</a:t>
            </a:r>
            <a:br/>
            <a:r>
              <a:t>  gz_topic_name: "/odom"</a:t>
            </a:r>
            <a:br/>
            <a:r>
              <a:t>  ros_type_name: "nav_msgs/msg/Odometry"</a:t>
            </a:r>
            <a:br/>
            <a:r>
              <a:t>  gz_type_name: "gz.msgs.Odometry"</a:t>
            </a:r>
            <a:br/>
            <a:r>
              <a:t>  direction: GZ_TO_ROS</a:t>
            </a:r>
            <a:br/>
            <a:r>
              <a:t>- ros_topic_name: "/scan"</a:t>
            </a:r>
            <a:br/>
            <a:r>
              <a:t>  gz_topic_name: "/scan"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5/7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~/agv_ws/src/agv_gazebo/config</a:t>
            </a:r>
            <a:br/>
            <a:r>
              <a:t>파일 열기: nano ~/agv_ws/src/agv_gazebo/config/bridge.yaml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ros_type_name: "sensor_msgs/msg/LaserScan"</a:t>
            </a:r>
            <a:br/>
            <a:r>
              <a:t>  gz_type_name: "gz.msgs.LaserScan"</a:t>
            </a:r>
            <a:br/>
            <a:r>
              <a:t>  direction: GZ_TO_ROS</a:t>
            </a:r>
            <a:br/>
            <a:r>
              <a:t>- ros_topic_name: "/imu/data"</a:t>
            </a:r>
            <a:br/>
            <a:r>
              <a:t>  gz_topic_name: "/imu/data"</a:t>
            </a:r>
            <a:br/>
            <a:r>
              <a:t>  ros_type_name: "sensor_msgs/msg/Imu"</a:t>
            </a:r>
            <a:br/>
            <a:r>
              <a:t>  gz_type_name: "gz.msgs.IMU"</a:t>
            </a:r>
            <a:br/>
            <a:r>
              <a:t>  direction: GZ_TO_ROS</a:t>
            </a:r>
            <a:br/>
            <a:r>
              <a:t>- ros_topic_name: "/camera/image_raw"</a:t>
            </a:r>
            <a:br/>
            <a:r>
              <a:t>  gz_topic_name: "/camera/image_raw"</a:t>
            </a:r>
            <a:br/>
            <a:r>
              <a:t>  ros_type_name: "sensor_msgs/msg/Image"</a:t>
            </a:r>
            <a:br/>
            <a:r>
              <a:t>  gz_type_name: "gz.msgs.Image"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6/7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~/agv_ws/src/agv_gazebo/config</a:t>
            </a:r>
            <a:br/>
            <a:r>
              <a:t>파일 열기: nano ~/agv_ws/src/agv_gazebo/config/bridge.yaml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direction: GZ_TO_ROS</a:t>
            </a:r>
            <a:br/>
            <a:r>
              <a:t>- ros_topic_name: "/clock"</a:t>
            </a:r>
            <a:br/>
            <a:r>
              <a:t>  gz_topic_name: "/clock"</a:t>
            </a:r>
            <a:br/>
            <a:r>
              <a:t>  ros_type_name: "rosgraph_msgs/msg/Clock"</a:t>
            </a:r>
            <a:br/>
            <a:r>
              <a:t>  gz_type_name: "gz.msgs.Clock"</a:t>
            </a:r>
            <a:br/>
            <a:r>
              <a:t>  direction: GZ_TO_ROS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7/10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~/agv_ws/src/agv_sensors/agv_sensors</a:t>
            </a:r>
            <a:br/>
            <a:r>
              <a:t>파일 열기: nano ~/agv_ws/src/agv_sensors/agv_sensors/lidar_processor.py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math</a:t>
            </a:r>
            <a:br/>
            <a:r>
              <a:t>import rclpy</a:t>
            </a:r>
            <a:br/>
            <a:r>
              <a:t>from rclpy.node import Node</a:t>
            </a:r>
            <a:br/>
            <a:r>
              <a:t>from rclpy.qos import qos_profile_sensor_data</a:t>
            </a:r>
            <a:br/>
            <a:r>
              <a:t>from sensor_msgs.msg import LaserScan</a:t>
            </a:r>
            <a:br/>
            <a:r>
              <a:t>from std_msgs.msg import Float32</a:t>
            </a:r>
            <a:br/>
            <a:br/>
            <a:r>
              <a:t>class LidarProcessor(Node):</a:t>
            </a:r>
            <a:br/>
            <a:br/>
            <a:r>
              <a:t>    def __init__(self):</a:t>
            </a:r>
            <a:br/>
            <a:r>
              <a:t>        super().__init__('lidar_processor')</a:t>
            </a:r>
            <a:br/>
            <a:r>
              <a:t>        self.declare_parameter('front_half_angle_deg', 15.0)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8/10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~/agv_ws/src/agv_sensors/agv_sensors</a:t>
            </a:r>
            <a:br/>
            <a:r>
              <a:t>파일 열기: nano ~/agv_ws/src/agv_sensors/agv_sensors/lidar_processor.py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self.subscription = self.create_subscription(LaserScan, '/scan', self.callback,</a:t>
            </a:r>
            <a:br/>
            <a:r>
              <a:t>            qos_profile_sensor_data)</a:t>
            </a:r>
            <a:br/>
            <a:r>
              <a:t>        self.publisher = self.create_publisher(Float32, '/obstacle_distance', 10)</a:t>
            </a:r>
            <a:br/>
            <a:br/>
            <a:r>
              <a:t>    def callback(self, scan):</a:t>
            </a:r>
            <a:br/>
            <a:r>
              <a:t>        half_angle = math.radians(self.get_parameter('front_half_angle_deg').value)</a:t>
            </a:r>
            <a:br/>
            <a:r>
              <a:t>        front_ranges = [distance for index,</a:t>
            </a:r>
            <a:br/>
            <a:r>
              <a:t>            distance in enumerate(scan.ranges) if abs(scan.angle_min + index * scan.angle_increment) &lt;= half_angle and math.isfinite(distance)]</a:t>
            </a:r>
            <a:br/>
            <a:r>
              <a:t>        result = Float32(data=min(front_ranges) if front_ranges else float('inf'))</a:t>
            </a:r>
            <a:br/>
            <a:r>
              <a:t>        self.publisher.publish(result)</a:t>
            </a:r>
            <a:br/>
            <a:br/>
            <a:r>
              <a:t>def main():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9/10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~/agv_ws/src/agv_sensors/agv_sensors</a:t>
            </a:r>
            <a:br/>
            <a:r>
              <a:t>파일 열기: nano ~/agv_ws/src/agv_sensors/agv_sensors/lidar_processor.py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rclpy.init()</a:t>
            </a:r>
            <a:br/>
            <a:r>
              <a:t>    node = LidarProcessor()</a:t>
            </a:r>
            <a:br/>
            <a:r>
              <a:t>    try:</a:t>
            </a:r>
            <a:br/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  <a:br/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  <a:br/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~/agv_ws/src/agv_sensors/agv_sensors/imu_monitor.py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10/13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~/agv_ws/src/agv_sensors/agv_sensors</a:t>
            </a:r>
            <a:br/>
            <a:r>
              <a:t>파일 열기: nano ~/agv_ws/src/agv_sensors/agv_sensors/imu_monitor.py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  <a:br/>
            <a:r>
              <a:t>from rclpy.node import Node</a:t>
            </a:r>
            <a:br/>
            <a:r>
              <a:t>from rclpy.qos import qos_profile_sensor_data</a:t>
            </a:r>
            <a:br/>
            <a:r>
              <a:t>from sensor_msgs.msg import Imu</a:t>
            </a:r>
            <a:br/>
            <a:br/>
            <a:r>
              <a:t>class ImuMonitor(Node):</a:t>
            </a:r>
            <a:br/>
            <a:br/>
            <a:r>
              <a:t>    def __init__(self):</a:t>
            </a:r>
            <a:br/>
            <a:r>
              <a:t>        super().__init__('imu_monitor')</a:t>
            </a:r>
            <a:br/>
            <a:r>
              <a:t>        self.create_subscription(Imu, '/imu/data', self.callback,</a:t>
            </a:r>
            <a:br/>
            <a:r>
              <a:t>            qos_profile_sensor_data)</a:t>
            </a:r>
            <a:br/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~/agv_ws/src/agv_sensors/agv_sensors/imu_monitor.py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11/13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~/agv_ws/src/agv_sensors/agv_sensors</a:t>
            </a:r>
            <a:br/>
            <a:r>
              <a:t>파일 열기: nano ~/agv_ws/src/agv_sensors/agv_sensors/imu_monitor.py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def callback(self, message):</a:t>
            </a:r>
            <a:br/>
            <a:r>
              <a:t>        self.get_logger().info('gyro z=%.3f rad/s, acceleration z=%.3f m/s²,</a:t>
            </a:r>
            <a:br/>
            <a:r>
              <a:t>            frame=%s' % (message.angular_velocity.z, message.linear_acceleration.z,</a:t>
            </a:r>
            <a:br/>
            <a:r>
              <a:t>            message.header.frame_id), throttle_duration_sec=1.0)</a:t>
            </a:r>
            <a:br/>
            <a:br/>
            <a:r>
              <a:t>def main():</a:t>
            </a:r>
            <a:br/>
            <a:r>
              <a:t>    rclpy.init()</a:t>
            </a:r>
            <a:br/>
            <a:r>
              <a:t>    node = ImuMonitor()</a:t>
            </a:r>
            <a:br/>
            <a:r>
              <a:t>    try:</a:t>
            </a:r>
            <a:br/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~/agv_ws/src/agv_sensors/agv_sensors/imu_monitor.py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12/13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~/agv_ws/src/agv_sensors/agv_sensors</a:t>
            </a:r>
            <a:br/>
            <a:r>
              <a:t>파일 열기: nano ~/agv_ws/src/agv_sensors/agv_sensors/imu_monitor.py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  <a:br/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launch agv_bringup agv_sim.launch.py rviz:=false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모든 sensor 노드가 같은 시뮬레이션 시간과 기대 publish rate를 사용한다.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453970"/>
            <a:ext cx="10607040" cy="45992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echo /clock --once</a:t>
            </a:r>
            <a:br/>
            <a:r>
              <a:t>ros2 topic hz /scan</a:t>
            </a:r>
            <a:br/>
            <a:r>
              <a:t>ros2 topic hz /imu/data</a:t>
            </a:r>
            <a:br/>
            <a:r>
              <a:t>ros2 param get /lidar_processor use_sim_time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모든 sensor 노드가 같은 시뮬레이션 시간과 기대 publish rate를 사용한다.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ROS 노드 시간이 안 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use_sim_time과 /clock bridge를 확인한다.</a:t>
            </a:r>
            <a:br/>
            <a:r>
              <a:t>수정 후: ros2 topic echo /clock --once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topic은 있는데 subscriber가 못 받음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publisher/subscriber QoS reliability 호환을 확인한다.</a:t>
            </a:r>
            <a:br/>
            <a:r>
              <a:t>수정 후: ros2 topic echo /clock --once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/scan과 /imu/data의 hz를 표로 기록하고 SDF update_rate 10/100 Hz와 비교한다.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모든 sensor 노드가 같은 시뮬레이션 시간과 기대 publish rate를 사용한다.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Complete 파일: blocks/D_sensors/M15_sensor_operations/complete/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M16 제어 interface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