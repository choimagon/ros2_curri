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camera가 message를 내보내고 있는지 type·publisher·rate로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SDF 설정값과 실제 range/angle/rate가 논리적으로 맞는지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IMU도 같은 simulation 시간에 갱신되는지 average rate를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camera·LiDAR·IMU 각각을 화면·terminal·frame 기준으로 교차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센서를 동시에 운영할 때는 ‘topic이 있다’보다 시간·QoS·frame·rate가 서로 맞는지가 중요합니다.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camera/LiDAR/IMU terminal과 RViz를 함께 열어 이름·rate·Fixed Frame을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blocks/D_sensors/M15_sensor_operations/complete/agv_ws/src || true</a:t>
            </a:r>
          </a:p>
          <a:p>
            <a:r>
              <a:t>cp -a my_agv_ws/src my_agv_ws/src_before_M15</a:t>
            </a:r>
          </a:p>
          <a:p>
            <a:r>
              <a:t>cp -a blocks/D_sensors/M15_sensor_operations/complete/agv_ws/src/.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M15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  <a:br/>
            <a:r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Camera topic의 type·연결 수·실측 rate  |  나중에 확인할 것: camera가 message를 내보내고 있는지 type·publisher·rate로 확인합니다.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LiDAR의 frame·range·실측 rate  |  나중에 확인할 것: SDF 설정값과 실제 range/angle/rate가 논리적으로 맞는지 대조합니다.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IMU frame·필드·실측 rate  |  나중에 확인할 것: IMU도 같은 simulation 시간에 갱신되는지 average rate를 확인합니다.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sensor display를 같은 Fixed Frame에서 대조  |  나중에 확인할 것: camera·LiDAR·IMU 각각을 화면·terminal·frame 기준으로 교차 확인합니다.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agv_bringup/config/sensors.yaml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노드 이름 아래 parameter와 값의 단위를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launch가 YAML을 넘긴 뒤 ros2 param get으로 확인한다.</a:t>
            </a:r>
            <a:br/>
            <a:r>
              <a:t>화면/출력: /clock과 use_sim_time=true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제자리 회전 명령과 함께 실행해 z축 부호를 비교한다.</a:t>
            </a:r>
            <a:br/>
            <a:r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센서를 동시에 운영할 때는 ‘topic이 있다’보다 시간·QoS·frame·rate가 서로 맞는지가 중요합니다.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/clock, use_sim_time, qos_profile_sensor_data, ros2 topic 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SDF update_rate와 실제 hz가 크게 다르면 시뮬레이터 부하·QoS·bridge를 먼저 점검합니다.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camera/LiDAR/IMU terminal과 RViz를 함께 열어 이름·rate·Fixed Frame을 대조합니다.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센서 처리 노드가 공통으로 사용할 use_sim_time 등 실행 파라미터의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~/ros2_curri/my_agv_ws/src/agv_bringup/config/sensors.yaml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self.subscription = self.create_subscription(LaserScan,</a:t>
            </a:r>
            <a:br/>
            <a:r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self.create_publisher(Float32,</a:t>
            </a:r>
            <a:br/>
            <a:r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half_angle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ImuMonitor(Node):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super().__init__('imu_monitor')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self.create_subscription(Imu, '/imu/data', 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self.get_logger().info('gyro z=%.3f rad/s, acceleration</a:t>
            </a:r>
            <a:br/>
            <a:r>
              <a:t>z=%.3f m/s²,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/lidar_processor use_sim_time</a:t>
            </a:r>
            <a:br/>
            <a:r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/scan</a:t>
            </a:r>
            <a:br/>
            <a:r>
              <a:t>ros2 topic hz /imu/data</a:t>
            </a:r>
            <a:br/>
            <a:r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/clock --once</a:t>
            </a:r>
            <a:br/>
            <a:r>
              <a:t>ros2 topic hz /scan</a:t>
            </a:r>
            <a:br/>
            <a:r>
              <a:t>ros2 topic hz /imu/data</a:t>
            </a:r>
            <a:br/>
            <a:r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use_sim_time과 /clock bridge를 확인한다.</a:t>
            </a:r>
            <a:br/>
            <a:r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publisher/subscriber QoS reliability 호환을 확인한다.</a:t>
            </a:r>
            <a:br/>
            <a:r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blocks/D_sensors/M15_sensor_operations/complete/agv_ws/src || true</a:t>
            </a:r>
            <a:br/>
            <a:r>
              <a:t>cp -a my_agv_ws/src my_agv_ws/src_before_M15</a:t>
            </a:r>
            <a:br/>
            <a:r>
              <a:t>cp -a blocks/D_sensors/M15_sensor_operations/complete/agv_ws/src/.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