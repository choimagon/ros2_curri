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LaserScan 범위 배열에서 전방 ±15° 유효 거리의 최소값을 계산한다.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이전=M12 Camera pipeline, 다음=M14 IMU을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LaserScan 범위 배열에서 전방 ±15° 유효 거리의 최소값을 계산한다.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ranges의 index는 angle_min + index×angle_increment로 실제 각도가 된다.</a:t>
            </a:r>
          </a:p>
          <a:p>
            <a:r>
              <a:t>[실행] ros2 interface show sensor_msgs/msg/LaserScan</a:t>
            </a:r>
          </a:p>
          <a:p>
            <a:r>
              <a:t>ros2 topic echo /scan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inf·NaN은 충돌 판단에서 제외해야 안전한 최소값을 얻는다.</a:t>
            </a:r>
          </a:p>
          <a:p>
            <a:r>
              <a:t>[실행] source ~/agv_ws/install/setup.bash</a:t>
            </a:r>
          </a:p>
          <a:p>
            <a:r>
              <a:t>ros2 run agv_sensors lidar_processor</a:t>
            </a:r>
          </a:p>
          <a:p>
            <a:r>
              <a:t>ros2 topic echo /obstacle_distance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2/21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3/21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4/21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5/21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6/21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7/21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8/21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9/21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10/21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11/21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12/21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13/21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14/21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15/21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16/21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17/21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18/21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19/21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20/21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~/agv_ws/src/agv_gazebo/models/agv/model.sdf의 전체 파일을 21/21 구간으로 작성한다.</a:t>
            </a:r>
          </a:p>
          <a:p>
            <a:r>
              <a:t>[실행] nano ~/agv_ws/src/agv_gazebo/models/agv/model.sdf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~/agv_ws/src/agv_gazebo/config/bridge.yaml의 전체 파일을 1/3 구간으로 작성한다.</a:t>
            </a:r>
          </a:p>
          <a:p>
            <a:r>
              <a:t>[실행] nano ~/agv_ws/src/agv_gazebo/config/bridge.yaml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~/agv_ws/src/agv_gazebo/config/bridge.yaml의 전체 파일을 2/3 구간으로 작성한다.</a:t>
            </a:r>
          </a:p>
          <a:p>
            <a:r>
              <a:t>[실행] nano ~/agv_ws/src/agv_gazebo/config/bridge.yaml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~/agv_ws/src/agv_gazebo/config/bridge.yaml의 전체 파일을 3/3 구간으로 작성한다.</a:t>
            </a:r>
          </a:p>
          <a:p>
            <a:r>
              <a:t>[실행] nano ~/agv_ws/src/agv_gazebo/config/bridge.yaml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~/agv_ws/src/agv_sensors/agv_sensors/lidar_processor.py의 전체 파일을 1/3 구간으로 작성한다.</a:t>
            </a:r>
          </a:p>
          <a:p>
            <a:r>
              <a:t>[실행] nano ~/agv_ws/src/agv_sensors/agv_sensors/lidar_processor.py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~/agv_ws/src/agv_sensors/agv_sensors/lidar_processor.py의 전체 파일을 2/3 구간으로 작성한다.</a:t>
            </a:r>
          </a:p>
          <a:p>
            <a:r>
              <a:t>[실행] nano ~/agv_ws/src/agv_sensors/agv_sensors/lidar_processor.py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~/agv_ws/src/agv_sensors/agv_sensors/lidar_processor.py의 전체 파일을 3/3 구간으로 작성한다.</a:t>
            </a:r>
          </a:p>
          <a:p>
            <a:r>
              <a:t>[실행] nano ~/agv_ws/src/agv_sensors/agv_sensors/lidar_processor.py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agv_bringup agv_sim.launch.py rviz:=false</a:t>
            </a:r>
          </a:p>
          <a:p>
            <a:r>
              <a:t># 새 터미널: ros2 run agv_sensors lidar_processor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/scan</a:t>
            </a:r>
          </a:p>
          <a:p>
            <a:r>
              <a:t>ros2 topic hz /scan</a:t>
            </a:r>
          </a:p>
          <a:p>
            <a:r>
              <a:t>ros2 topic echo /obstacle_distance --once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M14 IMU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M13 · Block D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2D LiDAR / LaserScan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/scan frame·RViz point·/obstacle_distance 출력이 장애물 위치에 반응한다.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M12 Camera pipeline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M13</a:t>
            </a:r>
            <a:br/>
            <a:r>
              <a:t>2D LiDAR / LaserScan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M14 IMU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/scan frame·RViz point·/obstacle_distance 출력이 장애물 위치에 반응한다.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lidar_link가 있고 World에 벽·박스가 배치된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M12 Camera pipeline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LaserScan 범위 배열에서 전방 ±15° 유효 거리의 최소값을 계산한다.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/scan frame·RViz point·/obstacle_distance 출력이 장애물 위치에 반응한다.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gpu_lidar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bridge</a:t>
            </a:r>
            <a:br/>
            <a:r>
              <a:t>/scan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lidar_processor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/obstacle_distance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~/agv_ws/src/</a:t>
            </a:r>
            <a:br/>
            <a:r>
              <a:t>└── agv_gazebo/models/agv/model.sdf</a:t>
            </a:r>
            <a:br/>
            <a:r>
              <a:t>└── agv_gazebo/config/bridge.yaml</a:t>
            </a:r>
            <a:br/>
            <a:r>
              <a:t>└── agv_sensors/agv_sensors/lidar_processor.py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LiDAR 범위와 angle을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ranges의 index는 angle_min + index×angle_increment로 실제 각도가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interface show sensor_msgs/msg/LaserScan</a:t>
            </a:r>
            <a:br/>
            <a:r>
              <a:t>ros2 topic echo /scan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전방 최소거리 노드를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inf·NaN은 충돌 판단에서 제외해야 안전한 최소값을 얻는다.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~/agv_ws/install/setup.bash</a:t>
            </a:r>
            <a:br/>
            <a:r>
              <a:t>ros2 run agv_sensors lidar_processor</a:t>
            </a:r>
            <a:br/>
            <a:r>
              <a:t>ros2 topic echo /obstacle_distance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</a:t>
            </a:r>
            <a:br/>
            <a:r>
              <a:t>  </a:t>
            </a:r>
            <a:br/>
            <a:r>
              <a:t>  &lt;model name="agv"&gt;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name="base_link"&gt;</a:t>
            </a:r>
            <a:br/>
            <a:r>
              <a:t>      </a:t>
            </a:r>
            <a:br/>
            <a:r>
              <a:t>      </a:t>
            </a:r>
            <a:br/>
            <a:r>
              <a:t>      &lt;pose&gt;0 0 0.16 0 0 0&lt;/pose&gt;</a:t>
            </a:r>
            <a:br/>
            <a:r>
              <a:t>      </a:t>
            </a:r>
            <a:br/>
            <a:r>
              <a:t>      </a:t>
            </a:r>
            <a:br/>
            <a:r>
              <a:t>      &lt;inertial&gt;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&lt;mass&gt;12.0&lt;/mass&gt;</a:t>
            </a:r>
            <a:br/>
            <a:r>
              <a:t>        &lt;inertia&gt;</a:t>
            </a:r>
            <a:br/>
            <a:r>
              <a:t>          &lt;ixx&gt;0.20&lt;/ixx&gt;</a:t>
            </a:r>
            <a:br/>
            <a:r>
              <a:t>          &lt;iyy&gt;0.40&lt;/iyy&gt;</a:t>
            </a:r>
            <a:br/>
            <a:r>
              <a:t>          &lt;izz&gt;0.50&lt;/izz&gt;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</a:t>
            </a:r>
            <a:br/>
            <a:r>
              <a:t>      </a:t>
            </a:r>
            <a:br/>
            <a:r>
              <a:t>      &lt;visual name="body"&gt;</a:t>
            </a:r>
            <a:br/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&lt;/geometry&gt;</a:t>
            </a:r>
            <a:br/>
            <a:r>
              <a:t>        &lt;material&gt;</a:t>
            </a:r>
            <a:br/>
            <a:r>
              <a:t>          &lt;diffuse&gt;0.1 0.35 0.8 1&lt;/diffuse&gt;</a:t>
            </a:r>
            <a:br/>
            <a:r>
              <a:t>        &lt;/material&gt;</a:t>
            </a:r>
            <a:br/>
            <a:r>
              <a:t>      &lt;/visual&gt;</a:t>
            </a:r>
            <a:br/>
            <a:r>
              <a:t>      </a:t>
            </a:r>
            <a:br/>
            <a:r>
              <a:t>      </a:t>
            </a:r>
            <a:br/>
            <a:r>
              <a:t>      &lt;collision name="body_collision"&gt;</a:t>
            </a:r>
            <a:br/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</a:t>
            </a:r>
            <a:br/>
            <a:r>
              <a:t>      &lt;sensor name="imu" type="imu"&gt;</a:t>
            </a:r>
            <a:br/>
            <a:r>
              <a:t>        &lt;topic&gt;/imu/data&lt;/topic&gt;</a:t>
            </a:r>
            <a:br/>
            <a:r>
              <a:t>        &lt;always_on&gt;true&lt;/always_on&gt;</a:t>
            </a:r>
            <a:br/>
            <a:r>
              <a:t>        &lt;update_rate&gt;100&lt;/update_rate&gt;</a:t>
            </a:r>
            <a:br/>
            <a:r>
              <a:t>        &lt;imu&gt;</a:t>
            </a:r>
            <a:br/>
            <a:r>
              <a:t>          &lt;angular_velocity&gt;</a:t>
            </a:r>
            <a:br/>
            <a:r>
              <a:t>            &lt;x&gt;</a:t>
            </a:r>
            <a:br/>
            <a:r>
              <a:t>              &lt;noise type="gaussian"&gt;</a:t>
            </a:r>
            <a:br/>
            <a:r>
              <a:t>                &lt;mean&gt;0&lt;/mean&gt;</a:t>
            </a:r>
            <a:br/>
            <a:r>
              <a:t>                &lt;stddev&gt;0.001&lt;/stddev&gt;</a:t>
            </a:r>
            <a:br/>
            <a:r>
              <a:t>              &lt;/noise&gt;</a:t>
            </a:r>
            <a:br/>
            <a:r>
              <a:t>            &lt;/x&gt;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&lt;/angular_velocity&gt;</a:t>
            </a:r>
            <a:br/>
            <a:r>
              <a:t>        &lt;/imu&gt;</a:t>
            </a:r>
            <a:br/>
            <a:r>
              <a:t>      &lt;/sensor&gt;</a:t>
            </a:r>
            <a:br/>
            <a:r>
              <a:t>      </a:t>
            </a:r>
            <a:br/>
            <a:r>
              <a:t>    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name="left_wheel_link"&gt;</a:t>
            </a:r>
            <a:br/>
            <a:r>
              <a:t>      &lt;pose relative_to="base_link"&gt;0 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&lt;iyy&gt;0.002&lt;/iyy&gt;</a:t>
            </a:r>
            <a:br/>
            <a:r>
              <a:t>          &lt;izz&gt;0.001&lt;/izz&gt;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(7/21)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  <a:br/>
            <a:r>
              <a:t>        &lt;/surface&gt;</a:t>
            </a:r>
            <a:br/>
            <a:r>
              <a:t>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7/21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(8/21)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name="right_wheel_link"&gt;</a:t>
            </a:r>
            <a:br/>
            <a:r>
              <a:t>      &lt;pose relative_to="base_link"&gt;0 -0.19 -0.08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  <a:br/>
            <a:r>
              <a:t>          &lt;izz&gt;0.001&lt;/izz&gt;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8/21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(9/21)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9/21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(10/21)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  <a:br/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name="left_wheel_joint" type="revolute"&gt;</a:t>
            </a:r>
            <a:br/>
            <a:r>
              <a:t>      &lt;parent&gt;base_link&lt;/parent&gt;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10/21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(11/21)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13/24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&lt;child&gt;left_wheel_link&lt;/child&gt;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name="right_wheel_joint" type="revolute"&gt;</a:t>
            </a:r>
            <a:br/>
            <a:r>
              <a:t>      &lt;parent&gt;base_link&lt;/parent&gt;</a:t>
            </a:r>
            <a:br/>
            <a:r>
              <a:t>      &lt;child&gt;right_wheel_link&lt;/child&gt;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11/21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(12/21)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14/24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name="caster_link"&gt;</a:t>
            </a:r>
            <a:br/>
            <a:r>
              <a:t>      &lt;pose relative_to="base_link"&gt;-0.24 0 -0.12 0 0 0&lt;/pose&gt;</a:t>
            </a:r>
            <a:br/>
            <a:r>
              <a:t>      &lt;inertial&gt;</a:t>
            </a:r>
            <a:br/>
            <a:r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12/21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(13/21)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15/24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&lt;inertia&gt;</a:t>
            </a:r>
            <a:br/>
            <a:r>
              <a:t>          &lt;ixx&gt;0.0001&lt;/ixx&gt;</a:t>
            </a:r>
            <a:br/>
            <a:r>
              <a:t>          &lt;iyy&gt;0.0001&lt;/iyy&gt;</a:t>
            </a:r>
            <a:br/>
            <a:r>
              <a:t>          &lt;izz&gt;0.0001&lt;/izz&gt;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name="caster"&gt;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name="caster_collision"&gt;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13/21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(14/21)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16/24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name="caster_joint" type="fixed"&gt;</a:t>
            </a:r>
            <a:br/>
            <a:r>
              <a:t>      &lt;parent&gt;base_link&lt;/parent&gt;</a:t>
            </a:r>
            <a:br/>
            <a:r>
              <a:t>      &lt;child&gt;caster_link&lt;/child&gt;</a:t>
            </a:r>
            <a:br/>
            <a:r>
              <a:t>    &lt;/joint&gt;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14/21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(15/21)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17/24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&lt;link name="lidar_link"&gt;</a:t>
            </a:r>
            <a:br/>
            <a:r>
              <a:t>      &lt;pose relative_to="base_link"&gt;0.12 0 0.13 0 0 0&lt;/pose&gt;</a:t>
            </a:r>
            <a:br/>
            <a:r>
              <a:t>      &lt;visual name="housing"&gt;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&lt;radius&gt;0.045&lt;/radius&gt;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name="lidar" type="gpu_lidar"&gt;</a:t>
            </a:r>
            <a:br/>
            <a:r>
              <a:t>        &lt;topic&gt;/scan&lt;/topic&gt;</a:t>
            </a:r>
            <a:br/>
            <a:r>
              <a:t>        &lt;always_on&gt;true&lt;/always_on&gt;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15/21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(16/21)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18/24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&lt;update_rate&gt;10&lt;/update_rate&gt;</a:t>
            </a:r>
            <a:br/>
            <a:r>
              <a:t>        &lt;visualize&gt;false&lt;/visualize&gt;</a:t>
            </a:r>
            <a:br/>
            <a:r>
              <a:t>        &lt;lidar&gt;</a:t>
            </a:r>
            <a:br/>
            <a:r>
              <a:t>          &lt;scan&gt;</a:t>
            </a:r>
            <a:br/>
            <a:r>
              <a:t>            &lt;horizontal&gt;</a:t>
            </a:r>
            <a:br/>
            <a:r>
              <a:t>              &lt;samples&gt;720&lt;/samples&gt;</a:t>
            </a:r>
            <a:br/>
            <a:r>
              <a:t>              &lt;resolution&gt;1&lt;/resolution&gt;</a:t>
            </a:r>
            <a:br/>
            <a:r>
              <a:t>              &lt;min_angle&gt;-3.14159&lt;/min_angle&gt;</a:t>
            </a:r>
            <a:br/>
            <a:r>
              <a:t>              &lt;max_angle&gt;3.14159&lt;/max_angle&gt;</a:t>
            </a:r>
            <a:br/>
            <a:r>
              <a:t>            &lt;/horizontal&gt;</a:t>
            </a:r>
            <a:br/>
            <a:r>
              <a:t>          &lt;/scan&gt;</a:t>
            </a:r>
            <a:br/>
            <a:r>
              <a:t>          &lt;range&gt;</a:t>
            </a:r>
            <a:br/>
            <a:r>
              <a:t>            &lt;min&gt;0.12&lt;/min&gt;</a:t>
            </a:r>
            <a:br/>
            <a:r>
              <a:t>            &lt;max&gt;12.0&lt;/max&gt;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16/21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(17/21)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19/24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&lt;resolution&gt;0.01&lt;/resolution&gt;</a:t>
            </a:r>
            <a:br/>
            <a:r>
              <a:t>          &lt;/range&gt;</a:t>
            </a:r>
            <a:br/>
            <a:r>
              <a:t>        &lt;/lidar&gt;</a:t>
            </a:r>
            <a:br/>
            <a:r>
              <a:t>      &lt;/sensor&gt;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name="lidar_joint" type="fixed"&gt;</a:t>
            </a:r>
            <a:br/>
            <a:r>
              <a:t>      &lt;parent&gt;base_link&lt;/parent&gt;</a:t>
            </a:r>
            <a:br/>
            <a:r>
              <a:t>      &lt;child&gt;lidar_link&lt;/child&gt;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name="camera_link"&gt;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17/21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(18/21)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20/24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&lt;pose relative_to="base_link"&gt;0.30 0 0.10 0 0 0&lt;/pose&gt;</a:t>
            </a:r>
            <a:br/>
            <a:r>
              <a:t>      &lt;visual name="housing"&gt;</a:t>
            </a:r>
            <a:br/>
            <a:r>
              <a:t>        &lt;geometry&gt;</a:t>
            </a:r>
            <a:br/>
            <a:r>
              <a:t>          &lt;box&gt;</a:t>
            </a:r>
            <a:br/>
            <a:r>
              <a:t>            &lt;size&gt;0.05 0.08 0.05&lt;/size&gt;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name="camera" type="camera"&gt;</a:t>
            </a:r>
            <a:br/>
            <a:r>
              <a:t>        &lt;topic&gt;/camera/image_raw&lt;/topic&gt;</a:t>
            </a:r>
            <a:br/>
            <a:r>
              <a:t>        &lt;always_on&gt;true&lt;/always_on&gt;</a:t>
            </a:r>
            <a:br/>
            <a:r>
              <a:t>        &lt;update_rate&gt;15&lt;/update_rate&gt;</a:t>
            </a:r>
            <a:br/>
            <a:r>
              <a:t>        &lt;camera&gt;</a:t>
            </a:r>
            <a:br/>
            <a:r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18/21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(19/21)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21/24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&lt;image&gt;</a:t>
            </a:r>
            <a:br/>
            <a:r>
              <a:t>            &lt;width&gt;640&lt;/width&gt;</a:t>
            </a:r>
            <a:br/>
            <a:r>
              <a:t>            &lt;height&gt;480&lt;/height&gt;</a:t>
            </a:r>
            <a:br/>
            <a:r>
              <a:t>            &lt;format&gt;R8G8B8&lt;/format&gt;</a:t>
            </a:r>
            <a:br/>
            <a:r>
              <a:t>          &lt;/image&gt;</a:t>
            </a:r>
            <a:br/>
            <a:r>
              <a:t>          &lt;clip&gt;</a:t>
            </a:r>
            <a:br/>
            <a:r>
              <a:t>            &lt;near&gt;0.1&lt;/near&gt;</a:t>
            </a:r>
            <a:br/>
            <a:r>
              <a:t>            &lt;far&gt;20&lt;/far&gt;</a:t>
            </a:r>
            <a:br/>
            <a:r>
              <a:t>          &lt;/clip&gt;</a:t>
            </a:r>
            <a:br/>
            <a:r>
              <a:t>        &lt;/camera&gt;</a:t>
            </a:r>
            <a:br/>
            <a:r>
              <a:t>      &lt;/sensor&gt;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19/21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(20/21)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22/24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&lt;joint name="camera_joint" type="fixed"&gt;</a:t>
            </a:r>
            <a:br/>
            <a:r>
              <a:t>      &lt;parent&gt;base_link&lt;/parent&gt;</a:t>
            </a:r>
            <a:br/>
            <a:r>
              <a:t>      &lt;child&gt;camera_link&lt;/child&gt;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&lt;plugin filename="gz-sim-diff-drive-system" name="gz::sim::systems::DiffDrive"&gt;</a:t>
            </a:r>
            <a:br/>
            <a:r>
              <a:t>      &lt;left_joint&gt;left_wheel_joint&lt;/left_joint&gt;</a:t>
            </a:r>
            <a:br/>
            <a:r>
              <a:t>      &lt;right_joint&gt;right_wheel_joint&lt;/right_joint&gt;</a:t>
            </a:r>
            <a:br/>
            <a:r>
              <a:t>      &lt;wheel_separation&gt;0.38&lt;/wheel_separation&gt;</a:t>
            </a:r>
            <a:br/>
            <a:r>
              <a:t>      &lt;wheel_radius&gt;0.08&lt;/wheel_radius&gt;</a:t>
            </a:r>
            <a:br/>
            <a:r>
              <a:t>      &lt;topic&gt;/cmd_vel&lt;/topic&gt;</a:t>
            </a:r>
            <a:br/>
            <a:r>
              <a:t>      &lt;odom_topic&gt;/odom&lt;/odom_topic&gt;</a:t>
            </a:r>
            <a:br/>
            <a:r>
              <a:t>      &lt;frame_id&gt;odom&lt;/frame_id&gt;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20/21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(21/21)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23/24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&lt;child_frame_id&gt;base_link&lt;/child_frame_id&gt;</a:t>
            </a:r>
            <a:br/>
            <a:r>
              <a:t>    &lt;/plugin&gt;</a:t>
            </a:r>
            <a:br/>
            <a:r>
              <a:t>    </a:t>
            </a:r>
            <a:br/>
            <a:r>
              <a:t>  </a:t>
            </a:r>
            <a:br/>
            <a:r>
              <a:t>  &lt;/model&gt;</a:t>
            </a:r>
            <a:br/>
            <a:r>
              <a:t>  </a:t>
            </a:r>
            <a:br/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21/21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24/27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~/agv_ws/src/agv_gazebo/config    &amp;&amp;    nano ~/agv_ws/src/agv_gazebo/config/bridge.yaml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  <a:br/>
            <a:r>
              <a:t>  gz_topic_name: "/cmd_vel"</a:t>
            </a:r>
            <a:br/>
            <a:r>
              <a:t>  ros_type_name: "geometry_msgs/msg/Twist"</a:t>
            </a:r>
            <a:br/>
            <a:r>
              <a:t>  gz_type_name: "gz.msgs.Twist"</a:t>
            </a:r>
            <a:br/>
            <a:r>
              <a:t>  direction: ROS_TO_GZ</a:t>
            </a:r>
            <a:br/>
            <a:r>
              <a:t>- ros_topic_name: "/odom"</a:t>
            </a:r>
            <a:br/>
            <a:r>
              <a:t>  gz_topic_name: "/odom"</a:t>
            </a:r>
            <a:br/>
            <a:r>
              <a:t>  ros_type_name: "nav_msgs/msg/Odometry"</a:t>
            </a:r>
            <a:br/>
            <a:r>
              <a:t>  gz_type_name: "gz.msgs.Odometry"</a:t>
            </a:r>
            <a:br/>
            <a:r>
              <a:t>  direction: GZ_TO_ROS</a:t>
            </a:r>
            <a:br/>
            <a:r>
              <a:t>- ros_topic_name: "/scan"</a:t>
            </a:r>
            <a:br/>
            <a:r>
              <a:t>  gz_topic_name: "/scan"</a:t>
            </a:r>
            <a:br/>
            <a:r>
              <a:t>  ros_type_name: "sensor_msgs/msg/LaserScan"</a:t>
            </a:r>
            <a:br/>
            <a:r>
              <a:t>  gz_type_name: "gz.msgs.LaserScan"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25/27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~/agv_ws/src/agv_gazebo/config    &amp;&amp;    nano ~/agv_ws/src/agv_gazebo/config/bridge.yaml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direction: GZ_TO_ROS</a:t>
            </a:r>
            <a:br/>
            <a:r>
              <a:t>- ros_topic_name: "/imu/data"</a:t>
            </a:r>
            <a:br/>
            <a:r>
              <a:t>  gz_topic_name: "/imu/data"</a:t>
            </a:r>
            <a:br/>
            <a:r>
              <a:t>  ros_type_name: "sensor_msgs/msg/Imu"</a:t>
            </a:r>
            <a:br/>
            <a:r>
              <a:t>  gz_type_name: "gz.msgs.IMU"</a:t>
            </a:r>
            <a:br/>
            <a:r>
              <a:t>  direction: GZ_TO_ROS</a:t>
            </a:r>
            <a:br/>
            <a:r>
              <a:t>- ros_topic_name: "/camera/image_raw"</a:t>
            </a:r>
            <a:br/>
            <a:r>
              <a:t>  gz_topic_name: "/camera/image_raw"</a:t>
            </a:r>
            <a:br/>
            <a:r>
              <a:t>  ros_type_name: "sensor_msgs/msg/Image"</a:t>
            </a:r>
            <a:br/>
            <a:r>
              <a:t>  gz_type_name: "gz.msgs.Image"</a:t>
            </a:r>
            <a:br/>
            <a:r>
              <a:t>  direction: GZ_TO_ROS</a:t>
            </a:r>
            <a:br/>
            <a:r>
              <a:t>- ros_topic_name: "/clock"</a:t>
            </a:r>
            <a:br/>
            <a:r>
              <a:t>  gz_topic_name: "/clock"</a:t>
            </a:r>
            <a:br/>
            <a:r>
              <a:t>  ros_type_name: "rosgraph_msgs/msg/Clock"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26/27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~/agv_ws/src/agv_gazebo/config    &amp;&amp;    nano ~/agv_ws/src/agv_gazebo/config/bridge.yaml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gz_type_name: "gz.msgs.Clock"</a:t>
            </a:r>
            <a:br/>
            <a:r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27/30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~/agv_ws/src/agv_sensors/agv_sensors    &amp;&amp;    nano ~/agv_ws/src/agv_sensors/agv_sensors/lidar_processor.py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LaserScan</a:t>
            </a:r>
            <a:br/>
            <a:r>
              <a:t>from std_msgs.msg import Float32</a:t>
            </a:r>
            <a:br/>
            <a:br/>
            <a:r>
              <a:t>class LidarProcessor(Node):</a:t>
            </a:r>
            <a:br/>
            <a:br/>
            <a:r>
              <a:t>    def __init__(self):</a:t>
            </a:r>
            <a:br/>
            <a:r>
              <a:t>        super().__init__('lidar_processor')</a:t>
            </a:r>
            <a:br/>
            <a:r>
              <a:t>        self.declare_parameter('front_half_angle_deg', 15.0)</a:t>
            </a:r>
            <a:br/>
            <a:r>
              <a:t>        self.subscription = self.create_subscription(LaserScan, '/scan', self.callback,</a:t>
            </a:r>
            <a:br/>
            <a:r>
              <a:t>            qos_profile_sensor_data)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28/30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~/agv_ws/src/agv_sensors/agv_sensors    &amp;&amp;    nano ~/agv_ws/src/agv_sensors/agv_sensors/lidar_processor.py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self.publisher = self.create_publisher(Float32, '/obstacle_distance', 10)</a:t>
            </a:r>
            <a:br/>
            <a:br/>
            <a:r>
              <a:t>    def callback(self, scan):</a:t>
            </a:r>
            <a:br/>
            <a:r>
              <a:t>        half_angle = math.radians(self.get_parameter('front_half_angle_deg').value)</a:t>
            </a:r>
            <a:br/>
            <a:r>
              <a:t>        front_ranges = [distance for index,</a:t>
            </a:r>
            <a:br/>
            <a:r>
              <a:t>            distance in enumerate(scan.ranges) if abs(scan.angle_min + index * scan.angle_increment) &lt;= half_angle and math.isfinite(distance)]</a:t>
            </a:r>
            <a:br/>
            <a:r>
              <a:t>        result = Float32(data=min(front_ranges) if front_ranges else float('inf'))</a:t>
            </a:r>
            <a:br/>
            <a:r>
              <a:t>        self.publisher.publish(result)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LidarProcessor()</a:t>
            </a:r>
            <a:br/>
            <a:r>
              <a:t>    try:</a:t>
            </a:r>
            <a:br/>
            <a:r>
              <a:t>        rclpy.spin(node)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29/30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~/agv_ws/src/agv_sensors/agv_sensors    &amp;&amp;    nano ~/agv_ws/src/agv_sensors/agv_sensors/lidar_processor.py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 rviz:=false</a:t>
            </a:r>
            <a:br/>
            <a:r>
              <a:t># 새 터미널: ros2 run agv_sensors lidar_processor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/scan frame·RViz point·/obstacle_distance 출력이 장애물 위치에 반응한다.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/scan</a:t>
            </a:r>
            <a:br/>
            <a:r>
              <a:t>ros2 topic hz /scan</a:t>
            </a:r>
            <a:br/>
            <a:r>
              <a:t>ros2 topic echo /obstacle_distance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/scan frame·RViz point·/obstacle_distance 출력이 장애물 위치에 반응한다.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/scan이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SDF sensor → bridge YAML → ROS topic 순서로 확인한다.</a:t>
            </a:r>
            <a:br/>
            <a:r>
              <a:t>수정 후: ros2 topic info /scan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최소거리가 항상 inf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유효 range 필터와 sector index 계산을 확인한다.</a:t>
            </a:r>
            <a:br/>
            <a:r>
              <a:t>수정 후: ros2 topic info /scan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front_half_angle_deg를 15°와 45°로 각각 실행해 장애물 판정 영역이 어떻게 달라지는지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/scan frame·RViz point·/obstacle_distance 출력이 장애물 위치에 반응한다.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blocks/D_sensors/M13_lidar_sensor/complete/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M14 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2803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