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pipeline, 다음=M14 IMU을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frame_id, ±pi angle, range_min/max, average rate를 순서대로 읽습니다.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Displays에서 LaserScan이 켜져 있고 scan frame을 TF가 변환하는지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LiDAR의 ranges는 거리 배열이고, 각 원소의 방향은 angle_min + index × angle_increment입니다.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terminal에서 frame/range/rate를 보고 RViz LaserScan에서 공간 방향을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LaserScan의 전방 sector에서 유효 거리 최소값을 계산하는 안전 입력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~/ros2_curri/my_agv_ws/src/agv_sensors/agv_sensors/lidar_processor.py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1/3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2/3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3/3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ranges의 index는 angle_min + index×angle_increment로 실제 각도가 된다.</a:t>
            </a:r>
          </a:p>
          <a:p>
            <a:r>
              <a:t>[실행] ros2 interface show sensor_msgs/msg/LaserScan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inf·NaN은 충돌 판단에서 제외해야 안전한 최소값을 얻는다.</a:t>
            </a:r>
          </a:p>
          <a:p>
            <a:r>
              <a:t>[실행] source ~/ros2_curri/my_agv_ws/install/setup.bash</a:t>
            </a:r>
          </a:p>
          <a:p>
            <a:r>
              <a:t>ros2 run agv_sensors lidar_processor</a:t>
            </a:r>
          </a:p>
          <a:p>
            <a:r>
              <a:t>ros2 topic echo /obstacle_distance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lidar_processor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/scan</a:t>
            </a:r>
          </a:p>
          <a:p>
            <a:r>
              <a:t>ros2 topic hz /scan</a:t>
            </a:r>
          </a:p>
          <a:p>
            <a:r>
              <a:t>ros2 topic echo /obstacle_distance --once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blocks/D_sensors/M13_lidar_sensor/complete/agv_ws/src || true</a:t>
            </a:r>
          </a:p>
          <a:p>
            <a:r>
              <a:t>cp -a my_agv_ws/src my_agv_ws/src_before_M13</a:t>
            </a:r>
          </a:p>
          <a:p>
            <a:r>
              <a:t>cp -a blocks/D_sensors/M13_lidar_sensor/complete/agv_ws/src/.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M14 IMU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2D LiDAR / LaserScan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/scan frame·RViz point·/obstacle_distance 출력이 장애물 위치에 반응한다.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 Camera pipeline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M13</a:t>
            </a:r>
            <a:br/>
            <a:r>
              <a:t>2D LiDAR / LaserScan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M14 IMU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lidar_link가 있고 World에 벽·박스가 배치된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 Camera pipeline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LaserScan 범위 배열에서 전방 ±15° 유효 거리의 최소값을 계산한다.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/scan frame·RViz point·/obstacle_distance 출력이 장애물 위치에 반응한다.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M12 Camera pipeline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LaserScan 범위 배열에서 전방 ±15° 유효 거리의 최소값을 계산한다.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/scan frame·RViz point·/obstacle_distance 출력이 장애물 위치에 반응한다.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5_lidar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GNOME Terminal: LaserScan frame·angle·range와 publish rate  |  나중에 확인할 것: frame_id, ±pi angle, range_min/max, average rate를 순서대로 읽습니다.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3_rviz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LaserScan을 RobotModel·TF와 같은 Fixed Frame에서 연 화면  |  나중에 확인할 것: Displays에서 LaserScan이 켜져 있고 scan frame을 TF가 변환하는지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gpu_lidar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  <a:br/>
            <a:r>
              <a:t>/scan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lidar_processor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/obstacle_distance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agv_gazebo/models/agv/model.sdf</a:t>
            </a:r>
            <a:br/>
            <a:r>
              <a:t>└── agv_gazebo/config/bridge.yaml</a:t>
            </a:r>
            <a:br/>
            <a:r>
              <a:t>└── agv_sensors/agv_sensors/lidar_processor.py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Gazebo launch 뒤 각 ROS topic을 확인한다.</a:t>
            </a:r>
            <a:br/>
            <a:r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뒤 /scan과 /obstacle_distance를 별 터미널에서 본다.</a:t>
            </a:r>
            <a:br/>
            <a:r>
              <a:t>화면/출력: LiDAR terminal의 frame·range와 RViz LaserScan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LiDAR의 ranges는 거리 배열이고, 각 원소의 방향은 angle_min + index × angle_increment입니다.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&lt;samples&gt;, &lt;min_angle&gt;, &lt;max_angle&gt;, range_min/range_max, qos_profile_sensor_data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front_half_angle_deg를 바꾸면 최소거리 판단에 포함되는 전방 sector가 바뀝니다.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terminal에서 frame/range/rate를 보고 RViz LaserScan에서 공간 방향을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~/ros2_curri/my_agv_ws/src/agv_gazebo/models/agv</a:t>
            </a:r>
            <a:br/>
            <a:r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&lt;sensor name="imu" type="imu"&gt;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 model에 camera·LiDAR·IMU처럼 데이터를 만드는 sensor를 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시뮬레이터가 해당 sensor topic의 원본 데이터를 생성합니다.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&lt;topic&gt;/imu/data&lt;/topic&gt;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&lt;update_rate&gt;100&lt;/update_rate&gt;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sensor의 해상도·갱신 주기 같은 관찰 가능한 값을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image 크기 또는 `ros2 topic hz`가 이 값을 검증합니다.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type="revolute"&gt;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~/ros2_curri/my_agv_ws/src/agv_gazebo/config</a:t>
            </a:r>
            <a:br/>
            <a:r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~/ros2_curri/my_agv_ws/src/agv_sensors/agv_sensors</a:t>
            </a:r>
            <a:br/>
            <a:r>
              <a:t>nano ~/ros2_curri/my_agv_ws/src/agv_sensors/agv_sensors/lidar_processor.py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LiDAR terminal의 frame·range와 RViz LaserScan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LidarProcessor(Node):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super().__init__('lidar_processor')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self.declare_parameter('front_half_angle_deg', 15.0)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self.subscription = self.create_subscription(LaserScan,</a:t>
            </a:r>
            <a:br/>
            <a:r>
              <a:t>'/scan', self.callback,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self.create_publisher(Float32,</a:t>
            </a:r>
            <a:br/>
            <a:r>
              <a:t>'/obstacle_distance',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half_angle =</a:t>
            </a:r>
            <a:br/>
            <a:r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self.publisher.publish(result)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LaserScan</a:t>
            </a:r>
            <a:br/>
            <a:r>
              <a:t>from std_msgs.msg import Float32</a:t>
            </a:r>
            <a:br/>
            <a:br/>
            <a:r>
              <a:t>class LidarProcessor(Node):</a:t>
            </a:r>
            <a:br/>
            <a:br/>
            <a:r>
              <a:t>    def __init__(self):</a:t>
            </a:r>
            <a:br/>
            <a:r>
              <a:t>        super().__init__('lidar_processor')</a:t>
            </a:r>
            <a:br/>
            <a:r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self.subscription = self.create_subscription(LaserScan, '/scan', self.callback,</a:t>
            </a:r>
            <a:br/>
            <a:r>
              <a:t>            qos_profile_sensor_data)</a:t>
            </a:r>
            <a:br/>
            <a:r>
              <a:t>        self.publisher = self.create_publisher(Float32, '/obstacle_distance', 10)</a:t>
            </a:r>
            <a:br/>
            <a:br/>
            <a:r>
              <a:t>    def callback(self, scan):</a:t>
            </a:r>
            <a:br/>
            <a:r>
              <a:t>        half_angle = math.radians(self.get_parameter('front_half_angle_deg').value)</a:t>
            </a:r>
            <a:br/>
            <a:r>
              <a:t>        front_ranges = [distance for index,</a:t>
            </a:r>
            <a:br/>
            <a:r>
              <a:t>            distance in enumerate(scan.ranges) if abs(scan.angle_min + index * scan.angle_increment) &lt;= half_angle and math.isfinite(distance)]</a:t>
            </a:r>
            <a:br/>
            <a:r>
              <a:t>        result = Float32(data=min(front_ranges) if front_ranges else float('inf'))</a:t>
            </a:r>
            <a:br/>
            <a:r>
              <a:t>        self.publisher.publish(result)</a:t>
            </a:r>
            <a:br/>
            <a:br/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  <a:br/>
            <a:r>
              <a:t>    node = LidarProcessor()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LiDAR 범위와 angle을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ranges의 index는 angle_min + index×angle_increment로 실제 각도가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sensor_msgs/msg/LaserScan</a:t>
            </a:r>
            <a:br/>
            <a:r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전방 최소거리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inf·NaN은 충돌 판단에서 제외해야 안전한 최소값을 얻는다.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run agv_sensors lidar_processor</a:t>
            </a:r>
            <a:br/>
            <a:r>
              <a:t>ros2 topic echo /obstacle_distance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  <a:br/>
            <a:r>
              <a:t># 새 터미널: ros2 run agv_sensors lidar_processor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/scan</a:t>
            </a:r>
            <a:br/>
            <a:r>
              <a:t>ros2 topic hz /scan</a:t>
            </a:r>
            <a:br/>
            <a:r>
              <a:t>ros2 topic echo /obstacle_distance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/scan이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SDF sensor → bridge YAML → ROS topic 순서로 확인한다.</a:t>
            </a:r>
            <a:br/>
            <a:r>
              <a:t>수정 후: ros2 topic info /scan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최소거리가 항상 inf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유효 range 필터와 sector index 계산을 확인한다.</a:t>
            </a:r>
            <a:br/>
            <a:r>
              <a:t>수정 후: ros2 topic info /scan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blocks/D_sensors/M13_lidar_sensor/complete/agv_ws/src || true</a:t>
            </a:r>
            <a:br/>
            <a:r>
              <a:t>cp -a my_agv_ws/src my_agv_ws/src_before_M13</a:t>
            </a:r>
            <a:br/>
            <a:r>
              <a:t>cp -a blocks/D_sensors/M13_lidar_sensor/complete/agv_ws/src/.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front_half_angle_deg를 15°와 45°로 각각 실행해 장애물 판정 영역이 어떻게 달라지는지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/scan frame·RViz point·/obstacle_distance 출력이 장애물 위치에 반응한다.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blocks/D_sensors/M13_lidar_sensor/complete/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M14 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