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LaserScan 범위 배열에서 전방 ±15° 유효 거리의 최소값을 계산한다.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/scan frame·RViz point·/obstacle_distance 출력이 장애물 위치에 반응한다.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이전=M12 Camera pipeline, 다음=M14 IMU을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LaserScan 범위 배열에서 전방 ±15° 유효 거리의 최소값을 계산한다.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/scan frame·RViz point·/obstacle_distance 출력이 장애물 위치에 반응한다.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/scan frame·RViz point·/obstacle_distance 출력이 장애물 위치에 반응한다.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frame_id, ±pi angle, range_min/max, average rate를 순서대로 읽습니다.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Displays에서 LaserScan이 켜져 있고 scan frame을 TF가 변환하는지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LiDAR의 ranges는 거리 배열이고, 각 원소의 방향은 angle_min + index × angle_increment입니다.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terminal에서 frame/range/rate를 보고 RViz LaserScan에서 공간 방향을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구동·카메라·LiDAR·IMU를 포함해 Gazebo가 시뮬레이션할 완성 AGV</a:t>
            </a:r>
          </a:p>
          <a:p>
            <a:r>
              <a:t>[실행] mkdir -p ~/ros2_curri/my_agv_ws/src/agv_gazebo/models/agv</a:t>
            </a:r>
          </a:p>
          <a:p>
            <a:r>
              <a:t>nano ~/ros2_curri/my_agv_ws/src/agv_gazebo/models/agv/model.sdf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5/24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6/24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7/24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8/24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9/24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10/24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15/24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16/24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17/24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18/24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19/24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20/24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Transport 메시지와 ROS 2 topic을 방향별로 연결하는 번역표</a:t>
            </a:r>
          </a:p>
          <a:p>
            <a:r>
              <a:t>[실행] mkdir -p ~/ros2_curri/my_agv_ws/src/agv_gazebo/config</a:t>
            </a:r>
          </a:p>
          <a:p>
            <a:r>
              <a:t>nano ~/ros2_curri/my_agv_ws/src/agv_gazebo/config/bridge.yaml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1/3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2/3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3/3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LaserScan의 전방 sector에서 유효 거리 최소값을 계산하는 안전 입력 노드</a:t>
            </a:r>
          </a:p>
          <a:p>
            <a:r>
              <a:t>[실행] mkdir -p ~/ros2_curri/my_agv_ws/src/agv_sensors/agv_sensors</a:t>
            </a:r>
          </a:p>
          <a:p>
            <a:r>
              <a:t>nano ~/ros2_curri/my_agv_ws/src/agv_sensors/agv_sensors/lidar_processor.py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~/ros2_curri/my_agv_ws/src/agv_sensors/agv_sensors/lidar_processor.py의 1/3 구현 블록을 직접 입력한다.</a:t>
            </a:r>
          </a:p>
          <a:p>
            <a:r>
              <a:t>[실행] nano ~/ros2_curri/my_agv_ws/src/agv_sensors/agv_sensors/lidar_processor.py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~/ros2_curri/my_agv_ws/src/agv_sensors/agv_sensors/lidar_processor.py의 2/3 구현 블록을 직접 입력한다.</a:t>
            </a:r>
          </a:p>
          <a:p>
            <a:r>
              <a:t>[실행] nano ~/ros2_curri/my_agv_ws/src/agv_sensors/agv_sensors/lidar_processor.py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~/ros2_curri/my_agv_ws/src/agv_sensors/agv_sensors/lidar_processor.py의 3/3 구현 블록을 직접 입력한다.</a:t>
            </a:r>
          </a:p>
          <a:p>
            <a:r>
              <a:t>[실행] nano ~/ros2_curri/my_agv_ws/src/agv_sensors/agv_sensors/lidar_processor.py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ranges의 index는 angle_min + index×angle_increment로 실제 각도가 된다.</a:t>
            </a:r>
          </a:p>
          <a:p>
            <a:r>
              <a:t>[실행] ros2 interface show sensor_msgs/msg/LaserScan</a:t>
            </a:r>
          </a:p>
          <a:p>
            <a:r>
              <a:t>ros2 topic echo /scan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inf·NaN은 충돌 판단에서 제외해야 안전한 최소값을 얻는다.</a:t>
            </a:r>
          </a:p>
          <a:p>
            <a:r>
              <a:t>[실행] source ~/ros2_curri/my_agv_ws/install/setup.bash</a:t>
            </a:r>
          </a:p>
          <a:p>
            <a:r>
              <a:t>ros2 run agv_sensors lidar_processor</a:t>
            </a:r>
          </a:p>
          <a:p>
            <a:r>
              <a:t>ros2 topic echo /obstacle_distance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# 터미널 1</a:t>
            </a:r>
          </a:p>
          <a:p>
            <a:r>
              <a:t>source /opt/ros/jazzy/setup.bash</a:t>
            </a:r>
          </a:p>
          <a:p>
            <a:r>
              <a:t>source ~/ros2_curri/my_agv_ws/install/setup.bash</a:t>
            </a:r>
          </a:p>
          <a:p>
            <a:r>
              <a:t>ros2 launch agv_bringup agv_sim.launch.py rviz:=false</a:t>
            </a:r>
          </a:p>
          <a:p/>
          <a:p>
            <a:r>
              <a:t># 터미널 2</a:t>
            </a:r>
          </a:p>
          <a:p>
            <a:r>
              <a:t>source /opt/ros/jazzy/setup.bash</a:t>
            </a:r>
          </a:p>
          <a:p>
            <a:r>
              <a:t>source ~/ros2_curri/my_agv_ws/install/setup.bash</a:t>
            </a:r>
          </a:p>
          <a:p>
            <a:r>
              <a:t>ros2 run agv_sensors lidar_processor</a:t>
            </a:r>
          </a:p>
          <a:p>
            <a:r>
              <a:t>[확인] /scan frame·RViz point·/obstacle_distance 출력이 장애물 위치에 반응한다.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frame_id, ±pi angle, range_min/max, average rate를 순서대로 읽습니다.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Displays에서 LaserScan이 켜져 있고 scan frame을 TF가 변환하는지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/scan</a:t>
            </a:r>
          </a:p>
          <a:p>
            <a:r>
              <a:t>ros2 topic hz /scan</a:t>
            </a:r>
          </a:p>
          <a:p>
            <a:r>
              <a:t>ros2 topic echo /obstacle_distance --once</a:t>
            </a:r>
          </a:p>
          <a:p>
            <a:r>
              <a:t>[확인] /scan frame·RViz point·/obstacle_distance 출력이 장애물 위치에 반응한다.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blocks/D_sensors/M13_lidar_sensor/complete/agv_ws/src || true</a:t>
            </a:r>
          </a:p>
          <a:p>
            <a:r>
              <a:t>cp -a my_agv_ws/src my_agv_ws/src_before_M13</a:t>
            </a:r>
          </a:p>
          <a:p>
            <a:r>
              <a:t>cp -a blocks/D_sensors/M13_lidar_sensor/complete/agv_ws/src/.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M14 IMU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2D LiDAR / LaserScan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/scan frame·RViz point·/obstacle_distance 출력이 장애물 위치에 반응한다.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M12 Camera pipeline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M13</a:t>
            </a:r>
            <a:br/>
            <a:r>
              <a:t>2D LiDAR / LaserScan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M14 IMU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/scan frame·RViz point·/obstacle_distance 출력이 장애물 위치에 반응한다.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lidar_link가 있고 World에 벽·박스가 배치된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M12 Camera pipeline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LaserScan 범위 배열에서 전방 ±15° 유효 거리의 최소값을 계산한다.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/scan frame·RViz point·/obstacle_distance 출력이 장애물 위치에 반응한다.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M12 Camera pipeline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LaserScan 범위 배열에서 전방 ±15° 유효 거리의 최소값을 계산한다.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/scan frame·RViz point·/obstacle_distance 출력이 장애물 위치에 반응한다.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3개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5_lidar_term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GNOME Terminal: LaserScan frame·angle·range와 publish rate  |  나중에 확인할 것: frame_id, ±pi angle, range_min/max, average rate를 순서대로 읽습니다.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3_rviz_sensors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639" y="1389888"/>
            <a:ext cx="6067672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RViz2: LaserScan을 RobotModel·TF와 같은 Fixed Frame에서 연 화면  |  나중에 확인할 것: Displays에서 LaserScan이 켜져 있고 scan frame을 TF가 변환하는지 확인합니다.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gpu_lidar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bridge</a:t>
            </a:r>
            <a:br/>
            <a:r>
              <a:t>/scan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lidar_processor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/obstacle_distance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agv_gazebo/models/agv/model.sdf</a:t>
            </a:r>
            <a:br/>
            <a:r>
              <a:t>└── agv_gazebo/config/bridge.yaml</a:t>
            </a:r>
            <a:br/>
            <a:r>
              <a:t>└── agv_sensors/agv_sensors/lidar_processor.py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구동·카메라·LiDAR·IMU를 포함해 Gazebo가 시뮬레이션할 완성 AGV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link/joint 다음에 sensor와 DiffDrive plugin을 찾고, topic 이름을 bridge와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Gazebo launch 뒤 각 ROS topic을 확인한다.</a:t>
            </a:r>
            <a:br/>
            <a:r>
              <a:t>화면/출력: Gazebo의 AGV, /camera/image_raw, /scan, /imu/data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~/ros2_curri/my_agv_ws/src/agv_gazebo/config/bridge.yaml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Gazebo Transport 메시지와 ROS 2 topic을 방향별로 연결하는 번역표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한 항목에서 ros_topic_name → type → direction을 세 줄씩 비교한다.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parameter_bridge가 이 YAML을 읽도록 launch한다.</a:t>
            </a:r>
            <a:br/>
            <a:r>
              <a:t>화면/출력: ros2 topic info에서 보이는 type과 publisher 수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LaserScan의 전방 sector에서 유효 거리 최소값을 계산하는 안전 입력 노드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ranges 필터 → 각도 index → minimum → /obstacle_distance publish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 뒤 /scan과 /obstacle_distance를 별 터미널에서 본다.</a:t>
            </a:r>
            <a:br/>
            <a:r>
              <a:t>화면/출력: LiDAR terminal의 frame·range와 RViz LaserScan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LiDAR의 ranges는 거리 배열이고, 각 원소의 방향은 angle_min + index × angle_increment입니다.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&lt;samples&gt;, &lt;min_angle&gt;, &lt;max_angle&gt;, range_min/range_max, qos_profile_sensor_data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front_half_angle_deg를 바꾸면 최소거리 판단에 포함되는 전방 sector가 바뀝니다.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terminal에서 frame/range/rate를 보고 RViz LaserScan에서 공간 방향을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구동·카메라·LiDAR·IMU를 포함해 Gazebo가 시뮬레이션할 완성 AGV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~/ros2_curri/my_agv_ws/src/agv_gazebo/models/agv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~/ros2_curri/my_agv_ws/src/agv_gazebo/models/agv/model.sdf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Gazebo의 AGV, /camera/image_raw, /scan, /imu/data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&lt;model name="agv"&gt;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&lt;link name="base_link"&gt;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로봇의 몸체·바퀴처럼 실제로 존재하는 하나의 부품을 선언합니다.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RViz/Gazebo에서 이 부품이 별도 frame/물체로 보입니다.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&lt;inertial&gt;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질량과 관성처럼 움직임에 직접 영향을 주는 물리값입니다.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Gazebo에서 가속·회전·접촉 반응이 달라집니다.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&lt;visual name="body"&gt;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사람이 화면에서 보는 모양·색·mesh를 설정합니다.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Gazebo/RViz 화면에서 해당 부품의 외형이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&lt;collision name="body_collision"&gt;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물리 엔진이 부딪힘을 계산할 모양을 설정합니다.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주행 중 장애물·바닥과의 접촉 결과가 이 구조를 따릅니다.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&lt;sensor name="imu" type="imu"&gt;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Gazebo model에 camera·LiDAR·IMU처럼 데이터를 만드는 sensor를 붙입니다.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시뮬레이터가 해당 sensor topic의 원본 데이터를 생성합니다.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&lt;topic&gt;/imu/data&lt;/topic&gt;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데이터가 오가는 채널의 정확한 이름을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SDF·bridge·node 세 곳의 이름이 같을 때 message가 연결됩니다.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&lt;update_rate&gt;100&lt;/update_rate&gt;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sensor의 해상도·갱신 주기 같은 관찰 가능한 값을 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뒤 image 크기 또는 `ros2 topic hz`가 이 값을 검증합니다.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&lt;joint name="left_wheel_joint" type="revolute"&gt;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두 link를 어떤 축·방식으로 연결할지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joint 이름·축이 맞아야 바퀴와 센서 frame이 기대한 위치에 있습니다.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&lt;sdf version="1.10"&gt;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&lt;model name="agv"&gt;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&lt;link name="base_link"&gt;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&lt;pose&gt;0 0 0.16 0 0 0&lt;/pose&gt;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&lt;mass&gt;12.0&lt;/mass&gt;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&lt;ixx&gt;0.20&lt;/ixx&gt;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&lt;iyy&gt;0.40&lt;/iyy&gt;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&lt;izz&gt;0.50&lt;/izz&gt;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&lt;visual name="body"&gt;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&lt;size&gt;0.60 0.42 0.16&lt;/size&gt;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&lt;material&gt;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&lt;diffuse&gt;0.1 0.35 0.8 1&lt;/diffuse&gt;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&lt;/material&gt;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&lt;/visual&gt;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&lt;collision name="body_collision"&gt;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&lt;size&gt;0.60 0.42 0.16&lt;/size&gt;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&lt;/collision&gt;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&lt;sensor name="imu" type="imu"&gt;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&lt;topic&gt;/imu/data&lt;/topic&gt;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&lt;always_on&gt;true&lt;/always_on&gt;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&lt;update_rate&gt;100&lt;/update_rate&gt;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5/24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&lt;imu&gt;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&lt;angular_velocity&gt;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&lt;noise type="gaussian"&gt;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  &lt;mean&gt;0&lt;/mean&gt;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  &lt;stddev&gt;0.001&lt;/stddev&gt;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&lt;/noise&gt;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&lt;/x&gt;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&lt;/angular_velocity&gt;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&lt;/imu&gt;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&lt;/sensor&gt;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5/24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6/24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&lt;/link&gt;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&lt;link name="left_wheel_link"&gt;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&lt;pose relative_to="base_link"&gt;0 0.19 -0.08 1.5708 0 0&lt;/pose&gt;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&lt;mass&gt;0.6&lt;/mass&gt;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&lt;ixx&gt;0.002&lt;/ixx&gt;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&lt;iyy&gt;0.002&lt;/iyy&gt;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6/24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7/24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&lt;visual name="wheel"&gt;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&lt;radius&gt;0.08&lt;/radius&gt;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&lt;length&gt;0.05&lt;/length&gt;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&lt;/visual&gt;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&lt;collision name="wheel_collision"&gt;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7/24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8/24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&lt;radius&gt;0.08&lt;/radius&gt;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&lt;length&gt;0.05&lt;/length&gt;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&lt;surface&gt;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&lt;friction&gt;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&lt;ode&gt;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&lt;mu&gt;1.0&lt;/mu&gt;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&lt;mu2&gt;1.0&lt;/mu2&gt;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&lt;/ode&gt;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8/24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9/24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&lt;/surface&gt;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&lt;/collision&gt;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&lt;/link&gt;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&lt;link name="right_wheel_link"&gt;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&lt;pose relative_to="base_link"&gt;0 -0.19 -0.08 1.5708 0 0&lt;/pose&gt;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&lt;mass&gt;0.6&lt;/mass&gt;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&lt;ixx&gt;0.002&lt;/ixx&gt;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&lt;iyy&gt;0.002&lt;/iyy&gt;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9/24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(10/24)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10/24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&lt;izz&gt;0.001&lt;/izz&gt;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&lt;visual name="wheel"&gt;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&lt;radius&gt;0.08&lt;/radius&gt;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&lt;length&gt;0.05&lt;/length&gt;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&lt;/visual&gt;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&lt;collision name="wheel_collision"&gt;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10/24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(11/24)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11/24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&lt;radius&gt;0.08&lt;/radius&gt;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&lt;length&gt;0.05&lt;/length&gt;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&lt;surface&gt;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&lt;friction&gt;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&lt;ode&gt;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&lt;mu&gt;1.0&lt;/mu&gt;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&lt;mu2&gt;1.0&lt;/mu2&gt;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&lt;/ode&gt;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(12/24)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12/24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&lt;/friction&gt;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&lt;/surface&gt;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&lt;/collision&gt;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&lt;/link&gt;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&lt;joint name="left_wheel_joint" type="revolute"&gt;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&lt;parent&gt;base_link&lt;/parent&gt;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&lt;child&gt;left_wheel_link&lt;/child&gt;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&lt;axis&gt;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&lt;xyz&gt;0 1 0&lt;/xyz&gt;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(13/24)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13/24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&lt;lower&gt;-1e16&lt;/lower&gt;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&lt;upper&gt;1e16&lt;/upper&gt;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&lt;/limit&gt;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&lt;/axis&gt;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&lt;/joint&gt;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&lt;joint name="right_wheel_joint" type="revolute"&gt;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&lt;parent&gt;base_link&lt;/parent&gt;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&lt;child&gt;right_wheel_link&lt;/child&gt;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&lt;axis&gt;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&lt;xyz&gt;0 1 0&lt;/xyz&gt;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(14/24)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14/24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&lt;limit&gt;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&lt;lower&gt;-1e16&lt;/lower&gt;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&lt;upper&gt;1e16&lt;/upper&gt;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&lt;/limit&gt;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&lt;/axis&gt;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&lt;/joint&gt;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&lt;link name="caster_link"&gt;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&lt;pose relative_to="base_link"&gt;-0.24 0 -0.12 0 0 0&lt;/pose&gt;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&lt;mass&gt;0.15&lt;/mass&gt;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(15/24)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15/24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&lt;ixx&gt;0.0001&lt;/ixx&gt;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&lt;iyy&gt;0.0001&lt;/iyy&gt;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&lt;izz&gt;0.0001&lt;/izz&gt;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&lt;/inertial&gt;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&lt;visual name="caster"&gt;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&lt;sphere&gt;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&lt;radius&gt;0.04&lt;/radius&gt;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&lt;/sphere&gt;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15/24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(16/24)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16/24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&lt;/visual&gt;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&lt;collision name="caster_collision"&gt;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&lt;sphere&gt;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&lt;radius&gt;0.04&lt;/radius&gt;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&lt;/sphere&gt;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&lt;/collision&gt;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&lt;/link&gt;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&lt;joint name="caster_joint" type="fixed"&gt;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16/24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(17/24)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17/24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&lt;parent&gt;base_link&lt;/parent&gt;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&lt;child&gt;caster_link&lt;/child&gt;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&lt;/joint&gt;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&lt;link name="lidar_link"&gt;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&lt;pose relative_to="base_link"&gt;0.12 0 0.13 0 0 0&lt;/pose&gt;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&lt;visual name="housing"&gt;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&lt;radius&gt;0.045&lt;/radius&gt;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&lt;length&gt;0.05&lt;/length&gt;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17/24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(18/24)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18/24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&lt;/cylinder&gt;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&lt;/visual&gt;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&lt;sensor name="lidar" type="gpu_lidar"&gt;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&lt;topic&gt;/scan&lt;/topic&gt;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&lt;always_on&gt;true&lt;/always_on&gt;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&lt;update_rate&gt;10&lt;/update_rate&gt;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&lt;visualize&gt;false&lt;/visualize&gt;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&lt;lidar&gt;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&lt;scan&gt;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&lt;horizontal&gt;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&lt;samples&gt;720&lt;/samples&gt;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18/24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(19/24)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19/24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&lt;resolution&gt;1&lt;/resolution&gt;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&lt;min_angle&gt;-3.14159&lt;/min_angle&gt;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&lt;max_angle&gt;3.14159&lt;/max_angle&gt;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&lt;/horizontal&gt;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&lt;/scan&gt;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&lt;range&gt;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&lt;min&gt;0.12&lt;/min&gt;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&lt;max&gt;12.0&lt;/max&gt;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&lt;resolution&gt;0.01&lt;/resolution&gt;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&lt;/range&gt;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&lt;/lidar&gt;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&lt;/sensor&gt;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19/24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(20/24)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20/24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&lt;/link&gt;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&lt;joint name="lidar_joint" type="fixed"&gt;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&lt;parent&gt;base_link&lt;/parent&gt;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&lt;child&gt;lidar_link&lt;/child&gt;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&lt;/joint&gt;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&lt;link name="camera_link"&gt;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&lt;pose relative_to="base_link"&gt;0.30 0 0.10 0 0 0&lt;/pose&gt;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&lt;visual name="housing"&gt;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20/24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(21/24)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21/24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&lt;size&gt;0.05 0.08 0.05&lt;/size&gt;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&lt;/box&gt;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&lt;/visual&gt;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&lt;sensor name="camera" type="camera"&gt;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&lt;topic&gt;/camera/image_raw&lt;/topic&gt;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&lt;always_on&gt;true&lt;/always_on&gt;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&lt;update_rate&gt;15&lt;/update_rate&gt;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&lt;camera&gt;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&lt;horizontal_fov&gt;1.047&lt;/horizontal_fov&gt;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(22/24)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22/24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&lt;image&gt;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&lt;width&gt;640&lt;/width&gt;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&lt;height&gt;480&lt;/height&gt;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&lt;format&gt;R8G8B8&lt;/format&gt;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&lt;/image&gt;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&lt;clip&gt;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&lt;near&gt;0.1&lt;/near&gt;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&lt;far&gt;20&lt;/far&gt;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&lt;/clip&gt;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&lt;/camera&gt;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&lt;/sensor&gt;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&lt;/link&gt;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(23/24)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23/24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&lt;joint name="camera_joint" type="fixed"&gt;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&lt;parent&gt;base_link&lt;/parent&gt;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&lt;child&gt;camera_link&lt;/child&gt;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&lt;/joint&gt;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&lt;plugin filename="gz-sim-diff-drive-system" name="gz::sim::systems::DiffDrive"&gt;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&lt;left_joint&gt;left_wheel_joint&lt;/left_joint&gt;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&lt;right_joint&gt;right_wheel_joint&lt;/right_joint&gt;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&lt;wheel_separation&gt;0.38&lt;/wheel_separation&gt;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1/3: 코드 입력 (24/24)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1/3 · 입력 24/24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&lt;wheel_radius&gt;0.08&lt;/wheel_radius&gt;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&lt;topic&gt;/cmd_vel&lt;/topic&gt;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&lt;odom_topic&gt;/odom&lt;/odom_topic&gt;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&lt;frame_id&gt;odom&lt;/frame_id&gt;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&lt;child_frame_id&gt;base_link&lt;/child_frame_id&gt;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&lt;/plugin&gt;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&lt;/model&gt;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~/ros2_curri/my_agv_ws/src/agv_gazebo/config/bridge.yaml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Gazebo Transport 메시지와 ROS 2 topic을 방향별로 연결하는 번역표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~/ros2_curri/my_agv_ws/src/agv_gazebo/config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~/ros2_curri/my_agv_ws/src/agv_gazebo/config/bridge.yaml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ros2 topic info에서 보이는 type과 publisher 수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읽기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~/ros2_curri/my_agv_ws/src/agv_gazebo/config/bridge.yaml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- ros_topic_name: "/cmd_vel"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데이터가 오가는 채널의 정확한 이름을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SDF·bridge·node 세 곳의 이름이 같을 때 message가 연결됩니다.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ros_type_name: "geometry_msgs/msg/Twist"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실행 코드와 분리한 설정 키와 값을 적습니다.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 뒤 parameter/topic 동작에서 이 값의 효과를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~/ros2_curri/my_agv_ws/src/agv_gazebo/config/bridge.yaml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- ros_topic_name: "/cmd_vel"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gz_topic_name: "/cmd_vel"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ros_type_name: "geometry_msgs/msg/Twist"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gz_type_name: "gz.msgs.Twist"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direction: ROS_TO_GZ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- ros_topic_name: "/odom"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gz_topic_name: "/odom"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ros_type_name: "nav_msgs/msg/Odometry"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gz_type_name: "gz.msgs.Odometry"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direction: GZ_TO_ROS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- ros_topic_name: "/scan"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gz_topic_name: "/scan"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~/ros2_curri/my_agv_ws/src/agv_gazebo/config/bridge.yaml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ros_type_name: "sensor_msgs/msg/LaserScan"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gz_type_name: "gz.msgs.LaserScan"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direction: GZ_TO_ROS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- ros_topic_name: "/imu/data"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gz_topic_name: "/imu/data"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ros_type_name: "sensor_msgs/msg/Imu"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gz_type_name: "gz.msgs.IMU"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direction: GZ_TO_ROS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- ros_topic_name: "/camera/image_raw"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gz_topic_name: "/camera/image_raw"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ros_type_name: "sensor_msgs/msg/Image"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gz_type_name: "gz.msgs.Image"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2/3: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2/3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~/ros2_curri/my_agv_ws/src/agv_gazebo/config/bridge.yaml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direction: GZ_TO_ROS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- ros_topic_name: "/clock"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gz_topic_name: "/clock"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ros_type_name: "rosgraph_msgs/msg/Clock"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gz_type_name: "gz.msgs.Clock"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direction: GZ_TO_ROS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LaserScan의 전방 sector에서 유효 거리 최소값을 계산하는 안전 입력 노드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~/ros2_curri/my_agv_ws/src/agv_sensors/agv_sensors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~/ros2_curri/my_agv_ws/src/agv_sensors/agv_sensors/lidar_processor.py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LiDAR terminal의 frame·range와 RViz LaserScan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class LidarProcessor(Node):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super().__init__('lidar_processor')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self.declare_parameter('front_half_angle_deg', 15.0)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코드 밖에서 바꿀 값을 이름과 기본값으로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launch/CLI parameter를 바꾸면 코드 수정 없이 동작이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self.subscription = self.create_subscription(LaserScan,</a:t>
            </a:r>
            <a:br/>
            <a:r>
              <a:t>'/scan', self.callback,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지정 topic의 message를 받아 callback으로 넘깁니다.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입력 topic을 publish하면 callback의 log 또는 출력이 바뀝니다.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self.publisher = self.create_publisher(Float32,</a:t>
            </a:r>
            <a:br/>
            <a:r>
              <a:t>'/obstacle_distance', 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어떤 message를 어느 topic으로 내보낼지 만듭니다.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topic info`에서 publisher 수가 늘어납니다.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def callback(self, scan):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함수 안의 계산·publish가 실제 node의 반응이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half_angle =</a:t>
            </a:r>
            <a:br/>
            <a:r>
              <a:t>math.radians(self.get_parameter('front_half_angle_deg').value)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등록한 parameter의 현재 값을 읽어 실제 계산에 사용합니다.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param get` 값이 node 동작에 반영됩니다.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self.publisher.publish(result)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완성한 message를 지금 topic으로 한 번 전송합니다.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다른 terminal의 `ros2 topic echo`에서 같은 값이 보입니다.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3/3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~/ros2_curri/my_agv_ws/src/agv_sensors/agv_sensors/lidar_processor.py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math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rclpy.node import Node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rclpy.qos import qos_profile_sensor_data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sensor_msgs.msg import LaserScan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std_msgs.msg import Float32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class LidarProcessor(Node):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__init__(self):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super().__init__('lidar_processor')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self.declare_parameter('front_half_angle_deg', 15.0)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3/3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~/ros2_curri/my_agv_ws/src/agv_sensors/agv_sensors/lidar_processor.py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self.subscription = self.create_subscription(LaserScan, '/scan', self.callback,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qos_profile_sensor_data)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self.publisher = self.create_publisher(Float32, '/obstacle_distance', 10)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callback(self, scan):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half_angle = math.radians(self.get_parameter('front_half_angle_deg').value)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front_ranges = [distance for index,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distance in enumerate(scan.ranges) if abs(scan.angle_min + index * scan.angle_increment) &lt;= half_angle and math.isfinite(distance)]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result = Float32(data=min(front_ranges) if front_ranges else float('inf'))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self.publisher.publish(result)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def main():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3/3: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3/3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~/ros2_curri/my_agv_ws/src/agv_sensors/agv_sensors/lidar_processor.py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rclpy.init()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node = LidarProcessor()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try: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rclpy.spin(node)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except KeyboardInterrupt: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pass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finally: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node.destroy_node()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if rclpy.ok():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LiDAR 범위와 angle을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ranges의 index는 angle_min + index×angle_increment로 실제 각도가 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interface show sensor_msgs/msg/LaserScan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echo /scan --once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터미널 1 역할: 다른 터미널의 실행 결과를 이 창에서 관찰·검증합니다.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전방 최소거리 노드를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inf·NaN은 충돌 판단에서 제외해야 안전한 최소값을 얻는다.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~/ros2_curri/my_agv_ws/install/setup.bash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run agv_sensors lidar_processor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echo /obstacle_distance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터미널 1 역할: 다른 터미널의 실행 결과를 이 창에서 관찰·검증합니다.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터미널 1 + 2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 순서를 바꾸지 않습니다. build가 끝난 뒤 source하고, 마지막 명령으로 node·Gazebo·RViz를 실행합니다.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679192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DB7E22"/>
                </a:solidFill>
                <a:latin typeface="Noto Sans CJK KR"/>
              </a:defRPr>
            </a:pPr>
            <a:r>
              <a:t>두 터미널은 동시에 필요합니다. 각 검은 블록에는 그대로 복사할 명령만 들어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" y="3017520"/>
            <a:ext cx="5138928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1 — 명령만 복사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3328416"/>
            <a:ext cx="5138928" cy="1700784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source /opt/ros/jazzy/setup.bash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source ~/ros2_curri/my_agv_ws/install/setup.bash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ros2 launch agv_bringup agv_sim.launch.py rviz:=false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5166360"/>
            <a:ext cx="4992624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2A8B5A"/>
                </a:solidFill>
                <a:latin typeface="Noto Sans CJK KR"/>
              </a:defRPr>
            </a:pPr>
            <a:r>
              <a:t>터미널 1 역할: 시뮬레이터·bridge·node를 먼저 시작한 뒤 이 창은 종료하지 않고 둡니다.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0488" y="3017520"/>
            <a:ext cx="5138928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2 — 명령만 복사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3328416"/>
            <a:ext cx="5138928" cy="1700784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source /opt/ros/jazzy/setup.bash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source ~/ros2_curri/my_agv_ws/install/setup.bash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ros2 run agv_sensors lidar_processor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5166360"/>
            <a:ext cx="4992624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2A8B5A"/>
                </a:solidFill>
                <a:latin typeface="Noto Sans CJK KR"/>
              </a:defRPr>
            </a:pPr>
            <a:r>
              <a:t>터미널 2 역할: 이 node를 실행합니다. 출력이 계속 나오는 동안 Ctrl+C로 종료하지 않습니다.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/scan frame·RViz point·/obstacle_distance 출력이 장애물 위치에 반응한다.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GNOME Terminal: LaserScan frame·angle·range와 publish 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5_lidar_term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9770" y="1353312"/>
            <a:ext cx="6609411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frame_id, ±pi angle, range_min/max, average rate를 순서대로 읽습니다.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RViz2: LaserScan을 RobotModel·TF와 같은 Fixed Frame에서 연 화면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3_rviz_sensors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409" y="1353312"/>
            <a:ext cx="6246133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Displays에서 LaserScan이 켜져 있고 scan frame을 TF가 변환하는지 확인합니다.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/scan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hz /scan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echo /obstacle_distance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/scan frame·RViz point·/obstacle_distance 출력이 장애물 위치에 반응한다.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/scan이 없음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SDF sensor → bridge YAML → ROS topic 순서로 확인한다.</a:t>
            </a:r>
            <a:br/>
            <a:r>
              <a:t>수정 후: ros2 topic info /scan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최소거리가 항상 inf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유효 range 필터와 sector index 계산을 확인한다.</a:t>
            </a:r>
            <a:br/>
            <a:r>
              <a:t>수정 후: ros2 topic info /scan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diff -ru my_agv_ws/src blocks/D_sensors/M13_lidar_sensor/complete/agv_ws/src || true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cp -a my_agv_ws/src my_agv_ws/src_before_M13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cp -a blocks/D_sensors/M13_lidar_sensor/complete/agv_ws/src/. my_agv_ws/src/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front_half_angle_deg를 15°와 45°로 각각 실행해 장애물 판정 영역이 어떻게 달라지는지 비교한다.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/scan frame·RViz point·/obstacle_distance 출력이 장애물 위치에 반응한다.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blocks/D_sensors/M13_lidar_sensor/complete/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M14 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M13 · Block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