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~/ros2_curri/agv_ws/install/setup.bash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M13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  <a:br/>
            <a:r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  <a:br/>
            <a:r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ranges의 index는 angle_min + index×angle_increment로 실제 각도가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sensor_msgs/msg/LaserScan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inf·NaN은 충돌 판단에서 제외해야 안전한 최소값을 얻는다.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agv_sensors lidar_processor</a:t>
            </a:r>
            <a:br/>
            <a:r>
              <a:t>ros2 topic echo /obstacle_distance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31/33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32/33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lidar_processor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 통합 display: LaserScan·frame·Fixed Frame을 점검하는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/scan</a:t>
            </a:r>
            <a:br/>
            <a:r>
              <a:t>ros2 topic hz /scan</a:t>
            </a:r>
            <a:br/>
            <a:r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SDF sensor → bridge YAML → ROS topic 순서로 확인한다.</a:t>
            </a:r>
            <a:br/>
            <a:r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유효 range 필터와 sector index 계산을 확인한다.</a:t>
            </a:r>
            <a:br/>
            <a:r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