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agv_sensors lidar_processor</a:t>
            </a:r>
            <a:br/>
            <a:r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GNOME Terminal: LaserScan frame·angle·range와 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LaserScan을 RobotModel·TF와 같은 Fixed Frame에서 연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  <a:br/>
            <a:r>
              <a:t>ros2 topic hz /scan</a:t>
            </a:r>
            <a:br/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