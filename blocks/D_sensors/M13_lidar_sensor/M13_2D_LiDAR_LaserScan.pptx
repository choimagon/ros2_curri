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1/3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2/3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~/agv_ws/src/agv_sensors/agv_sensors/lidar_processor.py의 전체 파일을 3/3 구간으로 작성한다.</a:t>
            </a:r>
          </a:p>
          <a:p>
            <a:r>
              <a:t>[실행] nano ~/agv_ws/src/agv_sensors/agv_sensors/lidar_processor.py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  <a:br/>
            <a:r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  <a:br/>
            <a:r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sensor_msgs/msg/LaserScan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agv_sensors lidar_processor</a:t>
            </a:r>
            <a:br/>
            <a:r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~/agv_ws/src/agv_gazebo/config</a:t>
            </a:r>
            <a:br/>
            <a:r>
              <a:t>파일 열기: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32/33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~/agv_ws/src/agv_sensors/agv_sensors</a:t>
            </a:r>
            <a:br/>
            <a:r>
              <a:t>파일 열기: nano ~/agv_ws/src/agv_sensors/agv_sensors/lidar_processor.py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  <a:br/>
            <a:r>
              <a:t>ros2 topic hz /scan</a:t>
            </a:r>
            <a:br/>
            <a:r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SDF sensor → bridge YAML → ROS topic 순서로 확인한다.</a:t>
            </a:r>
            <a:br/>
            <a:r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유효 range 필터와 sector index 계산을 확인한다.</a:t>
            </a:r>
            <a:br/>
            <a:r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