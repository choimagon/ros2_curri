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lidar_processor</a:t>
            </a:r>
            <a:br/>
            <a:r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  <a:br/>
            <a:r>
              <a:t>ros2 topic hz /scan</a:t>
            </a:r>
            <a:br/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blocks/D_sensors/M13_lidar_sensor/complete/agv_ws/src || true</a:t>
            </a:r>
            <a:br/>
            <a:r>
              <a:t>cp -a my_agv_ws/src my_agv_ws/src_before_M13</a:t>
            </a:r>
            <a:br/>
            <a:r>
              <a:t>cp -a blocks/D_sensors/M13_lidar_sensor/complete/agv_ws/src/.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