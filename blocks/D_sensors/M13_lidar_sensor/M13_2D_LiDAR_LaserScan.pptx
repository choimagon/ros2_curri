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LiDAR의 ranges는 거리 배열이고, 각 원소의 방향은 angle_min + index × angle_increment입니다.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terminal에서 frame/range/rate를 보고 RViz LaserScan에서 공간 방향을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~/ros2_curri/my_agv_ws/install/setup.bash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blocks/D_sensors/M13_lidar_sensor/complete/agv_ws/src || true</a:t>
            </a:r>
          </a:p>
          <a:p>
            <a:r>
              <a:t>cp -a my_agv_ws/src my_agv_ws/src_before_M13</a:t>
            </a:r>
          </a:p>
          <a:p>
            <a:r>
              <a:t>cp -a blocks/D_sensors/M13_lidar_sensor/complete/agv_ws/src/.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M13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  <a:br/>
            <a:r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 Camera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LaserScan frame·angle·range와 publish rate  |  나중에 확인할 것: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LaserScan을 RobotModel·TF와 같은 Fixed Frame에서 연 화면  |  나중에 확인할 것: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  <a:br/>
            <a:r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LiDAR의 ranges는 거리 배열이고, 각 원소의 방향은 angle_min + index × angle_increment입니다.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&lt;samples&gt;, &lt;min_angle&gt;, &lt;max_angle&gt;, range_min/range_max, qos_profile_sensor_data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front_half_angle_deg를 바꾸면 최소거리 판단에 포함되는 전방 sector가 바뀝니다.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terminal에서 frame/range/rate를 보고 RViz LaserScan에서 공간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sensor_msgs/msg/LaserScan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agv_sensors lidar_processor</a:t>
            </a:r>
            <a:br/>
            <a:r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/scan</a:t>
            </a:r>
            <a:br/>
            <a:r>
              <a:t>ros2 topic hz /scan</a:t>
            </a:r>
            <a:br/>
            <a:r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SDF sensor → bridge YAML → ROS topic 순서로 확인한다.</a:t>
            </a:r>
            <a:br/>
            <a:r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유효 range 필터와 sector index 계산을 확인한다.</a:t>
            </a:r>
            <a:br/>
            <a:r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blocks/D_sensors/M13_lidar_sensor/complete/agv_ws/src || true</a:t>
            </a:r>
            <a:br/>
            <a:r>
              <a:t>cp -a my_agv_ws/src my_agv_ws/src_before_M13</a:t>
            </a:r>
            <a:br/>
            <a:r>
              <a:t>cp -a blocks/D_sensors/M13_lidar_sensor/complete/agv_ws/src/.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