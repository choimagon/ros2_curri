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M12 Camera · M13 2D LiDAR · M14 IMU · M15 운영/QoS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Gazebo 센서를 생성하고 ROS topic, frame_id, /clock, update rate를 관리한다.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agv_gazebo/models/agv/model.sdf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agv_gazebo/config/bridge.yaml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agv_sensors/agv_sensors/lidar_processor.py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agv_sensors/agv_sensors/imu_monitor.py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launch agv_bringup agv_sim.launch.py rviz:=false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# 새 터미널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hz /scan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echo /imu/data --once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agv_sensors lidar_processor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echo /obstacle_distance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rqt_image_view rqt_image_view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d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SDF에 camera·lidar·imu sensor와 topic/update_rate가, bridge YAML에 ROS 메시지 타입과 방향이 함께 있어야 한다. 실행 중에는 topic hz와 header.frame_id를 반드시 확인한다.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