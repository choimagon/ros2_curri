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73E6F"/>
                </a:solidFill>
                <a:latin typeface="Noto Sans CJK KR"/>
              </a:defRPr>
            </a:pPr>
            <a:r>
              <a:t>Block D —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042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F5373"/>
                </a:solidFill>
                <a:latin typeface="Noto Sans CJK KR"/>
              </a:defRPr>
            </a:pPr>
            <a:r>
              <a:t>M12 Camera · M13 2D LiDAR · M14 IMU · M15 운영/QoS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12B3D"/>
                </a:solidFill>
                <a:latin typeface="Noto Sans CJK KR"/>
              </a:defRPr>
            </a:pPr>
            <a:r>
              <a:t>Gazebo 센서를 생성하고 ROS topic, frame_id, /clock, update rate를 관리한다.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978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9687E"/>
                </a:solidFill>
                <a:latin typeface="Noto Sans CJK KR"/>
              </a:defRPr>
            </a:pPr>
            <a:r>
              <a:t>실제 실행 결과 캡처 포함 · 한국어 작성 · 최소 글꼴 크기 10pt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D —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만들어진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Block에서 실제로 만든 핵심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agv_gazebo/models/agv/model.sdf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agv_gazebo/config/bridge.yaml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agv_sensors/agv_sensors/lidar_processor.py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agv_sensors/agv_sensors/imu_monitor.py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agv_bringup/config/sensors.yaml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F5373"/>
                </a:solidFill>
                <a:latin typeface="Noto Sans CJK KR"/>
              </a:defRPr>
            </a:pPr>
            <a:r>
              <a:t>모듈별 만드는 방법과 상세 확인 기준은 이 폴더의 Mxx/README.md에 정리되어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D —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초심자 파일 제작 실습 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73E6F"/>
                </a:solidFill>
                <a:latin typeface="Noto Sans CJK KR"/>
              </a:defRPr>
            </a:pPr>
            <a:r>
              <a:t>LiDAR 처리 노드 만들기 (.py)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6128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4C5B74"/>
                </a:solidFill>
                <a:latin typeface="Noto Sans CJK KR"/>
              </a:defRPr>
            </a:pPr>
            <a:r>
              <a:t>실제 파일: agv_ws/src/agv_sensors/agv_sensors/lidar_processor.py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62456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17638C"/>
                </a:solidFill>
                <a:latin typeface="Noto Sans CJK KR"/>
              </a:defRPr>
            </a:pPr>
            <a:r>
              <a:t>처음 만들 때: ros2 pkg create --build-type ament_python agv_sensors --dependencies rclpy sensor_msgs std_msgs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806440" cy="4416552"/>
          </a:xfrm>
          <a:prstGeom prst="roundRect">
            <a:avLst/>
          </a:prstGeom>
          <a:solidFill>
            <a:srgbClr val="141C2A"/>
          </a:solidFill>
          <a:ln>
            <a:solidFill>
              <a:srgbClr val="4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half_angle = radians(get_parameter('front_half_angle_deg').value)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front_ranges = [distance for index, distance in enumerate(scan.ranges)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  if abs(scan.angle_min + index * scan.angle_increment) &lt;= half_angle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  and math.isfinite(distance)]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result = Float32(data=min(front_ranges) if front_ranges else float('inf'))</a:t>
            </a:r>
          </a:p>
          <a:p>
            <a:pPr>
              <a:spcAft>
                <a:spcPts val="300"/>
              </a:spcAft>
              <a:defRPr sz="1000">
                <a:solidFill>
                  <a:srgbClr val="DFEDFF"/>
                </a:solidFill>
                <a:latin typeface="Noto Sans CJK KR"/>
              </a:defRPr>
            </a:pPr>
            <a:r>
              <a:t>publisher.publish(result)  # /obstacle_distance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2763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3E6F"/>
                </a:solidFill>
                <a:latin typeface="Noto Sans CJK KR"/>
              </a:defRPr>
            </a:pPr>
            <a:r>
              <a:t>만드는 순서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975104"/>
            <a:ext cx="4800600" cy="2258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12B3D"/>
                </a:solidFill>
                <a:latin typeface="Noto Sans CJK KR"/>
              </a:defRPr>
            </a:pPr>
            <a:r>
              <a:t>• 1. LaserScan을 SensorDataQoS로 구독해 센서 publisher와 QoS를 맞춥니다.</a:t>
            </a:r>
          </a:p>
          <a:p>
            <a:pPr>
              <a:spcAft>
                <a:spcPts val="500"/>
              </a:spcAft>
              <a:defRPr sz="1200" b="0">
                <a:solidFill>
                  <a:srgbClr val="212B3D"/>
                </a:solidFill>
                <a:latin typeface="Noto Sans CJK KR"/>
              </a:defRPr>
            </a:pPr>
            <a:r>
              <a:t>• 2. angle_min + index × angle_increment로 각 sample 방향을 계산합니다.</a:t>
            </a:r>
          </a:p>
          <a:p>
            <a:pPr>
              <a:spcAft>
                <a:spcPts val="500"/>
              </a:spcAft>
              <a:defRPr sz="1200" b="0">
                <a:solidFill>
                  <a:srgbClr val="212B3D"/>
                </a:solidFill>
                <a:latin typeface="Noto Sans CJK KR"/>
              </a:defRPr>
            </a:pPr>
            <a:r>
              <a:t>• 3. 전방 ±15°의 유한 range 중 최솟값을 Float32로 publish합니다.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48056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73E6F"/>
                </a:solidFill>
                <a:latin typeface="Noto Sans CJK KR"/>
              </a:defRPr>
            </a:pPr>
            <a:r>
              <a:t>실행하면 이렇게 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892040"/>
            <a:ext cx="4800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12B3D"/>
                </a:solidFill>
                <a:latin typeface="Noto Sans CJK KR"/>
              </a:defRPr>
            </a:pPr>
            <a:r>
              <a:t>전방 장애물이 0.48 m면 /obstacle_distance는 약 0.48, 측정값이 없으면 inf가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D —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실행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권장 실행 순서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141C2A"/>
          </a:solidFill>
          <a:ln>
            <a:solidFill>
              <a:srgbClr val="40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182880"/>
          <a:lstStyle/>
          <a:p>
            <a:pPr algn="ctr"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launch agv_bringup agv_sim.launch.py rviz:=false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# 새 터미널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topic hz /scan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topic echo /imu/data --once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run agv_sensors lidar_processor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topic echo /obstacle_distance</a:t>
            </a:r>
          </a:p>
          <a:p>
            <a:pPr>
              <a:spcAft>
                <a:spcPts val="700"/>
              </a:spcAft>
              <a:defRPr sz="1100">
                <a:solidFill>
                  <a:srgbClr val="DFEDFF"/>
                </a:solidFill>
                <a:latin typeface="Noto Sans CJK KR"/>
              </a:defRPr>
            </a:pPr>
            <a:r>
              <a:t>ros2 run rqt_image_view rqt_image_view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9904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05C70"/>
                </a:solidFill>
                <a:latin typeface="Noto Sans CJK KR"/>
              </a:defRPr>
            </a:pPr>
            <a:r>
              <a:t>명령은 Block README의 순서와 동일합니다. 새 터미널에서도 ROS와 workspace를 source해야 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D —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명령어 동작과 설정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이 명령이 실제로 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SDF sensor의 update_rate·range·FOV가 Gazebo 원본 데이터를 만들고, bridge가 ROS 메시지로 변환한다.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ros2 topic hz는 내용 대신 도착 주기를 측정한다. 현재 LiDAR 10 Hz, camera 15 Hz, IMU 100 Hz이다.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front_half_angle_deg는 LiDAR processor가 장애물을 검사할 전방 반각을 정한다.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F5373"/>
                </a:solidFill>
                <a:latin typeface="Noto Sans CJK KR"/>
              </a:defRPr>
            </a:pPr>
            <a:r>
              <a:t>수치·토픽·방향을 바꿀 때는 해당 Block의 Mxx README에서 구현 파일과 기대 결과를 함께 확인합니다.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D —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실제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pic>
        <p:nvPicPr>
          <p:cNvPr id="6" name="Picture 5" descr="block_d_actual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2688"/>
            <a:ext cx="11365992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FFFFF"/>
                </a:solidFill>
                <a:latin typeface="Noto Sans CJK KR"/>
              </a:defRPr>
            </a:pPr>
            <a:r>
              <a:t>Block D — 센서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828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DCEAFC"/>
                </a:solidFill>
                <a:latin typeface="Noto Sans CJK KR"/>
              </a:defRPr>
            </a:pPr>
            <a:r>
              <a:t>확인 기준과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11247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7080"/>
                </a:solidFill>
                <a:latin typeface="Noto Sans CJK KR"/>
              </a:defRPr>
            </a:pPr>
            <a:r>
              <a:t>ROS 2 + Gazebo AGV 실습 · 모든 텍스트 최소 10pt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73E6F"/>
                </a:solidFill>
                <a:latin typeface="Noto Sans CJK KR"/>
              </a:defRPr>
            </a:pPr>
            <a:r>
              <a:t>통과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SDF에 camera·lidar·imu sensor와 topic/update_rate가, bridge YAML에 ROS 메시지 타입과 방향이 함께 있어야 한다. 실행 중에는 topic hz와 header.frame_id를 반드시 확인한다.</a:t>
            </a:r>
          </a:p>
          <a:p>
            <a:pPr>
              <a:spcAft>
                <a:spcPts val="500"/>
              </a:spcAft>
              <a:defRPr sz="1500" b="0">
                <a:solidFill>
                  <a:srgbClr val="212B3D"/>
                </a:solidFill>
                <a:latin typeface="Noto Sans CJK KR"/>
              </a:defRPr>
            </a:pPr>
            <a:r>
              <a:t>• 문제가 생기면 README의 '확인' 명령부터 다시 실행하고, 첫 오류 메시지를 기준으로 수정합니다.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