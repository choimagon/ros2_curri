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amera_image_ra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agv_sensors/package.xml</a:t>
            </a:r>
            <a:br/>
            <a:r>
              <a:t>└── agv_sensors/setup.py</a:t>
            </a:r>
            <a:br/>
            <a:r>
              <a:t>└── agv_vision/package.xml</a:t>
            </a:r>
            <a:br/>
            <a:r>
              <a:t>└── agv_vision/setup.py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--dependencies rclpy sensor_msgs std_msgs agv_sensors</a:t>
            </a:r>
            <a:br/>
            <a:r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  <a:br/>
            <a:r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&lt;name&gt;agv_sensors&lt;/name&gt;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&lt;name&gt;agv_sensors&lt;/name&gt;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&lt;description&gt;LaserScan and IMU processing nodes.&lt;/description&gt;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&lt;exec_depend&gt;sensor_msgs&lt;/exec_depend&gt;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  <a:br/>
            <a:r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['lidar_processor =</a:t>
            </a:r>
            <a:br/>
            <a:r>
              <a:t>agv_sensors.lidar_processor:main',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'agv_sensors'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['lidar_processor = agv_sensors.lidar_processor:main',</a:t>
            </a:r>
            <a:br/>
            <a:r>
              <a:t>     'imu_monitor = agv_sensors.imu_monitor:main',</a:t>
            </a:r>
            <a:br/>
            <a:r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&lt;name&gt;agv_vision&lt;/name&gt;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&lt;name&gt;agv_vision&lt;/name&gt;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&lt;description&gt;Camera and optional YOLO perception node.&lt;/description&gt;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&lt;exec_depend&gt;sensor_msgs&lt;/exec_depend&gt;</a:t>
            </a:r>
            <a:br/>
            <a:r>
              <a:t>  &lt;exec_depend&gt;cv_bridge&lt;/exec_depend&gt;</a:t>
            </a:r>
            <a:br/>
            <a:r>
              <a:t>  &lt;exec_depend&gt;agv_interfaces&lt;/exec_depend&gt;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['yolo_node =</a:t>
            </a:r>
            <a:br/>
            <a:r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  <a:br/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self.create_publisher(DetectionArray,</a:t>
            </a:r>
            <a:br/>
            <a:r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self.create_subscription(Image, '/camera/image_raw',</a:t>
            </a:r>
            <a:br/>
            <a:r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make_detection(self, header, class_name, confidence,</a:t>
            </a:r>
            <a:br/>
            <a:r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~/ros2_curri/my_agv_ws/src/agv_gazebo/models/agv/model.sdf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 autonomy:=false</a:t>
            </a:r>
            <a:br/>
            <a:r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blocks/D_sensors/M12_camera_sensor/complete/agv_ws/src || true</a:t>
            </a:r>
            <a:br/>
            <a:r>
              <a:t>cp -a my_agv_ws/src my_agv_ws/src_before_M12</a:t>
            </a:r>
            <a:br/>
            <a:r>
              <a:t>cp -a blocks/D_sensors/M12_camera_sensor/complete/agv_ws/src/.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