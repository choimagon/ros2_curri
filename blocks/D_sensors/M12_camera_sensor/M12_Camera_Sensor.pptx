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2/10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3/10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4/10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5/10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6/10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7/10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8/10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9/10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10/10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 autonomy:=false</a:t>
            </a:r>
          </a:p>
          <a:p>
            <a:r>
              <a:t># 새 터미널: ros2 run rqt_image_view 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M12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  <a:br/>
            <a:r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'&lt;sensor name="camera"|&lt;width&gt;|&lt;height&gt;|&lt;horizontal_fov&gt;|&lt;update_rate&gt;' \</a:t>
            </a:r>
            <a:br/>
            <a:r>
              <a:t>  ~/ros2_curri/agv_ws/src/agv_gazebo/models/agv/model.sdf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  <a:br/>
            <a:r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r>
              <a:t>import cv2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self.declare_parameter('enable_red_target_fallback', True)</a:t>
            </a:r>
            <a:br/>
            <a:r>
              <a:t>        self.declare_parameter('target_width_m', 0.25)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self.debug_publisher = self.create_publisher(Image, '/vision/debug_image',</a:t>
            </a:r>
            <a:br/>
            <a:r>
              <a:t>            qos_profile_sensor_data)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32/40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make_detection(self, header, class_name, confidence, x1, y1, x2, y2, image_width):</a:t>
            </a:r>
            <a:br/>
            <a:r>
              <a:t>        """Estimate distance with a pinhole model for the fixed 60-degree course camera."""</a:t>
            </a:r>
            <a:br/>
            <a:r>
              <a:t>        width = max(1, x2 - x1)</a:t>
            </a:r>
            <a:br/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33/40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  <a:br/>
            <a:r>
              <a:t>        return Detection(header=header, class_name=class_name,</a:t>
            </a:r>
            <a:br/>
            <a:r>
              <a:t>            confidence=float(confidence), center_x=(x1 + x2) // 2,</a:t>
            </a:r>
            <a:br/>
            <a:r>
              <a:t>            center_y=(y1 + y2) // 2, width=width, height=max(1, y2 - y1),</a:t>
            </a:r>
            <a:br/>
            <a:r>
              <a:t>            estimated_distance=distance)</a:t>
            </a:r>
            <a:br/>
            <a:br/>
            <a:r>
              <a:t>    def red_target_detection(self, image, header):</a:t>
            </a:r>
            <a:br/>
            <a:r>
              <a:t>        """Dependency-free fallback for the red target placed in warehouse.sdf.</a:t>
            </a:r>
            <a:br/>
            <a:br/>
            <a:r>
              <a:t>        This is deliberately labelled as a fallback in the debug image.  It keeps</a:t>
            </a:r>
            <a:br/>
            <a:r>
              <a:t>        M17--M22 runnable before a learner downloads a YOLO model, while the same</a:t>
            </a:r>
            <a:br/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34/40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  <a:br/>
            <a:r>
              <a:t>        hsv = cv2.cvtColor(image, cv2.COLOR_BGR2HSV)</a:t>
            </a:r>
            <a:br/>
            <a:r>
              <a:t>        lower_red = cv2.inRange(hsv, (0, 90, 70), (12, 255, 255))</a:t>
            </a:r>
            <a:br/>
            <a:r>
              <a:t>        upper_red = cv2.inRange(hsv, (165, 90, 70), (179, 255, 255))</a:t>
            </a:r>
            <a:br/>
            <a:r>
              <a:t>        mask = cv2.bitwise_or(lower_red, upper_red)</a:t>
            </a:r>
            <a:br/>
            <a:r>
              <a:t>        contours, _ = cv2.findContours(mask, cv2.RETR_EXTERNAL, cv2.CHAIN_APPROX_SIMPLE)</a:t>
            </a:r>
            <a:br/>
            <a:r>
              <a:t>        if not contours:</a:t>
            </a:r>
            <a:br/>
            <a:r>
              <a:t>            return None</a:t>
            </a:r>
            <a:br/>
            <a:r>
              <a:t>        contour = max(contours, key=cv2.contourArea)</a:t>
            </a:r>
            <a:br/>
            <a:r>
              <a:t>        if cv2.contourArea(contour) &lt; 80:</a:t>
            </a:r>
            <a:br/>
            <a:r>
              <a:t>            return None</a:t>
            </a:r>
            <a:br/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35/40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  <a:br/>
            <a:r>
              <a:t>            y + height, image.shape[1])</a:t>
            </a:r>
            <a:br/>
            <a:br/>
            <a:r>
              <a:t>    def callback(self, image_message):</a:t>
            </a:r>
            <a:br/>
            <a:r>
              <a:t>        image = self.bridge.imgmsg_to_cv2(image_message, desired_encoding='bgr8')</a:t>
            </a:r>
            <a:br/>
            <a:r>
              <a:t>        debug = image.copy()</a:t>
            </a:r>
            <a:br/>
            <a:r>
              <a:t>        output = DetectionArray(header=image_message.header)</a:t>
            </a:r>
            <a:br/>
            <a:r>
              <a:t>        label = 'no detection'</a:t>
            </a:r>
            <a:br/>
            <a:r>
              <a:t>        if self.model is not None: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36/40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self.make_detection(image_message.header,</a:t>
            </a:r>
            <a:br/>
            <a:r>
              <a:t>                    result.names[int(box.cls[0])], confidence, x1, y1, x2, y2,</a:t>
            </a:r>
            <a:br/>
            <a:r>
              <a:t>                    image.shape[1])</a:t>
            </a:r>
            <a:br/>
            <a:r>
              <a:t>                output.detections.append(detection)</a:t>
            </a:r>
            <a:br/>
            <a:r>
              <a:t>                cv2.rectangle(debug, (x1, y1), (x2, y2), (30, 220, 30), 2)</a:t>
            </a:r>
            <a:br/>
            <a:r>
              <a:t>                label = f'YOLO {detection.class_name} {confidence:.2f}'</a:t>
            </a:r>
            <a:br/>
            <a:r>
              <a:t>        elif self.get_parameter('enable_red_target_fallback').value:</a:t>
            </a:r>
            <a:br/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37/40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  <a:br/>
            <a:r>
              <a:t>                output.detections.append(detection)</a:t>
            </a:r>
            <a:br/>
            <a:r>
              <a:t>                x1 = detection.center_x - detection.width // 2</a:t>
            </a:r>
            <a:br/>
            <a:r>
              <a:t>                y1 = detection.center_y - detection.height // 2</a:t>
            </a:r>
            <a:br/>
            <a:r>
              <a:t>                x2, y2 = (x1 + detection.width, y1 + detection.height)</a:t>
            </a:r>
            <a:br/>
            <a:r>
              <a:t>                cv2.rectangle(debug, (x1, y1), (x2, y2), (0, 215, 255), 2)</a:t>
            </a:r>
            <a:br/>
            <a:r>
              <a:t>                label = f'course fallback target {detection.estimated_distance:.2f} m'</a:t>
            </a:r>
            <a:br/>
            <a:r>
              <a:t>            else:</a:t>
            </a:r>
            <a:br/>
            <a:r>
              <a:t>                label = 'course fallback: red target not visible'</a:t>
            </a:r>
            <a:br/>
            <a:r>
              <a:t>        cv2.putText(debug, label, (12, 28), cv2.FONT_HERSHEY_SIMPLEX, 0.65, (255, 255,</a:t>
            </a:r>
            <a:br/>
            <a:r>
              <a:t>            255), 2)</a:t>
            </a:r>
            <a:br/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38/40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39/40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~/ros2_curri/agv_ws/src/agv_vision/agv_vision</a:t>
            </a:r>
            <a:br/>
            <a:r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 autonomy:=false</a:t>
            </a:r>
            <a:br/>
            <a:r>
              <a:t># 새 터미널: ros2 run rqt_image_view rqt_image_view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/camera/image_raw 캡처: 화면 방향·FOV·world 배치를 점검하는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imag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camera pose/FOV·world light·clipping range를 확인한다.</a:t>
            </a:r>
            <a:br/>
            <a:r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Image topic·QoS·bridge mapping을 확인한다.</a:t>
            </a:r>
            <a:br/>
            <a:r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