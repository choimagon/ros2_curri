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영상 인지는 모델 파일과 분리해 Python ROS node package로 만듭니다.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sensor_msgs std_msgs agv_sensors</a:t>
            </a:r>
          </a:p>
          <a:p>
            <a:r>
              <a:t>ros2 pkg create --build-type ament_python --dependencies rclpy sensor_msgs std_msgs agv_vision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1/3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2/3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3/3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~/ros2_curri/my_agv_ws/src/agv_sensors/setup.py의 1/1 구현 블록을 직접 입력한다.</a:t>
            </a:r>
          </a:p>
          <a:p>
            <a:r>
              <a:t>[실행] nano ~/ros2_curri/my_agv_ws/src/agv_sensors/setup.py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1/2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2/2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~/ros2_curri/my_agv_ws/src/agv_gazebo/models/agv/model.sdf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agv_bringup agv_sim.launch.py rviz:=false autonomy:=false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blocks/D_sensors/M12_camera_sensor/complete/agv_ws/src || true</a:t>
            </a:r>
          </a:p>
          <a:p>
            <a:r>
              <a:t>cp -a my_agv_ws/src my_agv_ws/src_before_M12</a:t>
            </a:r>
          </a:p>
          <a:p>
            <a:r>
              <a:t>cp -a blocks/D_sensors/M12_camera_sensor/complete/agv_ws/src/.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7개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amera_image_raw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/camera/image_raw: AGV 전방 camera가 target·장애물 방향을 보는 원본 프레임  |  나중에 확인할 것: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camera Image type·publisher/subscriber·publish rate  |  나중에 확인할 것: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 검출 결과가 target box·거리로 표시된 화면  |  나중에 확인할 것: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agv_sensors/package.xml</a:t>
            </a:r>
            <a:br/>
            <a:r>
              <a:t>└── agv_sensors/setup.py</a:t>
            </a:r>
            <a:br/>
            <a:r>
              <a:t>└── agv_vision/package.xml</a:t>
            </a:r>
            <a:br/>
            <a:r>
              <a:t>└── agv_vision/setup.py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센서와 vision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영상 인지는 모델 파일과 분리해 Python ROS node package로 만듭니다.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ament_python --dependencies rclpy sensor_msgs std_msgs agv_sensors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ament_python --dependencies rclpy sensor_msgs std_msgs agv_vision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~/ros2_curri/my_agv_ws/src/agv_sensors/package.xml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&lt;name&gt;agv_sensors&lt;/name&gt;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&lt;name&gt;agv_sensors&lt;/name&gt;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&lt;description&gt;LaserScan and IMU processing nodes.&lt;/description&gt;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&lt;exec_depend&gt;sensor_msgs&lt;/exec_depend&gt;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&lt;exec_depend&gt;std_msgs&lt;/exec_depend&gt;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&lt;exec_depend&gt;geometry_msgs&lt;/exec_depend&gt;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~/ros2_curri/my_agv_ws/src/agv_sensors/setup.py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['lidar_processor =</a:t>
            </a:r>
            <a:br/>
            <a:r>
              <a:t>agv_sensors.lidar_processor:main',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'agv_sensors'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entry_points={'console_scripts': ['lidar_processor = agv_sensors.lidar_processor:main',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'imu_monitor = agv_sensors.imu_monitor:main',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'odom_path = agv_sensors.odom_path:main']})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~/ros2_curri/my_agv_ws/src/agv_vision/package.xml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&lt;name&gt;agv_vision&lt;/name&gt;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&lt;name&gt;agv_vision&lt;/name&gt;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&lt;description&gt;Camera and optional YOLO perception node.&lt;/description&gt;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&lt;exec_depend&gt;sensor_msgs&lt;/exec_depend&gt;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&lt;exec_depend&gt;cv_bridge&lt;/exec_depend&gt;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&lt;exec_depend&gt;agv_interfaces&lt;/exec_depend&gt;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['yolo_node =</a:t>
            </a:r>
            <a:br/>
            <a:r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'agv_vision'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&lt;diffuse&gt;0.1 0.35 0.8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name="imu" type="imu"&gt;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&lt;topic&gt;/imu/data&lt;/topic&gt;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&lt;noise type="gaussian"&gt;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&lt;mean&gt;0&lt;/mean&gt;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&lt;stddev&gt;0.001&lt;/stddev&gt;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&lt;/noise&gt;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name="caster_link"&gt;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relative_to="base_link"&gt;-0.24 0 -0.12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&lt;ixx&gt;0.0001&lt;/ixx&gt;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&lt;iyy&gt;0.0001&lt;/iyy&gt;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name="caster"&gt;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name="caster_collision"&gt;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&lt;child&gt;caster_link&lt;/child&gt;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name="lidar_link"&gt;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relative_to="base_link"&gt;0.12 0 0.13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&lt;radius&gt;0.045&lt;/radius&gt;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name="lidar" type="gpu_lidar"&gt;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&lt;topic&gt;/scan&lt;/topic&gt;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&lt;visualize&gt;false&lt;/visualize&gt;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&lt;min_angle&gt;-3.14159&lt;/min_angle&gt;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&lt;max_angle&gt;3.14159&lt;/max_angle&gt;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&lt;min&gt;0.12&lt;/min&gt;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&lt;max&gt;12.0&lt;/max&gt;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name="lidar_joint"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&lt;child&gt;lidar_link&lt;/child&gt;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name="camera_link"&gt;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&lt;size&gt;0.05 0.08 0.05&lt;/size&gt;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name="camera" type="camera"&gt;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&lt;topic&gt;/camera/image_raw&lt;/topic&gt;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&lt;update_rate&gt;15&lt;/update_rate&gt;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&lt;width&gt;640&lt;/width&gt;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&lt;height&gt;480&lt;/height&gt;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&lt;format&gt;R8G8B8&lt;/format&gt;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&lt;near&gt;0.1&lt;/near&gt;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&lt;far&gt;20&lt;/far&gt;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&lt;child&gt;camera_link&lt;/child&gt;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filename="gz-sim-diff-drive-system" name="gz::sim::systems::DiffDrive"&gt;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&lt;left_joint&gt;left_wheel_joint&lt;/left_joint&gt;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&lt;right_joint&gt;right_wheel_joint&lt;/right_joint&gt;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&lt;topic&gt;/cmd_vel&lt;/topic&gt;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&lt;odom_topic&gt;/odom&lt;/odom_topic&gt;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&lt;frame_id&gt;odom&lt;/frame_id&gt;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"geometry_msgs/msg/Twist"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ROS_TO_GZ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"nav_msgs/msg/Odometry"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"sensor_msgs/msg/Image"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"rosgraph_msgs/msg/Clock"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self.create_publisher(DetectionArray,</a:t>
            </a:r>
            <a:br/>
            <a:r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self.create_subscription(Image, '/camera/image_raw',</a:t>
            </a:r>
            <a:br/>
            <a:r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make_detection(self, header, class_name, confidence,</a:t>
            </a:r>
            <a:br/>
            <a:r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Image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cv_bridge import CvBridge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agv_interfaces.msg import Detection, DetectionArray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cv2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self.declare_parameter('confidence_threshold', 0.5)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self.declare_parameter('enable_yolo', False)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self.declare_parameter('enable_red_target_fallback', True)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self.declare_parameter('target_width_m',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self.bridge = CvBridge()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self.create_publisher(DetectionArray, '/detections',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 = self.create_publisher(Image, '/vision/debug_image',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self.create_subscription(Image, '/camera/image_raw',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from ultralytics import YOLO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self.model = YOLO(self.get_parameter('model_path').value)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self.get_logger().info('YOLO model loaded')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except ImportError: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self.get_logger().error('ultralytics is not installed: follow M17 before enable_yolo:=true')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make_detection(self, header, class_name, confidence, x1, y1, x2, y2, image_width):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"""Estimate distance with a pinhole model for the fixed 60-degree course camera."""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width = max(1, x2 - x1)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Detection(header=header, class_name=class_name,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confidence=float(confidence), center_x=(x1 + x2) // 2,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center_y=(y1 + y2) // 2, width=width, height=max(1, y2 - y1),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estimated_distance=distance)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red_target_detection(self, image, header):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"""Dependency-free fallback for the red target placed in warehouse.sdf.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This is deliberately labelled as a fallback in the debug image.  It keeps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M17--M22 runnable before a learner downloads a YOLO model, while the same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hsv = cv2.cvtColor(image, cv2.COLOR_BGR2HSV)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lower_red = cv2.inRange(hsv, (0, 90, 70), (12, 255, 255))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upper_red = cv2.inRange(hsv, (165, 90, 70), (179, 255, 255))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mask = cv2.bitwise_or(lower_red, upper_red)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contours, _ = cv2.findContours(mask, cv2.RETR_EXTERNAL, cv2.CHAIN_APPROX_SIMPLE)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not contours: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return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contour = max(contours, key=cv2.contourArea)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cv2.contourArea(contour) &lt; 80: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return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y + height, image.shape[1])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image_message):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image = self.bridge.imgmsg_to_cv2(image_message, desired_encoding='bgr8')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debug = image.copy()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output = DetectionArray(header=image_message.header)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label = 'no detection'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self.model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result = self.model(image, verbose=False)[0]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threshold = self.get_parameter('confidence_threshold').value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if confidence &lt; threshold: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continue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x1, y1, x2, y2 = [int(value) for value in box.xyxy[0].tolist()]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detection = self.make_detection(image_message.header,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result.names[int(box.cls[0])], confidence, x1, y1, x2, y2,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image.shape[1])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output.detections.append(detection)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cv2.rectangle(debug, (x1, y1), (x2, y2), (30, 220, 30),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label = f'YOLO {detection.class_name} {confidence:.2f}'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elif self.get_parameter('enable_red_target_fallback').value: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output.detections.append(detection)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x1 = detection.center_x - detection.width // 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y1 = detection.center_y - detection.height // 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x2, y2 = (x1 + detection.width, y1 + detection.height)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cv2.rectangle(debug, (x1, y1), (x2, y2), (0, 215, 255),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label = f'course fallback target {detection.estimated_distance:.2f} m'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label = 'course fallback: red target not visible'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cv2.putText(debug, label, (12, 28), cv2.FONT_HERSHEY_SIMPLEX, 0.65, (255, 255,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255),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YoloNode()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~/ros2_curri/my_agv_ws/src/agv_gazebo/models/agv/model.sdf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/camera/image_raw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rqt_image_view rqt_image_view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첫 터미널이 발행하는 데이터를 화면에서 확인하는 관찰용 창입니다.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 autonomy:=false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rqt_image_view /camera/image_raw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첫 터미널이 발행하는 데이터를 화면에서 확인하는 관찰용 창입니다.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/camera/image_raw: AGV 전방 camera가 target·장애물 방향을 보는 원본 프레임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amera_image_raw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GNOME Terminal: camera Image type·publisher/subscriber·publish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/vision/debug_image: fallback 검출 결과가 target box·거리로 표시된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blocks/D_sensors/M12_camera_sensor/complete/agv_ws/src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blocks/D_sensors/M12_camera_sensor/complete/agv_ws/src/.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