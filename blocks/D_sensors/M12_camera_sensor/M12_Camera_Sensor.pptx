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5/24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6/24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7/24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8/24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9/24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10/24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15/24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16/24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17/24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18/24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19/24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20/24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1/3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2/3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3/3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1/5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2/5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3/5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4/5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~/agv_ws/src/agv_vision/agv_vision/yolo_node.py의 전체 파일을 5/5 구간으로 작성한다.</a:t>
            </a:r>
          </a:p>
          <a:p>
            <a:r>
              <a:t>[실행] nano ~/agv_ws/src/agv_vision/agv_vision/yolo_node.py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rqt_image_view rqt_image_view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M12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  <a:br/>
            <a:r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'&lt;sensor name="camera"|&lt;width&gt;|&lt;height&gt;|&lt;horizontal_fov&gt;|&lt;update_rate&gt;' \</a:t>
            </a:r>
            <a:br/>
            <a:r>
              <a:t>  ~/agv_ws/src/agv_gazebo/models/agv/model.sdf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  <a:br/>
            <a:r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30/35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~/agv_ws/src/agv_vision/agv_vision</a:t>
            </a:r>
            <a:br/>
            <a:r>
              <a:t>파일 열기: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  <a:br/>
            <a:r>
              <a:t>        self.declare_parameter('model_path', 'yolo11n.pt')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31/35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~/agv_ws/src/agv_vision/agv_vision</a:t>
            </a:r>
            <a:br/>
            <a:r>
              <a:t>파일 열기: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  <a:br/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32/35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~/agv_ws/src/agv_vision/agv_vision</a:t>
            </a:r>
            <a:br/>
            <a:r>
              <a:t>파일 열기: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callback(self, image_message):</a:t>
            </a:r>
            <a:br/>
            <a:r>
              <a:t>        output = DetectionArray(header=image_message.header)</a:t>
            </a:r>
            <a:br/>
            <a:r>
              <a:t>        if self.model is not None:</a:t>
            </a:r>
            <a:br/>
            <a:r>
              <a:t>            image = self.bridge.imgmsg_to_cv2(image_message, desired_encoding='bgr8')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  <a:br/>
            <a:r>
              <a:t>                confidence = float(box.conf[0])</a:t>
            </a:r>
            <a:br/>
            <a:r>
              <a:t>                if confidence &lt; threshold: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33/35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~/agv_ws/src/agv_vision/agv_vision</a:t>
            </a:r>
            <a:br/>
            <a:r>
              <a:t>파일 열기: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Detection(header=image_message.header,</a:t>
            </a:r>
            <a:br/>
            <a:r>
              <a:t>                    class_name=result.names[int(box.cls[0])], confidence=confidence,</a:t>
            </a:r>
            <a:br/>
            <a:r>
              <a:t>                    center_x=(x1 + x2) // 2, center_y=(y1 + y2) // 2, width=x2 - x1,</a:t>
            </a:r>
            <a:br/>
            <a:r>
              <a:t>                    height=y2 - y1, estimated_distance=0.0)</a:t>
            </a:r>
            <a:br/>
            <a:r>
              <a:t>                output.detections.append(detection)</a:t>
            </a:r>
            <a:br/>
            <a:r>
              <a:t>        self.publisher.publish(output)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34/35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~/agv_ws/src/agv_vision/agv_vision</a:t>
            </a:r>
            <a:br/>
            <a:r>
              <a:t>파일 열기: nano ~/agv_ws/src/agv_vision/agv_vision/yolo_node.py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rqt_image_view rqt_image_view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camera pose/FOV·world light·clipping range를 확인한다.</a:t>
            </a:r>
            <a:br/>
            <a:r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Image topic·QoS·bridge mapping을 확인한다.</a:t>
            </a:r>
            <a:br/>
            <a:r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