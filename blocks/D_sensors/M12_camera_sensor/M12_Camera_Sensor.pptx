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camera의 FOV·해상도·update_rate가 ROS Image topic으로 연결되는 흐름을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/camera/image_raw가 bridge를 통과하고 cv_bridge 소비 노드가 받을 준비가 된 상태를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이전=M11 RViz2, 다음=M13 LiDAR을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camera의 FOV·해상도·update_rate가 ROS Image topic으로 연결되는 흐름을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/camera/image_raw가 bridge를 통과하고 cv_bridge 소비 노드가 받을 준비가 된 상태를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/camera/image_raw가 bridge를 통과하고 cv_bridge 소비 노드가 받을 준비가 된 상태를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빨간 target과 노란 장애물의 화면 위치로 camera pose·FOV를 판단합니다.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Image 타입, publisher 1개 이상, average rate를 함께 찾습니다.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노란 box와 ‘target … m’ 텍스트가 raw frame 처리 결과인지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Camera는 SDF에서 영상을 만들고 bridge가 ROS Image로 옮긴 뒤 cv_bridge 코드가 픽셀로 바꿉니다.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Camera raw 화면 → ros2 topic info/hz → debug Image 순서로 정상 여부를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 처리와 영상 인지는 모델 파일과 분리해 Python ROS node package로 만듭니다.</a:t>
            </a:r>
          </a:p>
          <a:p>
            <a:r>
              <a:t>[실행] cd ~/ros2_curri/my_agv_ws/src</a:t>
            </a:r>
          </a:p>
          <a:p>
            <a:r>
              <a:t>ros2 pkg create --build-type ament_python --dependencies rclpy sensor_msgs std_msgs agv_sensors</a:t>
            </a:r>
          </a:p>
          <a:p>
            <a:r>
              <a:t>ros2 pkg create --build-type ament_python --dependencies rclpy sensor_msgs std_msgs agv_vision</a:t>
            </a:r>
          </a:p>
          <a:p>
            <a:r>
              <a:t>[확인] src 아래에 새 package 폴더와 package.xml이 생성되었는지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package의 이름·의존성·빌드 도구를 선언하는 manifest</a:t>
            </a:r>
          </a:p>
          <a:p>
            <a:r>
              <a:t>[실행] mkdir -p ~/ros2_curri/my_agv_ws/src/agv_sensors</a:t>
            </a:r>
          </a:p>
          <a:p>
            <a:r>
              <a:t>nano ~/ros2_curri/my_agv_ws/src/agv_sensors/package.xml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~/ros2_curri/my_agv_ws/src/agv_sensors/package.xml의 1/3 구현 블록을 직접 입력한다.</a:t>
            </a:r>
          </a:p>
          <a:p>
            <a:r>
              <a:t>[실행] nano ~/ros2_curri/my_agv_ws/src/agv_sensors/package.xml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~/ros2_curri/my_agv_ws/src/agv_sensors/package.xml의 2/3 구현 블록을 직접 입력한다.</a:t>
            </a:r>
          </a:p>
          <a:p>
            <a:r>
              <a:t>[실행] nano ~/ros2_curri/my_agv_ws/src/agv_sensors/package.xml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~/ros2_curri/my_agv_ws/src/agv_sensors/package.xml의 3/3 구현 블록을 직접 입력한다.</a:t>
            </a:r>
          </a:p>
          <a:p>
            <a:r>
              <a:t>[실행] nano ~/ros2_curri/my_agv_ws/src/agv_sensors/package.xml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~/ros2_curri/my_agv_ws/src/agv_sensors</a:t>
            </a:r>
          </a:p>
          <a:p>
            <a:r>
              <a:t>nano ~/ros2_curri/my_agv_ws/src/agv_sensors/setup.py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~/ros2_curri/my_agv_ws/src/agv_sensors/setup.py의 1/1 구현 블록을 직접 입력한다.</a:t>
            </a:r>
          </a:p>
          <a:p>
            <a:r>
              <a:t>[실행] nano ~/ros2_curri/my_agv_ws/src/agv_sensors/setup.py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package의 이름·의존성·빌드 도구를 선언하는 manifest</a:t>
            </a:r>
          </a:p>
          <a:p>
            <a:r>
              <a:t>[실행] mkdir -p ~/ros2_curri/my_agv_ws/src/agv_vision</a:t>
            </a:r>
          </a:p>
          <a:p>
            <a:r>
              <a:t>nano ~/ros2_curri/my_agv_ws/src/agv_vision/package.xml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~/ros2_curri/my_agv_ws/src/agv_vision/package.xml의 1/2 구현 블록을 직접 입력한다.</a:t>
            </a:r>
          </a:p>
          <a:p>
            <a:r>
              <a:t>[실행] nano ~/ros2_curri/my_agv_ws/src/agv_vision/package.xml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~/ros2_curri/my_agv_ws/src/agv_vision/package.xml의 2/2 구현 블록을 직접 입력한다.</a:t>
            </a:r>
          </a:p>
          <a:p>
            <a:r>
              <a:t>[실행] nano ~/ros2_curri/my_agv_ws/src/agv_vision/package.xml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~/ros2_curri/my_agv_ws/src/agv_vision</a:t>
            </a:r>
          </a:p>
          <a:p>
            <a:r>
              <a:t>nano ~/ros2_curri/my_agv_ws/src/agv_vision/setup.py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~/ros2_curri/my_agv_ws/src/agv_vision/setup.py의 1/1 구현 블록을 직접 입력한다.</a:t>
            </a:r>
          </a:p>
          <a:p>
            <a:r>
              <a:t>[실행] nano ~/ros2_curri/my_agv_ws/src/agv_vision/setup.py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구동·카메라·LiDAR·IMU를 포함해 Gazebo가 시뮬레이션할 완성 AGV</a:t>
            </a:r>
          </a:p>
          <a:p>
            <a:r>
              <a:t>[실행] mkdir -p ~/ros2_curri/my_agv_ws/src/agv_gazebo/models/agv</a:t>
            </a:r>
          </a:p>
          <a:p>
            <a:r>
              <a:t>nano ~/ros2_curri/my_agv_ws/src/agv_gazebo/models/agv/model.sdf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5/24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6/24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7/24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8/24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9/24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10/24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15/24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16/24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17/24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18/24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19/24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20/24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Transport 메시지와 ROS 2 topic을 방향별로 연결하는 번역표</a:t>
            </a:r>
          </a:p>
          <a:p>
            <a:r>
              <a:t>[실행] mkdir -p ~/ros2_curri/my_agv_ws/src/agv_gazebo/config</a:t>
            </a:r>
          </a:p>
          <a:p>
            <a:r>
              <a:t>nano ~/ros2_curri/my_agv_ws/src/agv_gazebo/config/bridge.yaml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1/3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2/3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3/3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카메라 Image를 받아 검출 결과와 debug Image를 내보내는 인지 노드</a:t>
            </a:r>
          </a:p>
          <a:p>
            <a:r>
              <a:t>[실행] mkdir -p ~/ros2_curri/my_agv_ws/src/agv_vision/agv_vision</a:t>
            </a:r>
          </a:p>
          <a:p>
            <a:r>
              <a:t>nano ~/ros2_curri/my_agv_ws/src/agv_vision/agv_vision/yolo_node.py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1/10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2/10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3/10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4/10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5/10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6/10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7/10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8/10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9/10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10/10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해상도·FOV·update_rate는 생성되는 영상의 크기와 주기를 정한다.</a:t>
            </a:r>
          </a:p>
          <a:p>
            <a:r>
              <a:t>[실행] rg -n '&lt;sensor name="camera"|&lt;width&gt;|&lt;height&gt;|&lt;horizontal_fov&gt;|&lt;update_rate&gt;' \</a:t>
            </a:r>
          </a:p>
          <a:p>
            <a:r>
              <a:t>  ~/ros2_curri/my_agv_ws/src/agv_gazebo/models/agv/model.sdf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topic 이름은 SDF sensor와 bridge YAML 양쪽에서 일치해야 한다.</a:t>
            </a:r>
          </a:p>
          <a:p>
            <a:r>
              <a:t>[실행] ros2 topic info /camera/image_raw</a:t>
            </a:r>
          </a:p>
          <a:p>
            <a:r>
              <a:t>ros2 topic hz /camera/image_raw</a:t>
            </a:r>
          </a:p>
          <a:p>
            <a:r>
              <a:t>ros2 run rqt_image_view rqt_image_view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ros2 launch agv_bringup agv_sim.launch.py rviz:=false autonomy:=false</a:t>
            </a:r>
          </a:p>
          <a:p>
            <a:r>
              <a:t># 새 터미널: ros2 run rqt_image_view rqt_image_view /camera/image_raw</a:t>
            </a:r>
          </a:p>
          <a:p>
            <a:r>
              <a:t>[확인] /camera/image_raw가 bridge를 통과하고 cv_bridge 소비 노드가 받을 준비가 된 상태를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/camera/image_raw</a:t>
            </a:r>
          </a:p>
          <a:p>
            <a:r>
              <a:t>ros2 topic hz /camera/image_raw</a:t>
            </a:r>
          </a:p>
          <a:p>
            <a:r>
              <a:t>[확인] /camera/image_raw가 bridge를 통과하고 cv_bridge 소비 노드가 받을 준비가 된 상태를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blocks/D_sensors/M12_camera_sensor/complete/agv_ws/src || true</a:t>
            </a:r>
          </a:p>
          <a:p>
            <a:r>
              <a:t>cp -a my_agv_ws/src my_agv_ws/src_before_M12</a:t>
            </a:r>
          </a:p>
          <a:p>
            <a:r>
              <a:t>cp -a blocks/D_sensors/M12_camera_sensor/complete/agv_ws/src/.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M13 LiDAR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M12 · Block D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Camera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/camera/image_raw가 bridge를 통과하고 cv_bridge 소비 노드가 받을 준비가 된 상태를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M11 RViz2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M12</a:t>
            </a:r>
            <a:br/>
            <a:r>
              <a:t>Camera Sensor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M13 LiDAR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/camera/image_raw가 bridge를 통과하고 cv_bridge 소비 노드가 받을 준비가 된 상태를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M11의 camera_link와 RViz display 환경이 준비된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M11 RViz2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Gazebo camera의 FOV·해상도·update_rate가 ROS Image topic으로 연결되는 흐름을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/camera/image_raw가 bridge를 통과하고 cv_bridge 소비 노드가 받을 준비가 된 상태를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M11 RViz2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Gazebo camera의 FOV·해상도·update_rate가 ROS Image topic으로 연결되는 흐름을 만든다.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/camera/image_raw가 bridge를 통과하고 cv_bridge 소비 노드가 받을 준비가 된 상태를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이번 모듈에서는 7개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1_camera_image_raw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516" y="1389888"/>
            <a:ext cx="6217919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t>목표 화면: 실제 /camera/image_raw: AGV 전방 camera가 target·장애물 방향을 보는 원본 프레임  |  나중에 확인할 것: 빨간 target과 노란 장애물의 화면 위치로 camera pose·FOV를 판단합니다.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2_camera_terminal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90" y="1389888"/>
            <a:ext cx="64205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t>목표 화면: 실제 GNOME Terminal: camera Image type·publisher/subscriber·publish rate  |  나중에 확인할 것: Image 타입, publisher 1개 이상, average rate를 함께 찾습니다.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4_vision_debug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516" y="1389888"/>
            <a:ext cx="6217919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t>목표 화면: 실제 /vision/debug_image: fallback 검출 결과가 target box·거리로 표시된 화면  |  나중에 확인할 것: 노란 box와 ‘target … m’ 텍스트가 raw frame 처리 결과인지 확인합니다.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Gazebo camera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bridge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/camera/image_raw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cv_bridge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~/ros2_curri/my_agv_ws/src/</a:t>
            </a:r>
            <a:br/>
            <a:r>
              <a:t>└── agv_sensors/package.xml</a:t>
            </a:r>
            <a:br/>
            <a:r>
              <a:t>└── agv_sensors/setup.py</a:t>
            </a:r>
            <a:br/>
            <a:r>
              <a:t>└── agv_vision/package.xml</a:t>
            </a:r>
            <a:br/>
            <a:r>
              <a:t>└── agv_vision/setup.py</a:t>
            </a:r>
            <a:br/>
            <a:r>
              <a:t>└── agv_gazebo/models/agv/model.sdf</a:t>
            </a:r>
            <a:br/>
            <a:r>
              <a:t>└── agv_gazebo/config/bridge.yaml</a:t>
            </a:r>
            <a:br/>
            <a:r>
              <a:t>└── agv_vision/agv_vision/yolo_node.py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~/ros2_curri/my_agv_ws/src/agv_sensors/package.xml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package의 이름·의존성·빌드 도구를 선언하는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 이름 → buildtool → build/exec dependency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build가 dependency를 해석할 때 사용한다.</a:t>
            </a:r>
            <a:br/>
            <a:r>
              <a:t>화면/출력: colcon build 오류와 ros2 pkg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~/ros2_curri/my_agv_ws/src/agv_sensors/setup.py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packages/data_files → install_requires → entry_points.console_scripts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build·source 뒤 ros2 pkg executables로 확인한다.</a:t>
            </a:r>
            <a:br/>
            <a:r>
              <a:t>화면/출력: ros2 pkg executables와 ros2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package의 이름·의존성·빌드 도구를 선언하는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 이름 → buildtool → build/exec dependency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build가 dependency를 해석할 때 사용한다.</a:t>
            </a:r>
            <a:br/>
            <a:r>
              <a:t>화면/출력: colcon build 오류와 ros2 pkg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~/ros2_curri/my_agv_ws/src/agv_vision/setup.py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packages/data_files → install_requires → entry_points.console_scripts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build·source 뒤 ros2 pkg executables로 확인한다.</a:t>
            </a:r>
            <a:br/>
            <a:r>
              <a:t>화면/출력: ros2 pkg executables와 ros2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구동·카메라·LiDAR·IMU를 포함해 Gazebo가 시뮬레이션할 완성 AGV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link/joint 다음에 sensor와 DiffDrive plugin을 찾고, topic 이름을 bridge와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Gazebo launch 뒤 각 ROS topic을 확인한다.</a:t>
            </a:r>
            <a:br/>
            <a:r>
              <a:t>화면/출력: Gazebo의 AGV, /camera/image_raw, /scan, /imu/data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~/ros2_curri/my_agv_ws/src/agv_gazebo/config/bridge.yaml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Gazebo Transport 메시지와 ROS 2 topic을 방향별로 연결하는 번역표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한 항목에서 ros_topic_name → type → direction을 세 줄씩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parameter_bridge가 이 YAML을 읽도록 launch한다.</a:t>
            </a:r>
            <a:br/>
            <a:r>
              <a:t>화면/출력: ros2 topic info에서 보이는 type과 publisher 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카메라 Image를 받아 검출 결과와 debug Image를 내보내는 인지 노드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subscription → cv_bridge 변환 → 검출 → Detection/debug publish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enable_yolo=false로 fallback부터 실행하고 모델 준비 뒤 true로 바꾼다.</a:t>
            </a:r>
            <a:br/>
            <a:r>
              <a:t>화면/출력: /vision/debug_image의 노란 box와 target 거리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Camera는 SDF에서 영상을 만들고 bridge가 ROS Image로 옮긴 뒤 cv_bridge 코드가 픽셀로 바꿉니다.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&lt;horizontal_fov&gt;, &lt;width&gt;, &lt;height&gt;, &lt;update_rate&gt;, /camera/image_raw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FOV는 보이는 폭, width/height는 프레임 크기, update_rate는 새 영상의 주기를 바꿉니다.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Camera raw 화면 → ros2 topic info/hz → debug Image 순서로 정상 여부를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센서와 vision package를 새로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프로젝트를 처음부터 만들 때 package 생성 명령을 먼저 실행합니다.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workspace/package 생성    |    현재 폴더 ~/ros2_curri/my_agv_ws/src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773936"/>
            <a:ext cx="106984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122C4E"/>
                </a:solidFill>
                <a:latin typeface="Noto Sans CJK KR"/>
              </a:defRPr>
            </a:pPr>
            <a:r>
              <a:t>센서 처리와 영상 인지는 모델 파일과 분리해 Python ROS node package로 만듭니다.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10881360" cy="22677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DejaVu Sans Mono"/>
              </a:defRPr>
            </a:pPr>
            <a:r>
              <a:t>cd ~/ros2_curri/my_agv_ws/src</a:t>
            </a:r>
            <a:br/>
            <a:r>
              <a:t>ros2 pkg create --build-type ament_python --dependencies rclpy sensor_msgs std_msgs agv_sensors</a:t>
            </a:r>
            <a:br/>
            <a:r>
              <a:t>ros2 pkg create --build-type ament_python --dependencies rclpy sensor_msgs std_msgs agv_vision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16636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468112"/>
            <a:ext cx="102870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각 package 이름의 새 폴더와 package.xml이 src 아래에 보이면 다음 파일 작성 단계로 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1/7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~/ros2_curri/my_agv_ws/src/agv_sensors/package.xml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package의 이름·의존성·빌드 도구를 선언하는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~/ros2_curri/my_agv_ws/src/agv_sensors</a:t>
            </a:r>
            <a:br/>
            <a:r>
              <a:t>nano ~/ros2_curri/my_agv_ws/src/agv_sensors/package.xml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colcon build 오류와 ros2 pkg prefix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1/7: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~/ros2_curri/my_agv_ws/src/agv_sensors/package.xml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&lt;name&gt;agv_sensors&lt;/name&gt;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ROS 2가 이 폴더를 부를 공식 package 이름입니다.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뒤 `ros2 pkg prefix`가 이 이름으로 package를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&lt;buildtool_depend&gt;ament_python&lt;/buildtool_depend&gt;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package를 어떤 빌드 도구로 처리할지 colcon에 알려 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단계에서 ament 도구가 이 package의 규칙을 읽습니다.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1/7: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~/ros2_curri/my_agv_ws/src/agv_sensors/package.xml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&lt;exec_depend&gt;rclpy&lt;/exec_depend&gt;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코드가 빌드하거나 실행할 때 반드시 필요한 ROS package를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dependency 이름이 틀리면 build 또는 실행에서 package를 찾지 못합니다.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1/7: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~/ros2_curri/my_agv_ws/src/agv_sensors/package.xml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1/7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~/ros2_curri/my_agv_ws/src/agv_sensors/package.xml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&lt;package format="3"&gt;</a:t>
            </a:r>
            <a:br/>
            <a:r>
              <a:t>  &lt;name&gt;agv_sensors&lt;/name&gt;</a:t>
            </a:r>
            <a:br/>
            <a:r>
              <a:t>  &lt;version&gt;0.1.0&lt;/version&gt;</a:t>
            </a:r>
            <a:br/>
            <a:r>
              <a:t>  </a:t>
            </a:r>
            <a:br/>
            <a:r>
              <a:t>  </a:t>
            </a:r>
            <a:br/>
            <a:r>
              <a:t>  &lt;description&gt;LaserScan and IMU processing nodes.&lt;/description&gt;</a:t>
            </a:r>
            <a:br/>
            <a:r>
              <a:t>  &lt;maintainer email="student@example.com"&gt;AGV student&lt;/maintainer&gt;</a:t>
            </a:r>
            <a:br/>
            <a:r>
              <a:t>  &lt;license&gt;Apache-2.0&lt;/license&gt;</a:t>
            </a:r>
            <a:br/>
            <a:r>
              <a:t>  </a:t>
            </a:r>
            <a:br/>
            <a:r>
              <a:t>  </a:t>
            </a:r>
            <a:br/>
            <a:r>
              <a:t>  &lt;buildtool_depend&gt;ament_python&lt;/buildtool_depend&gt;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1/7: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~/ros2_curri/my_agv_ws/src/agv_sensors/package.xml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1/7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~/ros2_curri/my_agv_ws/src/agv_sensors/package.xml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&lt;exec_depend&gt;rclpy&lt;/exec_depend&gt;</a:t>
            </a:r>
            <a:br/>
            <a:r>
              <a:t>  &lt;exec_depend&gt;sensor_msgs&lt;/exec_depend&gt;</a:t>
            </a:r>
            <a:br/>
            <a:r>
              <a:t>  &lt;exec_depend&gt;std_msgs&lt;/exec_depend&gt;</a:t>
            </a:r>
            <a:br/>
            <a:r>
              <a:t>  &lt;exec_depend&gt;geometry_msgs&lt;/exec_depend&gt;</a:t>
            </a:r>
            <a:br/>
            <a:r>
              <a:t>  &lt;exec_depend&gt;nav_msgs&lt;/exec_depend&gt;</a:t>
            </a:r>
            <a:br/>
            <a:r>
              <a:t>  </a:t>
            </a:r>
            <a:br/>
            <a:r>
              <a:t>  </a:t>
            </a:r>
            <a:br/>
            <a:r>
              <a:t>  &lt;export&gt;</a:t>
            </a:r>
            <a:br/>
            <a:r>
              <a:t>    &lt;build_type&gt;ament_python&lt;/build_type&gt;</a:t>
            </a:r>
            <a:br/>
            <a:r>
              <a:t>  &lt;/export&gt;</a:t>
            </a:r>
            <a:br/>
            <a:r>
              <a:t>  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1/7: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~/ros2_curri/my_agv_ws/src/agv_sensors/package.xml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1/7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~/ros2_curri/my_agv_ws/src/agv_sensors/package.xml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&lt;/package&gt;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2/7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~/ros2_curri/my_agv_ws/src/agv_sensors/setup.py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~/ros2_curri/my_agv_ws/src/agv_sensors</a:t>
            </a:r>
            <a:br/>
            <a:r>
              <a:t>nano ~/ros2_curri/my_agv_ws/src/agv_sensors/setup.py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2/7: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~/ros2_curri/my_agv_ws/src/agv_sensors/setup.py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from setuptools import find_packages,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setup(name=package_name, version='0.1.0',</a:t>
            </a:r>
            <a:br/>
            <a:r>
              <a:t>packages=find_packages(exclude=['test']),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Python package를 설치하기 위한 설정 묶음을 시작합니다.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colcon build가 이 파일을 읽어 Python package를 install합니다.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2/7: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~/ros2_curri/my_agv_ws/src/agv_sensors/setup.py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data_files=[('share/ament_index/resource_index/packages',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launch·config 같은 코드 밖의 파일도 install하도록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launch`가 package share 경로에서 설정 파일을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entry_points={'console_scripts': ['lidar_processor =</a:t>
            </a:r>
            <a:br/>
            <a:r>
              <a:t>agv_sensors.lidar_processor:main',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긴 Python 파일 경로 대신 `ros2 run package 실행이름`을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build·source 뒤 `ros2 pkg executables`로 실행 이름을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2/7: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~/ros2_curri/my_agv_ws/src/agv_sensors/setup.py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2/7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~/ros2_curri/my_agv_ws/src/agv_sensors/setup.py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from setuptools import find_packages, setup</a:t>
            </a:r>
            <a:br/>
            <a:r>
              <a:t>package_name = 'agv_sensors'</a:t>
            </a:r>
            <a:br/>
            <a:r>
              <a:t>setup(name=package_name, version='0.1.0', packages=find_packages(exclude=['test']),</a:t>
            </a:r>
            <a:br/>
            <a:r>
              <a:t>    data_files=[('share/ament_index/resource_index/packages',</a:t>
            </a:r>
            <a:br/>
            <a:r>
              <a:t>    ['resource/' + package_name]), ('share/' + package_name, ['package.xml'])],</a:t>
            </a:r>
            <a:br/>
            <a:r>
              <a:t>    install_requires=['setuptools'], zip_safe=True, maintainer='AGV student',</a:t>
            </a:r>
            <a:br/>
            <a:r>
              <a:t>    maintainer_email='student@example.com', license='Apache-2.0',</a:t>
            </a:r>
            <a:br/>
            <a:r>
              <a:t>    entry_points={'console_scripts': ['lidar_processor = agv_sensors.lidar_processor:main',</a:t>
            </a:r>
            <a:br/>
            <a:r>
              <a:t>     'imu_monitor = agv_sensors.imu_monitor:main',</a:t>
            </a:r>
            <a:br/>
            <a:r>
              <a:t>    'odom_path = agv_sensors.odom_path:main']})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3/7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~/ros2_curri/my_agv_ws/src/agv_vision/package.xml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package의 이름·의존성·빌드 도구를 선언하는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~/ros2_curri/my_agv_ws/src/agv_vision</a:t>
            </a:r>
            <a:br/>
            <a:r>
              <a:t>nano ~/ros2_curri/my_agv_ws/src/agv_vision/package.xml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colcon build 오류와 ros2 pkg prefix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3/7: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3/7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&lt;name&gt;agv_vision&lt;/name&gt;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ROS 2가 이 폴더를 부를 공식 package 이름입니다.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뒤 `ros2 pkg prefix`가 이 이름으로 package를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&lt;buildtool_depend&gt;ament_python&lt;/buildtool_depend&gt;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package를 어떤 빌드 도구로 처리할지 colcon에 알려 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단계에서 ament 도구가 이 package의 규칙을 읽습니다.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3/7: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3/7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&lt;exec_depend&gt;rclpy&lt;/exec_depend&gt;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코드가 빌드하거나 실행할 때 반드시 필요한 ROS package를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dependency 이름이 틀리면 build 또는 실행에서 package를 찾지 못합니다.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3/7: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3/7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&lt;package format="3"&gt;</a:t>
            </a:r>
            <a:br/>
            <a:r>
              <a:t>  &lt;name&gt;agv_vision&lt;/name&gt;</a:t>
            </a:r>
            <a:br/>
            <a:r>
              <a:t>  &lt;version&gt;0.1.0&lt;/version&gt;</a:t>
            </a:r>
            <a:br/>
            <a:r>
              <a:t>  </a:t>
            </a:r>
            <a:br/>
            <a:r>
              <a:t>  </a:t>
            </a:r>
            <a:br/>
            <a:r>
              <a:t>  &lt;description&gt;Camera and optional YOLO perception node.&lt;/description&gt;</a:t>
            </a:r>
            <a:br/>
            <a:r>
              <a:t>  &lt;maintainer email="student@example.com"&gt;AGV student&lt;/maintainer&gt;</a:t>
            </a:r>
            <a:br/>
            <a:r>
              <a:t>  &lt;license&gt;Apache-2.0&lt;/license&gt;</a:t>
            </a:r>
            <a:br/>
            <a:r>
              <a:t>  </a:t>
            </a:r>
            <a:br/>
            <a:r>
              <a:t>  </a:t>
            </a:r>
            <a:br/>
            <a:r>
              <a:t>  &lt;buildtool_depend&gt;ament_python&lt;/buildtool_depend&gt;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3/7: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3/7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&lt;exec_depend&gt;rclpy&lt;/exec_depend&gt;</a:t>
            </a:r>
            <a:br/>
            <a:r>
              <a:t>  &lt;exec_depend&gt;sensor_msgs&lt;/exec_depend&gt;</a:t>
            </a:r>
            <a:br/>
            <a:r>
              <a:t>  &lt;exec_depend&gt;cv_bridge&lt;/exec_depend&gt;</a:t>
            </a:r>
            <a:br/>
            <a:r>
              <a:t>  &lt;exec_depend&gt;agv_interfaces&lt;/exec_depend&gt;</a:t>
            </a:r>
            <a:br/>
            <a:r>
              <a:t>  </a:t>
            </a:r>
            <a:br/>
            <a:r>
              <a:t>  </a:t>
            </a:r>
            <a:br/>
            <a:r>
              <a:t>  &lt;export&gt;</a:t>
            </a:r>
            <a:br/>
            <a:r>
              <a:t>    &lt;build_type&gt;ament_python&lt;/build_type&gt;</a:t>
            </a:r>
            <a:br/>
            <a:r>
              <a:t>  &lt;/export&gt;</a:t>
            </a:r>
            <a:br/>
            <a:r>
              <a:t>  </a:t>
            </a:r>
            <a:br/>
            <a:br/>
            <a:r>
              <a:t>&lt;/package&gt;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4/7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~/ros2_curri/my_agv_ws/src/agv_vision/setup.py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~/ros2_curri/my_agv_ws/src/agv_vision</a:t>
            </a:r>
            <a:br/>
            <a:r>
              <a:t>nano ~/ros2_curri/my_agv_ws/src/agv_vision/setup.py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4/7: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from setuptools import find_packages,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setup(name=package_name, version='0.1.0',</a:t>
            </a:r>
            <a:br/>
            <a:r>
              <a:t>packages=find_packages(exclude=['test']),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Python package를 설치하기 위한 설정 묶음을 시작합니다.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colcon build가 이 파일을 읽어 Python package를 install합니다.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4/7: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data_files=[('share/ament_index/resource_index/packages',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launch·config 같은 코드 밖의 파일도 install하도록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launch`가 package share 경로에서 설정 파일을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entry_points={'console_scripts': ['yolo_node =</a:t>
            </a:r>
            <a:br/>
            <a:r>
              <a:t>agv_vision.yolo_node:main']})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긴 Python 파일 경로 대신 `ros2 run package 실행이름`을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build·source 뒤 `ros2 pkg executables`로 실행 이름을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4/7: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4/7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~/ros2_curri/my_agv_ws/src/agv_vision/setup.py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from setuptools import find_packages, setup</a:t>
            </a:r>
            <a:br/>
            <a:r>
              <a:t>package_name = 'agv_vision'</a:t>
            </a:r>
            <a:br/>
            <a:r>
              <a:t>setup(name=package_name, version='0.1.0', packages=find_packages(exclude=['test']),</a:t>
            </a:r>
            <a:br/>
            <a:r>
              <a:t>    data_files=[('share/ament_index/resource_index/packages',</a:t>
            </a:r>
            <a:br/>
            <a:r>
              <a:t>    ['resource/' + package_name]), ('share/' + package_name, ['package.xml'])],</a:t>
            </a:r>
            <a:br/>
            <a:r>
              <a:t>    install_requires=['setuptools'], zip_safe=True, maintainer='AGV student',</a:t>
            </a:r>
            <a:br/>
            <a:r>
              <a:t>    maintainer_email='student@example.com', license='Apache-2.0',</a:t>
            </a:r>
            <a:br/>
            <a:r>
              <a:t>    entry_points={'console_scripts': ['yolo_node = agv_vision.yolo_node:main']})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구동·카메라·LiDAR·IMU를 포함해 Gazebo가 시뮬레이션할 완성 AGV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~/ros2_curri/my_agv_ws/src/agv_gazebo/models/agv</a:t>
            </a:r>
            <a:br/>
            <a:r>
              <a:t>nano ~/ros2_curri/my_agv_ws/src/agv_gazebo/models/agv/model.sdf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Gazebo의 AGV, /camera/image_raw, /scan, /imu/data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&lt;model name="agv"&gt;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로봇 model 또는 Gazebo world의 가장 바깥 이름과 범위를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문법 검사와 Gazebo/RViz가 이 구조부터 읽기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&lt;link name="base_link"&gt;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로봇의 몸체·바퀴처럼 실제로 존재하는 하나의 부품을 선언합니다.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RViz/Gazebo에서 이 부품이 별도 frame/물체로 보입니다.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&lt;inertial&gt;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질량과 관성처럼 움직임에 직접 영향을 주는 물리값입니다.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Gazebo에서 가속·회전·접촉 반응이 달라집니다.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&lt;visual name="body"&gt;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사람이 화면에서 보는 모양·색·mesh를 설정합니다.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Gazebo/RViz 화면에서 해당 부품의 외형이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&lt;collision name="body_collision"&gt;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물리 엔진이 부딪힘을 계산할 모양을 설정합니다.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주행 중 장애물·바닥과의 접촉 결과가 이 구조를 따릅니다.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&lt;sensor name="imu" type="imu"&gt;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Gazebo model에 camera·LiDAR·IMU처럼 데이터를 만드는 sensor를 붙입니다.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시뮬레이터가 해당 sensor topic의 원본 데이터를 생성합니다.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&lt;topic&gt;/imu/data&lt;/topic&gt;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데이터가 오가는 채널의 정확한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SDF·bridge·node 세 곳의 이름이 같을 때 message가 연결됩니다.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&lt;update_rate&gt;100&lt;/update_rate&gt;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sensor의 해상도·갱신 주기 같은 관찰 가능한 값을 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뒤 image 크기 또는 `ros2 topic hz`가 이 값을 검증합니다.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&lt;joint name="left_wheel_joint" type="revolute"&gt;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두 link를 어떤 축·방식으로 연결할지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joint 이름·축이 맞아야 바퀴와 센서 frame이 기대한 위치에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파일의 root와 첫 model/link를 입력합니다. 태그 여닫는 순서를 그대로 유지합니다.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&lt;sdf version="1.10"&gt;</a:t>
            </a:r>
            <a:br/>
            <a:r>
              <a:t>  </a:t>
            </a:r>
            <a:br/>
            <a:r>
              <a:t>  </a:t>
            </a:r>
            <a:br/>
            <a:r>
              <a:t>  &lt;model name="agv"&gt;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name="base_link"&gt;</a:t>
            </a:r>
            <a:br/>
            <a:r>
              <a:t>      </a:t>
            </a:r>
            <a:br/>
            <a:r>
              <a:t>      </a:t>
            </a:r>
            <a:br/>
            <a:r>
              <a:t>      &lt;pose&gt;0 0 0.16 0 0 0&lt;/pose&gt;</a:t>
            </a:r>
            <a:br/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</a:t>
            </a:r>
            <a:br/>
            <a:r>
              <a:t>      &lt;inertial&gt;</a:t>
            </a:r>
            <a:br/>
            <a:r>
              <a:t>        &lt;mass&gt;12.0&lt;/mass&gt;</a:t>
            </a:r>
            <a:br/>
            <a:r>
              <a:t>        &lt;inertia&gt;</a:t>
            </a:r>
            <a:br/>
            <a:r>
              <a:t>          &lt;ixx&gt;0.20&lt;/ixx&gt;</a:t>
            </a:r>
            <a:br/>
            <a:r>
              <a:t>          &lt;iyy&gt;0.40&lt;/iyy&gt;</a:t>
            </a:r>
            <a:br/>
            <a:r>
              <a:t>          &lt;izz&gt;0.50&lt;/izz&gt;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</a:t>
            </a:r>
            <a:br/>
            <a:r>
              <a:t>      </a:t>
            </a:r>
            <a:br/>
            <a:r>
              <a:t>      &lt;visual name="body"&gt;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&lt;box&gt;</a:t>
            </a:r>
            <a:br/>
            <a:r>
              <a:t>            &lt;size&gt;0.60 0.42 0.16&lt;/size&gt;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  &lt;material&gt;</a:t>
            </a:r>
            <a:br/>
            <a:r>
              <a:t>          &lt;diffuse&gt;0.1 0.35 0.8 1&lt;/diffuse&gt;</a:t>
            </a:r>
            <a:br/>
            <a:r>
              <a:t>        &lt;/material&gt;</a:t>
            </a:r>
            <a:br/>
            <a:r>
              <a:t>      &lt;/visual&gt;</a:t>
            </a:r>
            <a:br/>
            <a:r>
              <a:t>      </a:t>
            </a:r>
            <a:br/>
            <a:r>
              <a:t>      </a:t>
            </a:r>
            <a:br/>
            <a:r>
              <a:t>      &lt;collision name="body_collision"&gt;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&lt;box&gt;</a:t>
            </a:r>
            <a:br/>
            <a:r>
              <a:t>            &lt;size&gt;0.60 0.42 0.16&lt;/size&gt;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&lt;/collision&gt;</a:t>
            </a:r>
            <a:br/>
            <a:r>
              <a:t>      </a:t>
            </a:r>
            <a:br/>
            <a:r>
              <a:t>      </a:t>
            </a:r>
            <a:br/>
            <a:r>
              <a:t>      &lt;sensor name="imu" type="imu"&gt;</a:t>
            </a:r>
            <a:br/>
            <a:r>
              <a:t>        &lt;topic&gt;/imu/data&lt;/topic&gt;</a:t>
            </a:r>
            <a:br/>
            <a:r>
              <a:t>        &lt;always_on&gt;true&lt;/always_on&gt;</a:t>
            </a:r>
            <a:br/>
            <a:r>
              <a:t>        &lt;update_rate&gt;100&lt;/update_rate&gt;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5/24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&lt;imu&gt;</a:t>
            </a:r>
            <a:br/>
            <a:r>
              <a:t>          &lt;angular_velocity&gt;</a:t>
            </a:r>
            <a:br/>
            <a:r>
              <a:t>            &lt;x&gt;</a:t>
            </a:r>
            <a:br/>
            <a:r>
              <a:t>              &lt;noise type="gaussian"&gt;</a:t>
            </a:r>
            <a:br/>
            <a:r>
              <a:t>                &lt;mean&gt;0&lt;/mean&gt;</a:t>
            </a:r>
            <a:br/>
            <a:r>
              <a:t>                &lt;stddev&gt;0.001&lt;/stddev&gt;</a:t>
            </a:r>
            <a:br/>
            <a:r>
              <a:t>              &lt;/noise&gt;</a:t>
            </a:r>
            <a:br/>
            <a:r>
              <a:t>            &lt;/x&gt;</a:t>
            </a:r>
            <a:br/>
            <a:r>
              <a:t>          &lt;/angular_velocity&gt;</a:t>
            </a:r>
            <a:br/>
            <a:r>
              <a:t>        &lt;/imu&gt;</a:t>
            </a:r>
            <a:br/>
            <a:r>
              <a:t>      &lt;/sensor&gt;</a:t>
            </a:r>
            <a:br/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5/24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6/24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name="left_wheel_link"&gt;</a:t>
            </a:r>
            <a:br/>
            <a:r>
              <a:t>      &lt;pose relative_to="base_link"&gt;0 0.19 -0.08 1.5708 0 0&lt;/pose&gt;</a:t>
            </a:r>
            <a:br/>
            <a:r>
              <a:t>      &lt;inertial&gt;</a:t>
            </a:r>
            <a:br/>
            <a:r>
              <a:t>        &lt;mass&gt;0.6&lt;/mass&gt;</a:t>
            </a:r>
            <a:br/>
            <a:r>
              <a:t>        &lt;inertia&gt;</a:t>
            </a:r>
            <a:br/>
            <a:r>
              <a:t>          &lt;ixx&gt;0.002&lt;/ixx&gt;</a:t>
            </a:r>
            <a:br/>
            <a:r>
              <a:t>          &lt;iyy&gt;0.002&lt;/iyy&gt;</a:t>
            </a:r>
            <a:br/>
            <a:r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6/24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7/24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&lt;/inertia&gt;</a:t>
            </a:r>
            <a:br/>
            <a:r>
              <a:t>      &lt;/inertial&gt;</a:t>
            </a:r>
            <a:br/>
            <a:r>
              <a:t>      &lt;visual name="wheel"&gt;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name="wheel_collision"&gt;</a:t>
            </a:r>
            <a:br/>
            <a:r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7/24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8/24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  &lt;surface&gt;</a:t>
            </a:r>
            <a:br/>
            <a:r>
              <a:t>          &lt;friction&gt;</a:t>
            </a:r>
            <a:br/>
            <a:r>
              <a:t>            &lt;ode&gt;</a:t>
            </a:r>
            <a:br/>
            <a:r>
              <a:t>              &lt;mu&gt;1.0&lt;/mu&gt;</a:t>
            </a:r>
            <a:br/>
            <a:r>
              <a:t>              &lt;mu2&gt;1.0&lt;/mu2&gt;</a:t>
            </a:r>
            <a:br/>
            <a:r>
              <a:t>            &lt;/ode&gt;</a:t>
            </a:r>
            <a:br/>
            <a:r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8/24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9/24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&lt;/surface&gt;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name="right_wheel_link"&gt;</a:t>
            </a:r>
            <a:br/>
            <a:r>
              <a:t>      &lt;pose relative_to="base_link"&gt;0 -0.19 -0.08 1.5708 0 0&lt;/pose&gt;</a:t>
            </a:r>
            <a:br/>
            <a:r>
              <a:t>      &lt;inertial&gt;</a:t>
            </a:r>
            <a:br/>
            <a:r>
              <a:t>        &lt;mass&gt;0.6&lt;/mass&gt;</a:t>
            </a:r>
            <a:br/>
            <a:r>
              <a:t>        &lt;inertia&gt;</a:t>
            </a:r>
            <a:br/>
            <a:r>
              <a:t>          &lt;ixx&gt;0.002&lt;/ixx&gt;</a:t>
            </a:r>
            <a:br/>
            <a:r>
              <a:t>          &lt;iyy&gt;0.002&lt;/iyy&gt;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9/24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10/24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&lt;izz&gt;0.001&lt;/izz&gt;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&lt;visual name="wheel"&gt;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name="wheel_collision"&gt;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10/24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  &lt;surface&gt;</a:t>
            </a:r>
            <a:br/>
            <a:r>
              <a:t>          &lt;friction&gt;</a:t>
            </a:r>
            <a:br/>
            <a:r>
              <a:t>            &lt;ode&gt;</a:t>
            </a:r>
            <a:br/>
            <a:r>
              <a:t>              &lt;mu&gt;1.0&lt;/mu&gt;</a:t>
            </a:r>
            <a:br/>
            <a:r>
              <a:t>              &lt;mu2&gt;1.0&lt;/mu2&gt;</a:t>
            </a:r>
            <a:br/>
            <a:r>
              <a:t>            &lt;/ode&gt;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&lt;/friction&gt;</a:t>
            </a:r>
            <a:br/>
            <a:r>
              <a:t>        &lt;/surface&gt;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name="left_wheel_joint" type="revolute"&gt;</a:t>
            </a:r>
            <a:br/>
            <a:r>
              <a:t>      &lt;parent&gt;base_link&lt;/parent&gt;</a:t>
            </a:r>
            <a:br/>
            <a:r>
              <a:t>      &lt;child&gt;left_wheel_link&lt;/child&gt;</a:t>
            </a:r>
            <a:br/>
            <a:r>
              <a:t>      &lt;axis&gt;</a:t>
            </a:r>
            <a:br/>
            <a:r>
              <a:t>        &lt;xyz&gt;0 1 0&lt;/xyz&gt;</a:t>
            </a:r>
            <a:br/>
            <a:r>
              <a:t>        &lt;limit&gt;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&lt;lower&gt;-1e16&lt;/lower&gt;</a:t>
            </a:r>
            <a:br/>
            <a:r>
              <a:t>          &lt;upper&gt;1e16&lt;/upper&gt;</a:t>
            </a:r>
            <a:br/>
            <a:r>
              <a:t>        &lt;/limit&gt;</a:t>
            </a:r>
            <a:br/>
            <a:r>
              <a:t>      &lt;/axis&gt;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name="right_wheel_joint" type="revolute"&gt;</a:t>
            </a:r>
            <a:br/>
            <a:r>
              <a:t>      &lt;parent&gt;base_link&lt;/parent&gt;</a:t>
            </a:r>
            <a:br/>
            <a:r>
              <a:t>      &lt;child&gt;right_wheel_link&lt;/child&gt;</a:t>
            </a:r>
            <a:br/>
            <a:r>
              <a:t>      &lt;axis&gt;</a:t>
            </a:r>
            <a:br/>
            <a:r>
              <a:t>        &lt;xyz&gt;0 1 0&lt;/xyz&gt;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&lt;limit&gt;</a:t>
            </a:r>
            <a:br/>
            <a:r>
              <a:t>          &lt;lower&gt;-1e16&lt;/lower&gt;</a:t>
            </a:r>
            <a:br/>
            <a:r>
              <a:t>          &lt;upper&gt;1e16&lt;/upper&gt;</a:t>
            </a:r>
            <a:br/>
            <a:r>
              <a:t>        &lt;/limit&gt;</a:t>
            </a:r>
            <a:br/>
            <a:r>
              <a:t>      &lt;/axis&gt;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name="caster_link"&gt;</a:t>
            </a:r>
            <a:br/>
            <a:r>
              <a:t>      &lt;pose relative_to="base_link"&gt;-0.24 0 -0.12 0 0 0&lt;/pose&gt;</a:t>
            </a:r>
            <a:br/>
            <a:r>
              <a:t>      &lt;inertial&gt;</a:t>
            </a:r>
            <a:br/>
            <a:r>
              <a:t>        &lt;mass&gt;0.15&lt;/mass&gt;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15/24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&lt;inertia&gt;</a:t>
            </a:r>
            <a:br/>
            <a:r>
              <a:t>          &lt;ixx&gt;0.0001&lt;/ixx&gt;</a:t>
            </a:r>
            <a:br/>
            <a:r>
              <a:t>          &lt;iyy&gt;0.0001&lt;/iyy&gt;</a:t>
            </a:r>
            <a:br/>
            <a:r>
              <a:t>          &lt;izz&gt;0.0001&lt;/izz&gt;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&lt;visual name="caster"&gt;</a:t>
            </a:r>
            <a:br/>
            <a:r>
              <a:t>        &lt;geometry&gt;</a:t>
            </a:r>
            <a:br/>
            <a:r>
              <a:t>          &lt;sphere&gt;</a:t>
            </a:r>
            <a:br/>
            <a:r>
              <a:t>            &lt;radius&gt;0.04&lt;/radius&gt;</a:t>
            </a:r>
            <a:br/>
            <a:r>
              <a:t>          &lt;/sphere&gt;</a:t>
            </a:r>
            <a:br/>
            <a:r>
              <a:t>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15/24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16/24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&lt;/visual&gt;</a:t>
            </a:r>
            <a:br/>
            <a:r>
              <a:t>      &lt;collision name="caster_collision"&gt;</a:t>
            </a:r>
            <a:br/>
            <a:r>
              <a:t>        &lt;geometry&gt;</a:t>
            </a:r>
            <a:br/>
            <a:r>
              <a:t>          &lt;sphere&gt;</a:t>
            </a:r>
            <a:br/>
            <a:r>
              <a:t>            &lt;radius&gt;0.04&lt;/radius&gt;</a:t>
            </a:r>
            <a:br/>
            <a:r>
              <a:t>          &lt;/sphere&gt;</a:t>
            </a:r>
            <a:br/>
            <a:r>
              <a:t>        &lt;/geometry&gt;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name="caster_joint" type="fixed"&gt;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16/24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17/24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&lt;parent&gt;base_link&lt;/parent&gt;</a:t>
            </a:r>
            <a:br/>
            <a:r>
              <a:t>      &lt;child&gt;caster_link&lt;/child&gt;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name="lidar_link"&gt;</a:t>
            </a:r>
            <a:br/>
            <a:r>
              <a:t>      &lt;pose relative_to="base_link"&gt;0.12 0 0.13 0 0 0&lt;/pose&gt;</a:t>
            </a:r>
            <a:br/>
            <a:r>
              <a:t>      &lt;visual name="housing"&gt;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&lt;radius&gt;0.045&lt;/radius&gt;</a:t>
            </a:r>
            <a:br/>
            <a:r>
              <a:t>            &lt;length&gt;0.05&lt;/length&gt;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17/24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18/24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&lt;sensor name="lidar" type="gpu_lidar"&gt;</a:t>
            </a:r>
            <a:br/>
            <a:r>
              <a:t>        &lt;topic&gt;/scan&lt;/topic&gt;</a:t>
            </a:r>
            <a:br/>
            <a:r>
              <a:t>        &lt;always_on&gt;true&lt;/always_on&gt;</a:t>
            </a:r>
            <a:br/>
            <a:r>
              <a:t>        &lt;update_rate&gt;10&lt;/update_rate&gt;</a:t>
            </a:r>
            <a:br/>
            <a:r>
              <a:t>        &lt;visualize&gt;false&lt;/visualize&gt;</a:t>
            </a:r>
            <a:br/>
            <a:r>
              <a:t>        &lt;lidar&gt;</a:t>
            </a:r>
            <a:br/>
            <a:r>
              <a:t>          &lt;scan&gt;</a:t>
            </a:r>
            <a:br/>
            <a:r>
              <a:t>            &lt;horizontal&gt;</a:t>
            </a:r>
            <a:br/>
            <a:r>
              <a:t>              &lt;samples&gt;720&lt;/samples&gt;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18/24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(19/24)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19/24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  &lt;resolution&gt;1&lt;/resolution&gt;</a:t>
            </a:r>
            <a:br/>
            <a:r>
              <a:t>              &lt;min_angle&gt;-3.14159&lt;/min_angle&gt;</a:t>
            </a:r>
            <a:br/>
            <a:r>
              <a:t>              &lt;max_angle&gt;3.14159&lt;/max_angle&gt;</a:t>
            </a:r>
            <a:br/>
            <a:r>
              <a:t>            &lt;/horizontal&gt;</a:t>
            </a:r>
            <a:br/>
            <a:r>
              <a:t>          &lt;/scan&gt;</a:t>
            </a:r>
            <a:br/>
            <a:r>
              <a:t>          &lt;range&gt;</a:t>
            </a:r>
            <a:br/>
            <a:r>
              <a:t>            &lt;min&gt;0.12&lt;/min&gt;</a:t>
            </a:r>
            <a:br/>
            <a:r>
              <a:t>            &lt;max&gt;12.0&lt;/max&gt;</a:t>
            </a:r>
            <a:br/>
            <a:r>
              <a:t>            &lt;resolution&gt;0.01&lt;/resolution&gt;</a:t>
            </a:r>
            <a:br/>
            <a:r>
              <a:t>          &lt;/range&gt;</a:t>
            </a:r>
            <a:br/>
            <a:r>
              <a:t>        &lt;/lidar&gt;</a:t>
            </a:r>
            <a:br/>
            <a:r>
              <a:t>      &lt;/sensor&gt;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19/24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(20/24)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20/24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name="lidar_joint" type="fixed"&gt;</a:t>
            </a:r>
            <a:br/>
            <a:r>
              <a:t>      &lt;parent&gt;base_link&lt;/parent&gt;</a:t>
            </a:r>
            <a:br/>
            <a:r>
              <a:t>      &lt;child&gt;lidar_link&lt;/child&gt;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name="camera_link"&gt;</a:t>
            </a:r>
            <a:br/>
            <a:r>
              <a:t>      &lt;pose relative_to="base_link"&gt;0.30 0 0.10 0 0 0&lt;/pose&gt;</a:t>
            </a:r>
            <a:br/>
            <a:r>
              <a:t>      &lt;visual name="housing"&gt;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20/24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(21/24)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21/24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&lt;box&gt;</a:t>
            </a:r>
            <a:br/>
            <a:r>
              <a:t>            &lt;size&gt;0.05 0.08 0.05&lt;/size&gt;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&lt;sensor name="camera" type="camera"&gt;</a:t>
            </a:r>
            <a:br/>
            <a:r>
              <a:t>        &lt;topic&gt;/camera/image_raw&lt;/topic&gt;</a:t>
            </a:r>
            <a:br/>
            <a:r>
              <a:t>        &lt;always_on&gt;true&lt;/always_on&gt;</a:t>
            </a:r>
            <a:br/>
            <a:r>
              <a:t>        &lt;update_rate&gt;15&lt;/update_rate&gt;</a:t>
            </a:r>
            <a:br/>
            <a:r>
              <a:t>        &lt;camera&gt;</a:t>
            </a:r>
            <a:br/>
            <a:r>
              <a:t>          &lt;horizontal_fov&gt;1.047&lt;/horizontal_fov&gt;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(22/24)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22/24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&lt;image&gt;</a:t>
            </a:r>
            <a:br/>
            <a:r>
              <a:t>            &lt;width&gt;640&lt;/width&gt;</a:t>
            </a:r>
            <a:br/>
            <a:r>
              <a:t>            &lt;height&gt;480&lt;/height&gt;</a:t>
            </a:r>
            <a:br/>
            <a:r>
              <a:t>            &lt;format&gt;R8G8B8&lt;/format&gt;</a:t>
            </a:r>
            <a:br/>
            <a:r>
              <a:t>          &lt;/image&gt;</a:t>
            </a:r>
            <a:br/>
            <a:r>
              <a:t>          &lt;clip&gt;</a:t>
            </a:r>
            <a:br/>
            <a:r>
              <a:t>            &lt;near&gt;0.1&lt;/near&gt;</a:t>
            </a:r>
            <a:br/>
            <a:r>
              <a:t>            &lt;far&gt;20&lt;/far&gt;</a:t>
            </a:r>
            <a:br/>
            <a:r>
              <a:t>          &lt;/clip&gt;</a:t>
            </a:r>
            <a:br/>
            <a:r>
              <a:t>        &lt;/camera&gt;</a:t>
            </a:r>
            <a:br/>
            <a:r>
              <a:t>      &lt;/sensor&gt;</a:t>
            </a:r>
            <a:br/>
            <a:r>
              <a:t>    &lt;/link&gt;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(23/24)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23/24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  </a:t>
            </a:r>
            <a:br/>
            <a:r>
              <a:t>    &lt;joint name="camera_joint" type="fixed"&gt;</a:t>
            </a:r>
            <a:br/>
            <a:r>
              <a:t>      &lt;parent&gt;base_link&lt;/parent&gt;</a:t>
            </a:r>
            <a:br/>
            <a:r>
              <a:t>      &lt;child&gt;camera_link&lt;/child&gt;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&lt;plugin filename="gz-sim-diff-drive-system" name="gz::sim::systems::DiffDrive"&gt;</a:t>
            </a:r>
            <a:br/>
            <a:r>
              <a:t>      &lt;left_joint&gt;left_wheel_joint&lt;/left_joint&gt;</a:t>
            </a:r>
            <a:br/>
            <a:r>
              <a:t>      &lt;right_joint&gt;right_wheel_joint&lt;/right_joint&gt;</a:t>
            </a:r>
            <a:br/>
            <a:r>
              <a:t>      &lt;wheel_separation&gt;0.38&lt;/wheel_separation&gt;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5/7: 코드 입력 (24/24)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5/7 · 입력 24/24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joint·sensor·plugin과 닫는 태그를 입력해 구조를 완성합니다.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&lt;wheel_radius&gt;0.08&lt;/wheel_radius&gt;</a:t>
            </a:r>
            <a:br/>
            <a:r>
              <a:t>      &lt;topic&gt;/cmd_vel&lt;/topic&gt;</a:t>
            </a:r>
            <a:br/>
            <a:r>
              <a:t>      &lt;odom_topic&gt;/odom&lt;/odom_topic&gt;</a:t>
            </a:r>
            <a:br/>
            <a:r>
              <a:t>      &lt;frame_id&gt;odom&lt;/frame_id&gt;</a:t>
            </a:r>
            <a:br/>
            <a:r>
              <a:t>      &lt;child_frame_id&gt;base_link&lt;/child_frame_id&gt;</a:t>
            </a:r>
            <a:br/>
            <a:r>
              <a:t>    &lt;/plugin&gt;</a:t>
            </a:r>
            <a:br/>
            <a:r>
              <a:t>    </a:t>
            </a:r>
            <a:br/>
            <a:r>
              <a:t>  </a:t>
            </a:r>
            <a:br/>
            <a:r>
              <a:t>  &lt;/model&gt;</a:t>
            </a:r>
            <a:br/>
            <a:r>
              <a:t>  </a:t>
            </a:r>
            <a:br/>
            <a:br/>
            <a:r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6/7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~/ros2_curri/my_agv_ws/src/agv_gazebo/config/bridge.yaml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Gazebo Transport 메시지와 ROS 2 topic을 방향별로 연결하는 번역표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~/ros2_curri/my_agv_ws/src/agv_gazebo/config</a:t>
            </a:r>
            <a:br/>
            <a:r>
              <a:t>nano ~/ros2_curri/my_agv_ws/src/agv_gazebo/config/bridge.yaml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ros2 topic info에서 보이는 type과 publisher 수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6/7: 코드 읽기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6/7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~/ros2_curri/my_agv_ws/src/agv_gazebo/config/bridge.yaml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- ros_topic_name: "/cmd_vel"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데이터가 오가는 채널의 정확한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SDF·bridge·node 세 곳의 이름이 같을 때 message가 연결됩니다.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ros_type_name: "geometry_msgs/msg/Twist"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 코드와 분리한 설정 키와 값을 적습니다.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 뒤 parameter/topic 동작에서 이 값의 효과를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6/7: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6/7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~/ros2_curri/my_agv_ws/src/agv_gazebo/config/bridge.yaml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- ros_topic_name: "/cmd_vel"</a:t>
            </a:r>
            <a:br/>
            <a:r>
              <a:t>  gz_topic_name: "/cmd_vel"</a:t>
            </a:r>
            <a:br/>
            <a:r>
              <a:t>  ros_type_name: "geometry_msgs/msg/Twist"</a:t>
            </a:r>
            <a:br/>
            <a:r>
              <a:t>  gz_type_name: "gz.msgs.Twist"</a:t>
            </a:r>
            <a:br/>
            <a:r>
              <a:t>  direction: ROS_TO_GZ</a:t>
            </a:r>
            <a:br/>
            <a:r>
              <a:t>- ros_topic_name: "/odom"</a:t>
            </a:r>
            <a:br/>
            <a:r>
              <a:t>  gz_topic_name: "/odom"</a:t>
            </a:r>
            <a:br/>
            <a:r>
              <a:t>  ros_type_name: "nav_msgs/msg/Odometry"</a:t>
            </a:r>
            <a:br/>
            <a:r>
              <a:t>  gz_type_name: "gz.msgs.Odometry"</a:t>
            </a:r>
            <a:br/>
            <a:r>
              <a:t>  direction: GZ_TO_ROS</a:t>
            </a:r>
            <a:br/>
            <a:r>
              <a:t>- ros_topic_name: "/scan"</a:t>
            </a:r>
            <a:br/>
            <a:r>
              <a:t>  gz_topic_name: "/scan"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6/7: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6/7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~/ros2_curri/my_agv_ws/src/agv_gazebo/config/bridge.yaml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ros_type_name: "sensor_msgs/msg/LaserScan"</a:t>
            </a:r>
            <a:br/>
            <a:r>
              <a:t>  gz_type_name: "gz.msgs.LaserScan"</a:t>
            </a:r>
            <a:br/>
            <a:r>
              <a:t>  direction: GZ_TO_ROS</a:t>
            </a:r>
            <a:br/>
            <a:r>
              <a:t>- ros_topic_name: "/imu/data"</a:t>
            </a:r>
            <a:br/>
            <a:r>
              <a:t>  gz_topic_name: "/imu/data"</a:t>
            </a:r>
            <a:br/>
            <a:r>
              <a:t>  ros_type_name: "sensor_msgs/msg/Imu"</a:t>
            </a:r>
            <a:br/>
            <a:r>
              <a:t>  gz_type_name: "gz.msgs.IMU"</a:t>
            </a:r>
            <a:br/>
            <a:r>
              <a:t>  direction: GZ_TO_ROS</a:t>
            </a:r>
            <a:br/>
            <a:r>
              <a:t>- ros_topic_name: "/camera/image_raw"</a:t>
            </a:r>
            <a:br/>
            <a:r>
              <a:t>  gz_topic_name: "/camera/image_raw"</a:t>
            </a:r>
            <a:br/>
            <a:r>
              <a:t>  ros_type_name: "sensor_msgs/msg/Image"</a:t>
            </a:r>
            <a:br/>
            <a:r>
              <a:t>  gz_type_name: "gz.msgs.Image"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6/7: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6/7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~/ros2_curri/my_agv_ws/src/agv_gazebo/config/bridge.yaml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direction: GZ_TO_ROS</a:t>
            </a:r>
            <a:br/>
            <a:r>
              <a:t>- ros_topic_name: "/clock"</a:t>
            </a:r>
            <a:br/>
            <a:r>
              <a:t>  gz_topic_name: "/clock"</a:t>
            </a:r>
            <a:br/>
            <a:r>
              <a:t>  ros_type_name: "rosgraph_msgs/msg/Clock"</a:t>
            </a:r>
            <a:br/>
            <a:r>
              <a:t>  gz_type_name: "gz.msgs.Clock"</a:t>
            </a:r>
            <a:br/>
            <a:r>
              <a:t>  direction: GZ_TO_ROS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카메라 Image를 받아 검출 결과와 debug Image를 내보내는 인지 노드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~/ros2_curri/my_agv_ws/src/agv_vision/agv_vision</a:t>
            </a:r>
            <a:br/>
            <a:r>
              <a:t>nano ~/ros2_curri/my_agv_ws/src/agv_vision/agv_vision/yolo_node.py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/vision/debug_image의 노란 box와 target 거리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class YoloNode(Node):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super().__init__('yolo_node')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self.declare_parameter('model_path', 'yolo11n.pt')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코드 밖에서 바꿀 값을 이름과 기본값으로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launch/CLI parameter를 바꾸면 코드 수정 없이 동작이 달라집니다.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self.publisher = self.create_publisher(DetectionArray,</a:t>
            </a:r>
            <a:br/>
            <a:r>
              <a:t>'/detections', 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어떤 message를 어느 topic으로 내보낼지 만듭니다.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후 `ros2 topic info`에서 publisher 수가 늘어납니다.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self.create_subscription(Image, '/camera/image_raw',</a:t>
            </a:r>
            <a:br/>
            <a:r>
              <a:t>self.callback,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지정 topic의 message를 받아 callback으로 넘깁니다.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입력 topic을 publish하면 callback의 log 또는 출력이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if self.get_parameter('enable_yolo').value: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등록한 parameter의 현재 값을 읽어 실제 계산에 사용합니다.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param get` 값이 node 동작에 반영됩니다.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self.get_logger().info('YOLO model loaded')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현재 상태나 계산 결과를 사람이 볼 수 있게 terminal에 남깁니다.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node를 실행한 terminal에서 이 문장이 출력됩니다.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def make_detection(self, header, class_name, confidence,</a:t>
            </a:r>
            <a:br/>
            <a:r>
              <a:t>x1, y1, x2, y2, image_width):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함수 안의 계산·publish가 실제 node의 반응이 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입력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7/7 · 입력 1/10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  <a:br/>
            <a:r>
              <a:t>from rclpy.node import Node</a:t>
            </a:r>
            <a:br/>
            <a:r>
              <a:t>from rclpy.qos import qos_profile_sensor_data</a:t>
            </a:r>
            <a:br/>
            <a:r>
              <a:t>from sensor_msgs.msg import Image</a:t>
            </a:r>
            <a:br/>
            <a:r>
              <a:t>from cv_bridge import CvBridge</a:t>
            </a:r>
            <a:br/>
            <a:r>
              <a:t>from agv_interfaces.msg import Detection, DetectionArray</a:t>
            </a:r>
            <a:br/>
            <a:r>
              <a:t>import cv2</a:t>
            </a:r>
            <a:br/>
            <a:br/>
            <a:r>
              <a:t>class YoloNode(Node):</a:t>
            </a:r>
            <a:br/>
            <a:br/>
            <a:r>
              <a:t>    def __init__(self):</a:t>
            </a:r>
            <a:br/>
            <a:r>
              <a:t>        super().__init__('yolo_node')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입력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7/7 · 입력 2/10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self.declare_parameter('model_path', 'yolo11n.pt')</a:t>
            </a:r>
            <a:br/>
            <a:r>
              <a:t>        self.declare_parameter('confidence_threshold', 0.5)</a:t>
            </a:r>
            <a:br/>
            <a:r>
              <a:t>        self.declare_parameter('enable_yolo', False)</a:t>
            </a:r>
            <a:br/>
            <a:r>
              <a:t>        self.declare_parameter('enable_red_target_fallback', True)</a:t>
            </a:r>
            <a:br/>
            <a:r>
              <a:t>        self.declare_parameter('target_width_m', 0.25)</a:t>
            </a:r>
            <a:br/>
            <a:r>
              <a:t>        self.bridge = CvBridge()</a:t>
            </a:r>
            <a:br/>
            <a:r>
              <a:t>        self.publisher = self.create_publisher(DetectionArray, '/detections', 10)</a:t>
            </a:r>
            <a:br/>
            <a:r>
              <a:t>        self.debug_publisher = self.create_publisher(Image, '/vision/debug_image',</a:t>
            </a:r>
            <a:br/>
            <a:r>
              <a:t>            qos_profile_sensor_data)</a:t>
            </a:r>
            <a:br/>
            <a:r>
              <a:t>        self.create_subscription(Image, '/camera/image_raw', self.callback,</a:t>
            </a:r>
            <a:br/>
            <a:r>
              <a:t>            qos_profile_sensor_data)</a:t>
            </a:r>
            <a:br/>
            <a:r>
              <a:t>        self.model =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입력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7/7 · 입력 3/10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if self.get_parameter('enable_yolo').value:</a:t>
            </a:r>
            <a:br/>
            <a:r>
              <a:t>            try:</a:t>
            </a:r>
            <a:br/>
            <a:r>
              <a:t>                from ultralytics import YOLO</a:t>
            </a:r>
            <a:br/>
            <a:r>
              <a:t>                self.model = YOLO(self.get_parameter('model_path').value)</a:t>
            </a:r>
            <a:br/>
            <a:r>
              <a:t>                self.get_logger().info('YOLO model loaded')</a:t>
            </a:r>
            <a:br/>
            <a:r>
              <a:t>            except ImportError:</a:t>
            </a:r>
            <a:br/>
            <a:r>
              <a:t>                self.get_logger().error('ultralytics is not installed: follow M17 before enable_yolo:=true')</a:t>
            </a:r>
            <a:br/>
            <a:br/>
            <a:r>
              <a:t>    def make_detection(self, header, class_name, confidence, x1, y1, x2, y2, image_width):</a:t>
            </a:r>
            <a:br/>
            <a:r>
              <a:t>        """Estimate distance with a pinhole model for the fixed 60-degree course camera."""</a:t>
            </a:r>
            <a:br/>
            <a:r>
              <a:t>        width = max(1, x2 - x1)</a:t>
            </a:r>
            <a:br/>
            <a:r>
              <a:t>        focal_px = image_width / (2.0 * 0.57735)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입력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7/7 · 입력 4/10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distance = float(self.get_parameter('target_width_m').value) * focal_px / width</a:t>
            </a:r>
            <a:br/>
            <a:r>
              <a:t>        return Detection(header=header, class_name=class_name,</a:t>
            </a:r>
            <a:br/>
            <a:r>
              <a:t>            confidence=float(confidence), center_x=(x1 + x2) // 2,</a:t>
            </a:r>
            <a:br/>
            <a:r>
              <a:t>            center_y=(y1 + y2) // 2, width=width, height=max(1, y2 - y1),</a:t>
            </a:r>
            <a:br/>
            <a:r>
              <a:t>            estimated_distance=distance)</a:t>
            </a:r>
            <a:br/>
            <a:br/>
            <a:r>
              <a:t>    def red_target_detection(self, image, header):</a:t>
            </a:r>
            <a:br/>
            <a:r>
              <a:t>        """Dependency-free fallback for the red target placed in warehouse.sdf.</a:t>
            </a:r>
            <a:br/>
            <a:br/>
            <a:r>
              <a:t>        This is deliberately labelled as a fallback in the debug image.  It keeps</a:t>
            </a:r>
            <a:br/>
            <a:r>
              <a:t>        M17--M22 runnable before a learner downloads a YOLO model, while the same</a:t>
            </a:r>
            <a:br/>
            <a:r>
              <a:t>        Detection message and mission interface are used by real YOLO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입력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7/7 · 입력 5/10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"""</a:t>
            </a:r>
            <a:br/>
            <a:r>
              <a:t>        hsv = cv2.cvtColor(image, cv2.COLOR_BGR2HSV)</a:t>
            </a:r>
            <a:br/>
            <a:r>
              <a:t>        lower_red = cv2.inRange(hsv, (0, 90, 70), (12, 255, 255))</a:t>
            </a:r>
            <a:br/>
            <a:r>
              <a:t>        upper_red = cv2.inRange(hsv, (165, 90, 70), (179, 255, 255))</a:t>
            </a:r>
            <a:br/>
            <a:r>
              <a:t>        mask = cv2.bitwise_or(lower_red, upper_red)</a:t>
            </a:r>
            <a:br/>
            <a:r>
              <a:t>        contours, _ = cv2.findContours(mask, cv2.RETR_EXTERNAL, cv2.CHAIN_APPROX_SIMPLE)</a:t>
            </a:r>
            <a:br/>
            <a:r>
              <a:t>        if not contours:</a:t>
            </a:r>
            <a:br/>
            <a:r>
              <a:t>            return None</a:t>
            </a:r>
            <a:br/>
            <a:r>
              <a:t>        contour = max(contours, key=cv2.contourArea)</a:t>
            </a:r>
            <a:br/>
            <a:r>
              <a:t>        if cv2.contourArea(contour) &lt; 80:</a:t>
            </a:r>
            <a:br/>
            <a:r>
              <a:t>            return None</a:t>
            </a:r>
            <a:br/>
            <a:r>
              <a:t>        x, y, width, height = cv2.boundingRect(contour)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5/10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입력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7/7 · 입력 6/10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return self.make_detection(header, 'red_target_fallback', 0.9, x, y, x + width,</a:t>
            </a:r>
            <a:br/>
            <a:r>
              <a:t>            y + height, image.shape[1])</a:t>
            </a:r>
            <a:br/>
            <a:br/>
            <a:r>
              <a:t>    def callback(self, image_message):</a:t>
            </a:r>
            <a:br/>
            <a:r>
              <a:t>        image = self.bridge.imgmsg_to_cv2(image_message, desired_encoding='bgr8')</a:t>
            </a:r>
            <a:br/>
            <a:r>
              <a:t>        debug = image.copy()</a:t>
            </a:r>
            <a:br/>
            <a:r>
              <a:t>        output = DetectionArray(header=image_message.header)</a:t>
            </a:r>
            <a:br/>
            <a:r>
              <a:t>        label = 'no detection'</a:t>
            </a:r>
            <a:br/>
            <a:r>
              <a:t>        if self.model is not None:</a:t>
            </a:r>
            <a:br/>
            <a:r>
              <a:t>            result = self.model(image, verbose=False)[0]</a:t>
            </a:r>
            <a:br/>
            <a:r>
              <a:t>            threshold = self.get_parameter('confidence_threshold').value</a:t>
            </a:r>
            <a:br/>
            <a:r>
              <a:t>            for box in result.boxes: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6/10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입력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7/7 · 입력 7/10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    confidence = float(box.conf[0])</a:t>
            </a:r>
            <a:br/>
            <a:r>
              <a:t>                if confidence &lt; threshold:</a:t>
            </a:r>
            <a:br/>
            <a:r>
              <a:t>                    continue</a:t>
            </a:r>
            <a:br/>
            <a:r>
              <a:t>                x1, y1, x2, y2 = [int(value) for value in box.xyxy[0].tolist()]</a:t>
            </a:r>
            <a:br/>
            <a:r>
              <a:t>                detection = self.make_detection(image_message.header,</a:t>
            </a:r>
            <a:br/>
            <a:r>
              <a:t>                    result.names[int(box.cls[0])], confidence, x1, y1, x2, y2,</a:t>
            </a:r>
            <a:br/>
            <a:r>
              <a:t>                    image.shape[1])</a:t>
            </a:r>
            <a:br/>
            <a:r>
              <a:t>                output.detections.append(detection)</a:t>
            </a:r>
            <a:br/>
            <a:r>
              <a:t>                cv2.rectangle(debug, (x1, y1), (x2, y2), (30, 220, 30), 2)</a:t>
            </a:r>
            <a:br/>
            <a:r>
              <a:t>                label = f'YOLO {detection.class_name} {confidence:.2f}'</a:t>
            </a:r>
            <a:br/>
            <a:r>
              <a:t>        elif self.get_parameter('enable_red_target_fallback').value:</a:t>
            </a:r>
            <a:br/>
            <a:r>
              <a:t>            detection = self.red_target_detection(image, image_message.header)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7/10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입력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7/7 · 입력 8/10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if detection is not None:</a:t>
            </a:r>
            <a:br/>
            <a:r>
              <a:t>                output.detections.append(detection)</a:t>
            </a:r>
            <a:br/>
            <a:r>
              <a:t>                x1 = detection.center_x - detection.width // 2</a:t>
            </a:r>
            <a:br/>
            <a:r>
              <a:t>                y1 = detection.center_y - detection.height // 2</a:t>
            </a:r>
            <a:br/>
            <a:r>
              <a:t>                x2, y2 = (x1 + detection.width, y1 + detection.height)</a:t>
            </a:r>
            <a:br/>
            <a:r>
              <a:t>                cv2.rectangle(debug, (x1, y1), (x2, y2), (0, 215, 255), 2)</a:t>
            </a:r>
            <a:br/>
            <a:r>
              <a:t>                label = f'course fallback target {detection.estimated_distance:.2f} m'</a:t>
            </a:r>
            <a:br/>
            <a:r>
              <a:t>            else:</a:t>
            </a:r>
            <a:br/>
            <a:r>
              <a:t>                label = 'course fallback: red target not visible'</a:t>
            </a:r>
            <a:br/>
            <a:r>
              <a:t>        cv2.putText(debug, label, (12, 28), cv2.FONT_HERSHEY_SIMPLEX, 0.65, (255, 255,</a:t>
            </a:r>
            <a:br/>
            <a:r>
              <a:t>            255), 2)</a:t>
            </a:r>
            <a:br/>
            <a:r>
              <a:t>        self.publisher.publish(output)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8/10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입력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7/7 · 입력 9/10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self.debug_publisher.publish(self.bridge.cv2_to_imgmsg(debug, encoding='bgr8'))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YoloNode()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9/10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7/7: 코드 입력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7/7 · 입력 10/10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~/ros2_curri/my_agv_ws/src/agv_vision/agv_vision/yolo_node.py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10/10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1/2: camera sensor 설정을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해상도·FOV·update_rate는 생성되는 영상의 크기와 주기를 정한다.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rg -n '&lt;sensor name="camera"|&lt;width&gt;|&lt;height&gt;|&lt;horizontal_fov&gt;|&lt;update_rate&gt;' \</a:t>
            </a:r>
            <a:br/>
            <a:r>
              <a:t>  ~/ros2_curri/my_agv_ws/src/agv_gazebo/models/agv/model.sdf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2/2: Image topic을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topic 이름은 SDF sensor와 bridge YAML 양쪽에서 일치해야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info /camera/image_raw</a:t>
            </a:r>
            <a:br/>
            <a:r>
              <a:t>ros2 topic hz /camera/image_raw</a:t>
            </a:r>
            <a:br/>
            <a:r>
              <a:t>ros2 run rqt_image_view rqt_image_view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launch agv_bringup agv_sim.launch.py rviz:=false autonomy:=false</a:t>
            </a:r>
            <a:br/>
            <a:r>
              <a:t># 새 터미널: ros2 run rqt_image_view rqt_image_view /camera/image_raw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/camera/image_raw가 bridge를 통과하고 cv_bridge 소비 노드가 받을 준비가 된 상태를 확인한다.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info /camera/image_raw</a:t>
            </a:r>
            <a:br/>
            <a:r>
              <a:t>ros2 topic hz /camera/image_raw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/camera/image_raw가 bridge를 통과하고 cv_bridge 소비 노드가 받을 준비가 된 상태를 확인한다.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영상이 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camera pose/FOV·world light·clipping range를 확인한다.</a:t>
            </a:r>
            <a:br/>
            <a:r>
              <a:t>수정 후: ros2 topic info /camera/image_raw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RViz 이미지가 비어 있음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Image topic·QoS·bridge mapping을 확인한다.</a:t>
            </a:r>
            <a:br/>
            <a:r>
              <a:t>수정 후: ros2 topic info /camera/image_raw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cd ~/ros2_curri</a:t>
            </a:r>
            <a:br/>
            <a:r>
              <a:t>diff -ru my_agv_ws/src blocks/D_sensors/M12_camera_sensor/complete/agv_ws/src || true</a:t>
            </a:r>
            <a:br/>
            <a:r>
              <a:t>cp -a my_agv_ws/src my_agv_ws/src_before_M12</a:t>
            </a:r>
            <a:br/>
            <a:r>
              <a:t>cp -a blocks/D_sensors/M12_camera_sensor/complete/agv_ws/src/. my_agv_ws/src/</a:t>
            </a:r>
            <a:br/>
            <a:r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camera update_rate 15→5 Hz와 width 640→320을 각각 바꾸고 topic hz와 처리량 차이를 기록한다.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/camera/image_raw가 bridge를 통과하고 cv_bridge 소비 노드가 받을 준비가 된 상태를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막혔을 때 비교할 Complete: blocks/D_sensors/M12_camera_sensor/complete/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M13 LiDAR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