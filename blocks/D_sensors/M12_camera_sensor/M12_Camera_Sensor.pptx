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Gazebo camera의 FOV·해상도·update_rate가 ROS Image topic으로 연결되는 흐름을 만든다.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/camera/image_raw가 bridge를 통과하고 cv_bridge 소비 노드가 받을 준비가 된 상태를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현재 모듈이 앞뒤 과정과 분리된 예제가 아님을 보여 준다.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이전=M11 RViz2, 다음=M13 LiDAR을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교육생의 시작 상태를 통일한다.</a:t>
            </a:r>
          </a:p>
          <a:p>
            <a:r>
              <a:t>[실행] pwd; source /opt/ros/jazzy/setup.bash; source ~/agv_ws/install/setup.bash</a:t>
            </a:r>
          </a:p>
          <a:p>
            <a:r>
              <a:t>[확인] 현재 폴더와 source 상태를 모두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Gazebo camera의 FOV·해상도·update_rate가 ROS Image topic으로 연결되는 흐름을 만든다.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/camera/image_raw가 bridge를 통과하고 cv_bridge 소비 노드가 받을 준비가 된 상태를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도식의 각 상자가 무엇을 만들고 화살표가 어떤 방향으로 데이터를 보내는지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왼쪽에서 오른쪽(또는 제어 방향)으로 흐름을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파일 경로를 보여 주고 어떤 package의 책임인지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파일의 부모 package를 찾을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해상도·FOV·update_rate는 생성되는 영상의 크기와 주기를 정한다.</a:t>
            </a:r>
          </a:p>
          <a:p>
            <a:r>
              <a:t>[실행] rg -n '&lt;sensor name="camera"|&lt;width&gt;|&lt;height&gt;|&lt;horizontal_fov&gt;|&lt;update_rate&gt;' \</a:t>
            </a:r>
          </a:p>
          <a:p>
            <a:r>
              <a:t>  ~/agv_ws/src/agv_gazebo/models/agv/model.sdf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topic 이름은 SDF sensor와 bridge YAML 양쪽에서 일치해야 한다.</a:t>
            </a:r>
          </a:p>
          <a:p>
            <a:r>
              <a:t>[실행] ros2 topic info /camera/image_raw</a:t>
            </a:r>
          </a:p>
          <a:p>
            <a:r>
              <a:t>ros2 topic hz /camera/image_raw</a:t>
            </a:r>
          </a:p>
          <a:p>
            <a:r>
              <a:t>ros2 run rqt_image_view rqt_image_view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~/agv_ws/src/agv_gazebo/models/agv/model.sdf의 전체 파일을 1/21 구간으로 작성한다.</a:t>
            </a:r>
          </a:p>
          <a:p>
            <a:r>
              <a:t>[실행] nano ~/agv_ws/src/agv_gazebo/models/agv/model.sdf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~/agv_ws/src/agv_gazebo/models/agv/model.sdf의 전체 파일을 2/21 구간으로 작성한다.</a:t>
            </a:r>
          </a:p>
          <a:p>
            <a:r>
              <a:t>[실행] nano ~/agv_ws/src/agv_gazebo/models/agv/model.sdf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~/agv_ws/src/agv_gazebo/models/agv/model.sdf의 전체 파일을 3/21 구간으로 작성한다.</a:t>
            </a:r>
          </a:p>
          <a:p>
            <a:r>
              <a:t>[실행] nano ~/agv_ws/src/agv_gazebo/models/agv/model.sdf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~/agv_ws/src/agv_gazebo/models/agv/model.sdf의 전체 파일을 4/21 구간으로 작성한다.</a:t>
            </a:r>
          </a:p>
          <a:p>
            <a:r>
              <a:t>[실행] nano ~/agv_ws/src/agv_gazebo/models/agv/model.sdf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~/agv_ws/src/agv_gazebo/models/agv/model.sdf의 전체 파일을 5/21 구간으로 작성한다.</a:t>
            </a:r>
          </a:p>
          <a:p>
            <a:r>
              <a:t>[실행] nano ~/agv_ws/src/agv_gazebo/models/agv/model.sdf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~/agv_ws/src/agv_gazebo/models/agv/model.sdf의 전체 파일을 6/21 구간으로 작성한다.</a:t>
            </a:r>
          </a:p>
          <a:p>
            <a:r>
              <a:t>[실행] nano ~/agv_ws/src/agv_gazebo/models/agv/model.sdf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~/agv_ws/src/agv_gazebo/models/agv/model.sdf의 전체 파일을 7/21 구간으로 작성한다.</a:t>
            </a:r>
          </a:p>
          <a:p>
            <a:r>
              <a:t>[실행] nano ~/agv_ws/src/agv_gazebo/models/agv/model.sdf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~/agv_ws/src/agv_gazebo/models/agv/model.sdf의 전체 파일을 8/21 구간으로 작성한다.</a:t>
            </a:r>
          </a:p>
          <a:p>
            <a:r>
              <a:t>[실행] nano ~/agv_ws/src/agv_gazebo/models/agv/model.sdf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~/agv_ws/src/agv_gazebo/models/agv/model.sdf의 전체 파일을 9/21 구간으로 작성한다.</a:t>
            </a:r>
          </a:p>
          <a:p>
            <a:r>
              <a:t>[실행] nano ~/agv_ws/src/agv_gazebo/models/agv/model.sdf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~/agv_ws/src/agv_gazebo/models/agv/model.sdf의 전체 파일을 10/21 구간으로 작성한다.</a:t>
            </a:r>
          </a:p>
          <a:p>
            <a:r>
              <a:t>[실행] nano ~/agv_ws/src/agv_gazebo/models/agv/model.sdf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~/agv_ws/src/agv_gazebo/models/agv/model.sdf의 전체 파일을 11/21 구간으로 작성한다.</a:t>
            </a:r>
          </a:p>
          <a:p>
            <a:r>
              <a:t>[실행] nano ~/agv_ws/src/agv_gazebo/models/agv/model.sdf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~/agv_ws/src/agv_gazebo/models/agv/model.sdf의 전체 파일을 12/21 구간으로 작성한다.</a:t>
            </a:r>
          </a:p>
          <a:p>
            <a:r>
              <a:t>[실행] nano ~/agv_ws/src/agv_gazebo/models/agv/model.sdf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~/agv_ws/src/agv_gazebo/models/agv/model.sdf의 전체 파일을 13/21 구간으로 작성한다.</a:t>
            </a:r>
          </a:p>
          <a:p>
            <a:r>
              <a:t>[실행] nano ~/agv_ws/src/agv_gazebo/models/agv/model.sdf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~/agv_ws/src/agv_gazebo/models/agv/model.sdf의 전체 파일을 14/21 구간으로 작성한다.</a:t>
            </a:r>
          </a:p>
          <a:p>
            <a:r>
              <a:t>[실행] nano ~/agv_ws/src/agv_gazebo/models/agv/model.sdf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~/agv_ws/src/agv_gazebo/models/agv/model.sdf의 전체 파일을 15/21 구간으로 작성한다.</a:t>
            </a:r>
          </a:p>
          <a:p>
            <a:r>
              <a:t>[실행] nano ~/agv_ws/src/agv_gazebo/models/agv/model.sdf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~/agv_ws/src/agv_gazebo/models/agv/model.sdf의 전체 파일을 16/21 구간으로 작성한다.</a:t>
            </a:r>
          </a:p>
          <a:p>
            <a:r>
              <a:t>[실행] nano ~/agv_ws/src/agv_gazebo/models/agv/model.sdf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~/agv_ws/src/agv_gazebo/models/agv/model.sdf의 전체 파일을 17/21 구간으로 작성한다.</a:t>
            </a:r>
          </a:p>
          <a:p>
            <a:r>
              <a:t>[실행] nano ~/agv_ws/src/agv_gazebo/models/agv/model.sdf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~/agv_ws/src/agv_gazebo/models/agv/model.sdf의 전체 파일을 18/21 구간으로 작성한다.</a:t>
            </a:r>
          </a:p>
          <a:p>
            <a:r>
              <a:t>[실행] nano ~/agv_ws/src/agv_gazebo/models/agv/model.sdf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~/agv_ws/src/agv_gazebo/models/agv/model.sdf의 전체 파일을 19/21 구간으로 작성한다.</a:t>
            </a:r>
          </a:p>
          <a:p>
            <a:r>
              <a:t>[실행] nano ~/agv_ws/src/agv_gazebo/models/agv/model.sdf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~/agv_ws/src/agv_gazebo/models/agv/model.sdf의 전체 파일을 20/21 구간으로 작성한다.</a:t>
            </a:r>
          </a:p>
          <a:p>
            <a:r>
              <a:t>[실행] nano ~/agv_ws/src/agv_gazebo/models/agv/model.sdf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~/agv_ws/src/agv_gazebo/models/agv/model.sdf의 전체 파일을 21/21 구간으로 작성한다.</a:t>
            </a:r>
          </a:p>
          <a:p>
            <a:r>
              <a:t>[실행] nano ~/agv_ws/src/agv_gazebo/models/agv/model.sdf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~/agv_ws/src/agv_gazebo/config/bridge.yaml의 전체 파일을 1/3 구간으로 작성한다.</a:t>
            </a:r>
          </a:p>
          <a:p>
            <a:r>
              <a:t>[실행] nano ~/agv_ws/src/agv_gazebo/config/bridge.yaml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~/agv_ws/src/agv_gazebo/config/bridge.yaml의 전체 파일을 2/3 구간으로 작성한다.</a:t>
            </a:r>
          </a:p>
          <a:p>
            <a:r>
              <a:t>[실행] nano ~/agv_ws/src/agv_gazebo/config/bridge.yaml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~/agv_ws/src/agv_gazebo/config/bridge.yaml의 전체 파일을 3/3 구간으로 작성한다.</a:t>
            </a:r>
          </a:p>
          <a:p>
            <a:r>
              <a:t>[실행] nano ~/agv_ws/src/agv_gazebo/config/bridge.yaml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~/agv_ws/src/agv_vision/agv_vision/yolo_node.py의 전체 파일을 1/4 구간으로 작성한다.</a:t>
            </a:r>
          </a:p>
          <a:p>
            <a:r>
              <a:t>[실행] nano ~/agv_ws/src/agv_vision/agv_vision/yolo_node.py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~/agv_ws/src/agv_vision/agv_vision/yolo_node.py의 전체 파일을 2/4 구간으로 작성한다.</a:t>
            </a:r>
          </a:p>
          <a:p>
            <a:r>
              <a:t>[실행] nano ~/agv_ws/src/agv_vision/agv_vision/yolo_node.py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~/agv_ws/src/agv_vision/agv_vision/yolo_node.py의 전체 파일을 3/4 구간으로 작성한다.</a:t>
            </a:r>
          </a:p>
          <a:p>
            <a:r>
              <a:t>[실행] nano ~/agv_ws/src/agv_vision/agv_vision/yolo_node.py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~/agv_ws/src/agv_vision/agv_vision/yolo_node.py의 전체 파일을 4/4 구간으로 작성한다.</a:t>
            </a:r>
          </a:p>
          <a:p>
            <a:r>
              <a:t>[실행] nano ~/agv_ws/src/agv_vision/agv_vision/yolo_node.py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build/source/run을 생략 없이 실행한다.</a:t>
            </a:r>
          </a:p>
          <a:p>
            <a:r>
              <a:t>[실행] ros2 launch agv_bringup agv_sim.launch.py rviz:=false</a:t>
            </a:r>
          </a:p>
          <a:p>
            <a:r>
              <a:t># 새 터미널: ros2 run rqt_image_view rqt_image_view</a:t>
            </a:r>
          </a:p>
          <a:p>
            <a:r>
              <a:t>[확인] /camera/image_raw가 bridge를 통과하고 cv_bridge 소비 노드가 받을 준비가 된 상태를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Ubuntu/ROS 2 환경에서 생성한 검증 화면이다.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캡처의 명령과 다음 슬라이드의 검증 명령을 비교한다.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검증 명령은 GUI 결과와 별도로 실행해 재현 가능한 완료 기준을 만든다.</a:t>
            </a:r>
          </a:p>
          <a:p>
            <a:r>
              <a:t>[실행] ros2 topic info /camera/image_raw</a:t>
            </a:r>
          </a:p>
          <a:p>
            <a:r>
              <a:t>ros2 topic hz /camera/image_raw</a:t>
            </a:r>
          </a:p>
          <a:p>
            <a:r>
              <a:t>[확인] /camera/image_raw가 bridge를 통과하고 cv_bridge 소비 노드가 받을 준비가 된 상태를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오류를 대신 해결하지 말고 증상부터 우선 확인 순서대로 교육생이 실행하게 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수정 뒤 첫 검증 명령을 다시 실행한다.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슬라이드의 두 대표 오류를 먼저 사용한다.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교육생이 직접 한 값만 바꿔 원인과 결과를 연결하게 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원래 값과 변경 값을 모두 기록한다.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교육생이 Complete·캡처·로그를 저장했는지 확인하고 다음 모듈의 시작 상태를 읽는다.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M13 LiDAR 시작 조건을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공식 문서는 버전 차이와 확장 학습을 확인할 때 사용한다.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학습자는 본문만으로 현재 모듈을 완료한 상태여야 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2C4E"/>
          </a:solidFill>
          <a:ln>
            <a:solidFill>
              <a:srgbClr val="122C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800" b="1">
                <a:solidFill>
                  <a:srgbClr val="FFFFFF"/>
                </a:solidFill>
                <a:latin typeface="Noto Sans CJK KR"/>
              </a:defRPr>
            </a:pPr>
            <a:r>
              <a:t>M12 · Block D · ROS 2 + Gazebo Sim AGV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1600200"/>
            <a:ext cx="10698480" cy="10058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3400" b="1">
                <a:solidFill>
                  <a:srgbClr val="122C4E"/>
                </a:solidFill>
                <a:latin typeface="Noto Sans CJK KR"/>
              </a:defRPr>
            </a:pPr>
            <a:r>
              <a:t>Camera Sensor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2834640"/>
            <a:ext cx="1014984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200" b="1">
                <a:solidFill>
                  <a:srgbClr val="2A8B5A"/>
                </a:solidFill>
                <a:latin typeface="Noto Sans CJK KR"/>
              </a:defRPr>
            </a:pPr>
            <a:r>
              <a:t>/camera/image_raw가 bridge를 통과하고 cv_bridge 소비 노드가 받을 준비가 된 상태를 확인한다.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0" y="3822191"/>
            <a:ext cx="9418320" cy="1051560"/>
          </a:xfrm>
          <a:prstGeom prst="round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800" b="1">
                <a:solidFill>
                  <a:srgbClr val="122C4E"/>
                </a:solidFill>
                <a:latin typeface="Noto Sans CJK KR"/>
              </a:defRPr>
            </a:pPr>
            <a:r>
              <a:t>기준 환경</a:t>
            </a:r>
            <a:br/>
            <a:r>
              <a:t>Ubuntu 24.04 LTS · ROS 2 Jazzy · Gazebo Harmonic · RViz2 · Python(rclpy)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080760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0">
                <a:solidFill>
                  <a:srgbClr val="5C6672"/>
                </a:solidFill>
                <a:latin typeface="Noto Sans CJK KR"/>
              </a:defRPr>
            </a:pPr>
            <a:r>
              <a:t>이 PPT만 보고 시작 상태 → 파일 작성 → build/run → 검증 → 오류 대응 → checkpoint를 순서대로 수행합니다.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M12 · 따라 하기형 AGV 실습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전체 과정에서 현재 위치를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앞 모듈의 Complete가 현재 Starter가 되고, 현재 Complete가 다음 모듈로 넘어갑니다.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1323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5C66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5C6672"/>
                </a:solidFill>
                <a:latin typeface="Noto Sans CJK KR"/>
              </a:defRPr>
            </a:pPr>
            <a:r>
              <a:t>M11 RViz2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968496" y="3035808"/>
            <a:ext cx="457200" cy="0"/>
          </a:xfrm>
          <a:prstGeom prst="line">
            <a:avLst/>
          </a:prstGeom>
          <a:ln w="38100">
            <a:solidFill>
              <a:srgbClr val="5C667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455371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225B9B"/>
                </a:solidFill>
                <a:latin typeface="Noto Sans CJK KR"/>
              </a:defRPr>
            </a:pPr>
            <a:r>
              <a:t>M12</a:t>
            </a:r>
            <a:br/>
            <a:r>
              <a:t>Camera Sensor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808976" y="3035808"/>
            <a:ext cx="457199" cy="0"/>
          </a:xfrm>
          <a:prstGeom prst="line">
            <a:avLst/>
          </a:prstGeom>
          <a:ln w="3810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839419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2A8B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2A8B5A"/>
                </a:solidFill>
                <a:latin typeface="Noto Sans CJK KR"/>
              </a:defRPr>
            </a:pPr>
            <a:r>
              <a:t>M13 LiDAR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4617720"/>
            <a:ext cx="1042416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200" b="1">
                <a:solidFill>
                  <a:srgbClr val="122C4E"/>
                </a:solidFill>
                <a:latin typeface="Noto Sans CJK KR"/>
              </a:defRPr>
            </a:pPr>
            <a:r>
              <a:t>이번 모듈의 인계: /camera/image_raw가 bridge를 통과하고 cv_bridge 소비 노드가 받을 준비가 된 상태를 확인한다.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시작 상태를 먼저 맞춘다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실습 시작 전에 현재 폴더·이전 파일·실행 프로그램을 확인합니다.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시작    |    현재 폴더 ~/agv_ws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13232" y="1783080"/>
            <a:ext cx="10972800" cy="3429000"/>
          </a:xfrm>
          <a:prstGeom prst="roundRect">
            <a:avLst/>
          </a:prstGeom>
          <a:solidFill>
            <a:srgbClr val="F4F7FB"/>
          </a:solidFill>
          <a:ln>
            <a:solidFill>
              <a:srgbClr val="D7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011680"/>
            <a:ext cx="10424160" cy="283464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시작 상태: M11의 camera_link와 RViz display 환경이 준비된 상태.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이전 Complete: M11 RViz2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현재 폴더: ~/agv_ws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새 터미널마다: source /opt/ros/jazzy/setup.bash → source install/setup.bash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파일 경로는 PPT와 Complete 폴더에서 같은 이름으로 유지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5532120"/>
            <a:ext cx="10515600" cy="3200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2A8B5A"/>
                </a:solidFill>
                <a:latin typeface="Noto Sans CJK KR"/>
              </a:defRPr>
            </a:pPr>
            <a:r>
              <a:t>확인: pwd가 ~/agv_ws이고, 이전 모듈의 완료 조건을 한 문장으로 설명할 수 있으면 시작합니다.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이번 모듈의 눈으로 확인할 완료 조건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‘이해했다’가 아니라 실제로 보이는 결과를 기준으로 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700784"/>
            <a:ext cx="10744200" cy="1325880"/>
          </a:xfrm>
          <a:prstGeom prst="roundRect">
            <a:avLst/>
          </a:prstGeom>
          <a:solidFill>
            <a:srgbClr val="EEF7F1"/>
          </a:solidFill>
          <a:ln>
            <a:solidFill>
              <a:srgbClr val="A8D3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500" b="1">
                <a:solidFill>
                  <a:srgbClr val="122C4E"/>
                </a:solidFill>
                <a:latin typeface="Noto Sans CJK KR"/>
              </a:defRPr>
            </a:pPr>
            <a:r>
              <a:t>Gazebo camera의 FOV·해상도·update_rate가 ROS Image topic으로 연결되는 흐름을 만든다.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3401568"/>
            <a:ext cx="10744200" cy="1325880"/>
          </a:xfrm>
          <a:prstGeom prst="roundRect">
            <a:avLst/>
          </a:prstGeom>
          <a:solidFill>
            <a:srgbClr val="F4F7FB"/>
          </a:solidFill>
          <a:ln>
            <a:solidFill>
              <a:srgbClr val="D6E0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200" b="1">
                <a:solidFill>
                  <a:srgbClr val="2A8B5A"/>
                </a:solidFill>
                <a:latin typeface="Noto Sans CJK KR"/>
              </a:defRPr>
            </a:pPr>
            <a:r>
              <a:t>완료 화면/결과</a:t>
            </a:r>
            <a:br/>
            <a:r>
              <a:t>/camera/image_raw가 bridge를 통과하고 cv_bridge 소비 노드가 받을 준비가 된 상태를 확인한다.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5349240"/>
            <a:ext cx="10424160" cy="4114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종료 전에는 ‘무엇이 보이면 성공인가’를 terminal 또는 Gazebo/RViz 화면에서 반드시 확인합니다.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핵심 흐름을 한 장으로 이해하기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상자와 화살표의 방향을 따라 데이터 또는 제어의 흐름을 읽습니다.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568195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Gazebo camera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598164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3909060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bridge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939028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6249924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/camera/image_raw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8279892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8590788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cv_bridge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4800600"/>
            <a:ext cx="1033272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000" b="1">
                <a:solidFill>
                  <a:srgbClr val="225B9B"/>
                </a:solidFill>
                <a:latin typeface="Noto Sans CJK KR"/>
              </a:defRPr>
            </a:pPr>
            <a:r>
              <a:t>기억할 한 문장: 앞 단계의 출력이 다음 단계의 입력이 되도록 topic·frame·파일 이름을 끝까지 유지합니다.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이번 모듈에서 생성·수정하는 파일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파일명과 package 경로를 끝까지 동일하게 사용합니다.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600200"/>
            <a:ext cx="10789920" cy="4407408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~/agv_ws/src/</a:t>
            </a:r>
            <a:br/>
            <a:r>
              <a:t>└── agv_gazebo/models/agv/model.sdf</a:t>
            </a:r>
            <a:br/>
            <a:r>
              <a:t>└── agv_gazebo/config/bridge.yaml</a:t>
            </a:r>
            <a:br/>
            <a:r>
              <a:t>└── agv_vision/agv_vision/yolo_node.py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7824" y="6144768"/>
            <a:ext cx="103327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파일 전체 코드는 다음 슬라이드에 이어집니다. 중간 줄을 빼지 않고 끝까지 제공합니다.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camera sensor 설정을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한 장에는 한 행동만 수행합니다.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1/2    |    현재 폴더 ~/agv_ws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64792"/>
            <a:ext cx="1828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t>왜 하는가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103120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2000" b="0">
                <a:solidFill>
                  <a:srgbClr val="122C4E"/>
                </a:solidFill>
                <a:latin typeface="Noto Sans CJK KR"/>
              </a:defRPr>
            </a:pPr>
            <a:r>
              <a:t>해상도·FOV·update_rate는 생성되는 영상의 크기와 주기를 정한다.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" y="2871216"/>
            <a:ext cx="10835640" cy="23317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rg -n '&lt;sensor name="camera"|&lt;width&gt;|&lt;height&gt;|&lt;horizontal_fov&gt;|&lt;update_rate&gt;' \</a:t>
            </a:r>
            <a:br/>
            <a:r>
              <a:t>  ~/agv_ws/src/agv_gazebo/models/agv/model.sdf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5468112"/>
            <a:ext cx="11430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확인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742432"/>
            <a:ext cx="1056132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명령의 출력에서 topic·frame·파일 이름 또는 성공 메시지를 찾으면 이 단계가 완료됩니다.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Image topic을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한 장에는 한 행동만 수행합니다.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2/2    |    현재 폴더 ~/agv_ws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64792"/>
            <a:ext cx="1828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t>왜 하는가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103120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2000" b="0">
                <a:solidFill>
                  <a:srgbClr val="122C4E"/>
                </a:solidFill>
                <a:latin typeface="Noto Sans CJK KR"/>
              </a:defRPr>
            </a:pPr>
            <a:r>
              <a:t>topic 이름은 SDF sensor와 bridge YAML 양쪽에서 일치해야 한다.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" y="2871216"/>
            <a:ext cx="10835640" cy="23317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ros2 topic info /camera/image_raw</a:t>
            </a:r>
            <a:br/>
            <a:r>
              <a:t>ros2 topic hz /camera/image_raw</a:t>
            </a:r>
            <a:br/>
            <a:r>
              <a:t>ros2 run rqt_image_view rqt_image_view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5468112"/>
            <a:ext cx="11430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확인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742432"/>
            <a:ext cx="1056132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명령의 출력에서 topic·frame·파일 이름 또는 성공 메시지를 찾으면 이 단계가 완료됩니다.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새로 만들고 저장한다 (1/21)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3/24    |    현재 폴더 ~/agv_ws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82496"/>
            <a:ext cx="10972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2103120"/>
            <a:ext cx="10972800" cy="493776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생성/열기: mkdir -p ~/agv_ws/src/agv_gazebo/models/agv    &amp;&amp;    nano ~/agv_ws/src/agv_gazebo/models/agv/model.sdf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61488"/>
            <a:ext cx="10972800" cy="3383280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&lt;?xml version="1.0" ?&gt;</a:t>
            </a:r>
            <a:br/>
            <a:r>
              <a:t>&lt;sdf version="1.10"&gt;</a:t>
            </a:r>
            <a:br/>
            <a:r>
              <a:t>  </a:t>
            </a:r>
            <a:br/>
            <a:r>
              <a:t>  </a:t>
            </a:r>
            <a:br/>
            <a:r>
              <a:t>  &lt;model name="agv"&gt;</a:t>
            </a:r>
            <a:br/>
            <a:r>
              <a:t>    </a:t>
            </a:r>
            <a:br/>
            <a:r>
              <a:t>    </a:t>
            </a:r>
            <a:br/>
            <a:r>
              <a:t>    &lt;link name="base_link"&gt;</a:t>
            </a:r>
            <a:br/>
            <a:r>
              <a:t>      </a:t>
            </a:r>
            <a:br/>
            <a:r>
              <a:t>      </a:t>
            </a:r>
            <a:br/>
            <a:r>
              <a:t>      &lt;pose&gt;0 0 0.16 0 0 0&lt;/pose&gt;</a:t>
            </a:r>
            <a:br/>
            <a:r>
              <a:t>      </a:t>
            </a:r>
            <a:br/>
            <a:r>
              <a:t>      </a:t>
            </a:r>
            <a:br/>
            <a:r>
              <a:t>      &lt;inertial&gt;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99632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1/21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(2/21)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4/24    |    현재 폴더 ~/agv_ws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82496"/>
            <a:ext cx="10972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2103120"/>
            <a:ext cx="10972800" cy="493776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생성/열기: mkdir -p ~/agv_ws/src/agv_gazebo/models/agv    &amp;&amp;    nano ~/agv_ws/src/agv_gazebo/models/agv/model.sdf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61488"/>
            <a:ext cx="10972800" cy="3383280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&lt;mass&gt;12.0&lt;/mass&gt;</a:t>
            </a:r>
            <a:br/>
            <a:r>
              <a:t>        &lt;inertia&gt;</a:t>
            </a:r>
            <a:br/>
            <a:r>
              <a:t>          &lt;ixx&gt;0.20&lt;/ixx&gt;</a:t>
            </a:r>
            <a:br/>
            <a:r>
              <a:t>          &lt;iyy&gt;0.40&lt;/iyy&gt;</a:t>
            </a:r>
            <a:br/>
            <a:r>
              <a:t>          &lt;izz&gt;0.50&lt;/izz&gt;</a:t>
            </a:r>
            <a:br/>
            <a:r>
              <a:t>        &lt;/inertia&gt;</a:t>
            </a:r>
            <a:br/>
            <a:r>
              <a:t>      &lt;/inertial&gt;</a:t>
            </a:r>
            <a:br/>
            <a:r>
              <a:t>      </a:t>
            </a:r>
            <a:br/>
            <a:r>
              <a:t>      </a:t>
            </a:r>
            <a:br/>
            <a:r>
              <a:t>      &lt;visual name="body"&gt;</a:t>
            </a:r>
            <a:br/>
            <a:r>
              <a:t>        &lt;geometry&gt;</a:t>
            </a:r>
            <a:br/>
            <a:r>
              <a:t>          &lt;box&gt;</a:t>
            </a:r>
            <a:br/>
            <a:r>
              <a:t>            &lt;size&gt;0.60 0.42 0.16&lt;/size&gt;</a:t>
            </a:r>
            <a:br/>
            <a:r>
              <a:t>          &lt;/box&gt;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99632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2/21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(3/21)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5/24    |    현재 폴더 ~/agv_ws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82496"/>
            <a:ext cx="10972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2103120"/>
            <a:ext cx="10972800" cy="493776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생성/열기: mkdir -p ~/agv_ws/src/agv_gazebo/models/agv    &amp;&amp;    nano ~/agv_ws/src/agv_gazebo/models/agv/model.sdf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61488"/>
            <a:ext cx="10972800" cy="3383280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&lt;/geometry&gt;</a:t>
            </a:r>
            <a:br/>
            <a:r>
              <a:t>        &lt;material&gt;</a:t>
            </a:r>
            <a:br/>
            <a:r>
              <a:t>          &lt;diffuse&gt;0.1 0.35 0.8 1&lt;/diffuse&gt;</a:t>
            </a:r>
            <a:br/>
            <a:r>
              <a:t>        &lt;/material&gt;</a:t>
            </a:r>
            <a:br/>
            <a:r>
              <a:t>      &lt;/visual&gt;</a:t>
            </a:r>
            <a:br/>
            <a:r>
              <a:t>      </a:t>
            </a:r>
            <a:br/>
            <a:r>
              <a:t>      </a:t>
            </a:r>
            <a:br/>
            <a:r>
              <a:t>      &lt;collision name="body_collision"&gt;</a:t>
            </a:r>
            <a:br/>
            <a:r>
              <a:t>        &lt;geometry&gt;</a:t>
            </a:r>
            <a:br/>
            <a:r>
              <a:t>          &lt;box&gt;</a:t>
            </a:r>
            <a:br/>
            <a:r>
              <a:t>            &lt;size&gt;0.60 0.42 0.16&lt;/size&gt;</a:t>
            </a:r>
            <a:br/>
            <a:r>
              <a:t>          &lt;/box&gt;</a:t>
            </a:r>
            <a:br/>
            <a:r>
              <a:t>        &lt;/geometry&gt;</a:t>
            </a:r>
            <a:br/>
            <a:r>
              <a:t>      &lt;/collision&gt;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99632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3/21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(4/21)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6/24    |    현재 폴더 ~/agv_ws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82496"/>
            <a:ext cx="10972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2103120"/>
            <a:ext cx="10972800" cy="493776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생성/열기: mkdir -p ~/agv_ws/src/agv_gazebo/models/agv    &amp;&amp;    nano ~/agv_ws/src/agv_gazebo/models/agv/model.sdf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61488"/>
            <a:ext cx="10972800" cy="3383280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</a:t>
            </a:r>
            <a:br/>
            <a:r>
              <a:t>      </a:t>
            </a:r>
            <a:br/>
            <a:r>
              <a:t>      &lt;sensor name="imu" type="imu"&gt;</a:t>
            </a:r>
            <a:br/>
            <a:r>
              <a:t>        &lt;topic&gt;/imu/data&lt;/topic&gt;</a:t>
            </a:r>
            <a:br/>
            <a:r>
              <a:t>        &lt;always_on&gt;true&lt;/always_on&gt;</a:t>
            </a:r>
            <a:br/>
            <a:r>
              <a:t>        &lt;update_rate&gt;100&lt;/update_rate&gt;</a:t>
            </a:r>
            <a:br/>
            <a:r>
              <a:t>        &lt;imu&gt;</a:t>
            </a:r>
            <a:br/>
            <a:r>
              <a:t>          &lt;angular_velocity&gt;</a:t>
            </a:r>
            <a:br/>
            <a:r>
              <a:t>            &lt;x&gt;</a:t>
            </a:r>
            <a:br/>
            <a:r>
              <a:t>              &lt;noise type="gaussian"&gt;</a:t>
            </a:r>
            <a:br/>
            <a:r>
              <a:t>                &lt;mean&gt;0&lt;/mean&gt;</a:t>
            </a:r>
            <a:br/>
            <a:r>
              <a:t>                &lt;stddev&gt;0.001&lt;/stddev&gt;</a:t>
            </a:r>
            <a:br/>
            <a:r>
              <a:t>              &lt;/noise&gt;</a:t>
            </a:r>
            <a:br/>
            <a:r>
              <a:t>            &lt;/x&gt;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99632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4/21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(5/21)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7/24    |    현재 폴더 ~/agv_ws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82496"/>
            <a:ext cx="10972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2103120"/>
            <a:ext cx="10972800" cy="493776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생성/열기: mkdir -p ~/agv_ws/src/agv_gazebo/models/agv    &amp;&amp;    nano ~/agv_ws/src/agv_gazebo/models/agv/model.sdf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61488"/>
            <a:ext cx="10972800" cy="3383280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&lt;/angular_velocity&gt;</a:t>
            </a:r>
            <a:br/>
            <a:r>
              <a:t>        &lt;/imu&gt;</a:t>
            </a:r>
            <a:br/>
            <a:r>
              <a:t>      &lt;/sensor&gt;</a:t>
            </a:r>
            <a:br/>
            <a:r>
              <a:t>      </a:t>
            </a:r>
            <a:br/>
            <a:r>
              <a:t>    </a:t>
            </a:r>
            <a:br/>
            <a:r>
              <a:t>    &lt;/link&gt;</a:t>
            </a:r>
            <a:br/>
            <a:r>
              <a:t>    </a:t>
            </a:r>
            <a:br/>
            <a:r>
              <a:t>    </a:t>
            </a:r>
            <a:br/>
            <a:r>
              <a:t>    &lt;link name="left_wheel_link"&gt;</a:t>
            </a:r>
            <a:br/>
            <a:r>
              <a:t>      &lt;pose relative_to="base_link"&gt;0 0.19 -0.08 1.5708 0 0&lt;/pose&gt;</a:t>
            </a:r>
            <a:br/>
            <a:r>
              <a:t>      &lt;inertial&gt;</a:t>
            </a:r>
            <a:br/>
            <a:r>
              <a:t>        &lt;mass&gt;0.6&lt;/mass&gt;</a:t>
            </a:r>
            <a:br/>
            <a:r>
              <a:t>        &lt;inertia&gt;</a:t>
            </a:r>
            <a:br/>
            <a:r>
              <a:t>          &lt;ixx&gt;0.002&lt;/ixx&gt;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99632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5/21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(6/21)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8/24    |    현재 폴더 ~/agv_ws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82496"/>
            <a:ext cx="10972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2103120"/>
            <a:ext cx="10972800" cy="493776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생성/열기: mkdir -p ~/agv_ws/src/agv_gazebo/models/agv    &amp;&amp;    nano ~/agv_ws/src/agv_gazebo/models/agv/model.sdf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61488"/>
            <a:ext cx="10972800" cy="3383280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&lt;iyy&gt;0.002&lt;/iyy&gt;</a:t>
            </a:r>
            <a:br/>
            <a:r>
              <a:t>          &lt;izz&gt;0.001&lt;/izz&gt;</a:t>
            </a:r>
            <a:br/>
            <a:r>
              <a:t>        &lt;/inertia&gt;</a:t>
            </a:r>
            <a:br/>
            <a:r>
              <a:t>      &lt;/inertial&gt;</a:t>
            </a:r>
            <a:br/>
            <a:r>
              <a:t>      &lt;visual name="wheel"&gt;</a:t>
            </a:r>
            <a:br/>
            <a:r>
              <a:t>        &lt;geometry&gt;</a:t>
            </a:r>
            <a:br/>
            <a:r>
              <a:t>          &lt;cylinder&gt;</a:t>
            </a:r>
            <a:br/>
            <a:r>
              <a:t>            &lt;radius&gt;0.08&lt;/radius&gt;</a:t>
            </a:r>
            <a:br/>
            <a:r>
              <a:t>            &lt;length&gt;0.05&lt;/length&gt;</a:t>
            </a:r>
            <a:br/>
            <a:r>
              <a:t>          &lt;/cylinder&gt;</a:t>
            </a:r>
            <a:br/>
            <a:r>
              <a:t>        &lt;/geometry&gt;</a:t>
            </a:r>
            <a:br/>
            <a:r>
              <a:t>      &lt;/visual&gt;</a:t>
            </a:r>
            <a:br/>
            <a:r>
              <a:t>      &lt;collision name="wheel_collision"&gt;</a:t>
            </a:r>
            <a:br/>
            <a:r>
              <a:t>        &lt;geometry&gt;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99632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6/21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(7/21)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9/24    |    현재 폴더 ~/agv_ws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82496"/>
            <a:ext cx="10972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2103120"/>
            <a:ext cx="10972800" cy="493776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생성/열기: mkdir -p ~/agv_ws/src/agv_gazebo/models/agv    &amp;&amp;    nano ~/agv_ws/src/agv_gazebo/models/agv/model.sdf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61488"/>
            <a:ext cx="10972800" cy="3383280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&lt;cylinder&gt;</a:t>
            </a:r>
            <a:br/>
            <a:r>
              <a:t>            &lt;radius&gt;0.08&lt;/radius&gt;</a:t>
            </a:r>
            <a:br/>
            <a:r>
              <a:t>            &lt;length&gt;0.05&lt;/length&gt;</a:t>
            </a:r>
            <a:br/>
            <a:r>
              <a:t>          &lt;/cylinder&gt;</a:t>
            </a:r>
            <a:br/>
            <a:r>
              <a:t>        &lt;/geometry&gt;</a:t>
            </a:r>
            <a:br/>
            <a:r>
              <a:t>        &lt;surface&gt;</a:t>
            </a:r>
            <a:br/>
            <a:r>
              <a:t>          &lt;friction&gt;</a:t>
            </a:r>
            <a:br/>
            <a:r>
              <a:t>            &lt;ode&gt;</a:t>
            </a:r>
            <a:br/>
            <a:r>
              <a:t>              &lt;mu&gt;1.0&lt;/mu&gt;</a:t>
            </a:r>
            <a:br/>
            <a:r>
              <a:t>              &lt;mu2&gt;1.0&lt;/mu2&gt;</a:t>
            </a:r>
            <a:br/>
            <a:r>
              <a:t>            &lt;/ode&gt;</a:t>
            </a:r>
            <a:br/>
            <a:r>
              <a:t>          &lt;/friction&gt;</a:t>
            </a:r>
            <a:br/>
            <a:r>
              <a:t>        &lt;/surface&gt;</a:t>
            </a:r>
            <a:br/>
            <a:r>
              <a:t>      &lt;/collision&gt;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99632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7/21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(8/21)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10/24    |    현재 폴더 ~/agv_ws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82496"/>
            <a:ext cx="10972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2103120"/>
            <a:ext cx="10972800" cy="493776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생성/열기: mkdir -p ~/agv_ws/src/agv_gazebo/models/agv    &amp;&amp;    nano ~/agv_ws/src/agv_gazebo/models/agv/model.sdf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61488"/>
            <a:ext cx="10972800" cy="3383280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&lt;/link&gt;</a:t>
            </a:r>
            <a:br/>
            <a:r>
              <a:t>    </a:t>
            </a:r>
            <a:br/>
            <a:r>
              <a:t>    </a:t>
            </a:r>
            <a:br/>
            <a:r>
              <a:t>    &lt;link name="right_wheel_link"&gt;</a:t>
            </a:r>
            <a:br/>
            <a:r>
              <a:t>      &lt;pose relative_to="base_link"&gt;0 -0.19 -0.08 1.5708 0 0&lt;/pose&gt;</a:t>
            </a:r>
            <a:br/>
            <a:r>
              <a:t>      &lt;inertial&gt;</a:t>
            </a:r>
            <a:br/>
            <a:r>
              <a:t>        &lt;mass&gt;0.6&lt;/mass&gt;</a:t>
            </a:r>
            <a:br/>
            <a:r>
              <a:t>        &lt;inertia&gt;</a:t>
            </a:r>
            <a:br/>
            <a:r>
              <a:t>          &lt;ixx&gt;0.002&lt;/ixx&gt;</a:t>
            </a:r>
            <a:br/>
            <a:r>
              <a:t>          &lt;iyy&gt;0.002&lt;/iyy&gt;</a:t>
            </a:r>
            <a:br/>
            <a:r>
              <a:t>          &lt;izz&gt;0.001&lt;/izz&gt;</a:t>
            </a:r>
            <a:br/>
            <a:r>
              <a:t>        &lt;/inertia&gt;</a:t>
            </a:r>
            <a:br/>
            <a:r>
              <a:t>      &lt;/inertial&gt;</a:t>
            </a:r>
            <a:br/>
            <a:r>
              <a:t>      &lt;visual name="wheel"&gt;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99632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8/21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(9/21)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11/24    |    현재 폴더 ~/agv_ws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82496"/>
            <a:ext cx="10972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2103120"/>
            <a:ext cx="10972800" cy="493776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생성/열기: mkdir -p ~/agv_ws/src/agv_gazebo/models/agv    &amp;&amp;    nano ~/agv_ws/src/agv_gazebo/models/agv/model.sdf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61488"/>
            <a:ext cx="10972800" cy="3383280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&lt;geometry&gt;</a:t>
            </a:r>
            <a:br/>
            <a:r>
              <a:t>          &lt;cylinder&gt;</a:t>
            </a:r>
            <a:br/>
            <a:r>
              <a:t>            &lt;radius&gt;0.08&lt;/radius&gt;</a:t>
            </a:r>
            <a:br/>
            <a:r>
              <a:t>            &lt;length&gt;0.05&lt;/length&gt;</a:t>
            </a:r>
            <a:br/>
            <a:r>
              <a:t>          &lt;/cylinder&gt;</a:t>
            </a:r>
            <a:br/>
            <a:r>
              <a:t>        &lt;/geometry&gt;</a:t>
            </a:r>
            <a:br/>
            <a:r>
              <a:t>      &lt;/visual&gt;</a:t>
            </a:r>
            <a:br/>
            <a:r>
              <a:t>      &lt;collision name="wheel_collision"&gt;</a:t>
            </a:r>
            <a:br/>
            <a:r>
              <a:t>        &lt;geometry&gt;</a:t>
            </a:r>
            <a:br/>
            <a:r>
              <a:t>          &lt;cylinder&gt;</a:t>
            </a:r>
            <a:br/>
            <a:r>
              <a:t>            &lt;radius&gt;0.08&lt;/radius&gt;</a:t>
            </a:r>
            <a:br/>
            <a:r>
              <a:t>            &lt;length&gt;0.05&lt;/length&gt;</a:t>
            </a:r>
            <a:br/>
            <a:r>
              <a:t>          &lt;/cylinder&gt;</a:t>
            </a:r>
            <a:br/>
            <a:r>
              <a:t>        &lt;/geometry&gt;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99632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9/21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(10/21)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12/24    |    현재 폴더 ~/agv_ws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82496"/>
            <a:ext cx="10972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2103120"/>
            <a:ext cx="10972800" cy="493776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생성/열기: mkdir -p ~/agv_ws/src/agv_gazebo/models/agv    &amp;&amp;    nano ~/agv_ws/src/agv_gazebo/models/agv/model.sdf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61488"/>
            <a:ext cx="10972800" cy="3383280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&lt;surface&gt;</a:t>
            </a:r>
            <a:br/>
            <a:r>
              <a:t>          &lt;friction&gt;</a:t>
            </a:r>
            <a:br/>
            <a:r>
              <a:t>            &lt;ode&gt;</a:t>
            </a:r>
            <a:br/>
            <a:r>
              <a:t>              &lt;mu&gt;1.0&lt;/mu&gt;</a:t>
            </a:r>
            <a:br/>
            <a:r>
              <a:t>              &lt;mu2&gt;1.0&lt;/mu2&gt;</a:t>
            </a:r>
            <a:br/>
            <a:r>
              <a:t>            &lt;/ode&gt;</a:t>
            </a:r>
            <a:br/>
            <a:r>
              <a:t>          &lt;/friction&gt;</a:t>
            </a:r>
            <a:br/>
            <a:r>
              <a:t>        &lt;/surface&gt;</a:t>
            </a:r>
            <a:br/>
            <a:r>
              <a:t>      &lt;/collision&gt;</a:t>
            </a:r>
            <a:br/>
            <a:r>
              <a:t>    &lt;/link&gt;</a:t>
            </a:r>
            <a:br/>
            <a:r>
              <a:t>    </a:t>
            </a:r>
            <a:br/>
            <a:r>
              <a:t>    </a:t>
            </a:r>
            <a:br/>
            <a:r>
              <a:t>    &lt;joint name="left_wheel_joint" type="revolute"&gt;</a:t>
            </a:r>
            <a:br/>
            <a:r>
              <a:t>      &lt;parent&gt;base_link&lt;/parent&gt;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99632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10/21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(11/21)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13/24    |    현재 폴더 ~/agv_ws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82496"/>
            <a:ext cx="10972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2103120"/>
            <a:ext cx="10972800" cy="493776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생성/열기: mkdir -p ~/agv_ws/src/agv_gazebo/models/agv    &amp;&amp;    nano ~/agv_ws/src/agv_gazebo/models/agv/model.sdf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61488"/>
            <a:ext cx="10972800" cy="3383280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&lt;child&gt;left_wheel_link&lt;/child&gt;</a:t>
            </a:r>
            <a:br/>
            <a:r>
              <a:t>      &lt;axis&gt;</a:t>
            </a:r>
            <a:br/>
            <a:r>
              <a:t>        &lt;xyz&gt;0 1 0&lt;/xyz&gt;</a:t>
            </a:r>
            <a:br/>
            <a:r>
              <a:t>        &lt;limit&gt;</a:t>
            </a:r>
            <a:br/>
            <a:r>
              <a:t>          &lt;lower&gt;-1e16&lt;/lower&gt;</a:t>
            </a:r>
            <a:br/>
            <a:r>
              <a:t>          &lt;upper&gt;1e16&lt;/upper&gt;</a:t>
            </a:r>
            <a:br/>
            <a:r>
              <a:t>        &lt;/limit&gt;</a:t>
            </a:r>
            <a:br/>
            <a:r>
              <a:t>      &lt;/axis&gt;</a:t>
            </a:r>
            <a:br/>
            <a:r>
              <a:t>    &lt;/joint&gt;</a:t>
            </a:r>
            <a:br/>
            <a:r>
              <a:t>    </a:t>
            </a:r>
            <a:br/>
            <a:r>
              <a:t>    </a:t>
            </a:r>
            <a:br/>
            <a:r>
              <a:t>    &lt;joint name="right_wheel_joint" type="revolute"&gt;</a:t>
            </a:r>
            <a:br/>
            <a:r>
              <a:t>      &lt;parent&gt;base_link&lt;/parent&gt;</a:t>
            </a:r>
            <a:br/>
            <a:r>
              <a:t>      &lt;child&gt;right_wheel_link&lt;/child&gt;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99632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11/21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(12/21)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14/24    |    현재 폴더 ~/agv_ws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82496"/>
            <a:ext cx="10972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2103120"/>
            <a:ext cx="10972800" cy="493776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생성/열기: mkdir -p ~/agv_ws/src/agv_gazebo/models/agv    &amp;&amp;    nano ~/agv_ws/src/agv_gazebo/models/agv/model.sdf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61488"/>
            <a:ext cx="10972800" cy="3383280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&lt;axis&gt;</a:t>
            </a:r>
            <a:br/>
            <a:r>
              <a:t>        &lt;xyz&gt;0 1 0&lt;/xyz&gt;</a:t>
            </a:r>
            <a:br/>
            <a:r>
              <a:t>        &lt;limit&gt;</a:t>
            </a:r>
            <a:br/>
            <a:r>
              <a:t>          &lt;lower&gt;-1e16&lt;/lower&gt;</a:t>
            </a:r>
            <a:br/>
            <a:r>
              <a:t>          &lt;upper&gt;1e16&lt;/upper&gt;</a:t>
            </a:r>
            <a:br/>
            <a:r>
              <a:t>        &lt;/limit&gt;</a:t>
            </a:r>
            <a:br/>
            <a:r>
              <a:t>      &lt;/axis&gt;</a:t>
            </a:r>
            <a:br/>
            <a:r>
              <a:t>    &lt;/joint&gt;</a:t>
            </a:r>
            <a:br/>
            <a:r>
              <a:t>    </a:t>
            </a:r>
            <a:br/>
            <a:r>
              <a:t>    </a:t>
            </a:r>
            <a:br/>
            <a:r>
              <a:t>    &lt;link name="caster_link"&gt;</a:t>
            </a:r>
            <a:br/>
            <a:r>
              <a:t>      &lt;pose relative_to="base_link"&gt;-0.24 0 -0.12 0 0 0&lt;/pose&gt;</a:t>
            </a:r>
            <a:br/>
            <a:r>
              <a:t>      &lt;inertial&gt;</a:t>
            </a:r>
            <a:br/>
            <a:r>
              <a:t>        &lt;mass&gt;0.15&lt;/mass&gt;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99632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12/21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(13/21)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15/24    |    현재 폴더 ~/agv_ws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82496"/>
            <a:ext cx="10972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2103120"/>
            <a:ext cx="10972800" cy="493776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생성/열기: mkdir -p ~/agv_ws/src/agv_gazebo/models/agv    &amp;&amp;    nano ~/agv_ws/src/agv_gazebo/models/agv/model.sdf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61488"/>
            <a:ext cx="10972800" cy="3383280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&lt;inertia&gt;</a:t>
            </a:r>
            <a:br/>
            <a:r>
              <a:t>          &lt;ixx&gt;0.0001&lt;/ixx&gt;</a:t>
            </a:r>
            <a:br/>
            <a:r>
              <a:t>          &lt;iyy&gt;0.0001&lt;/iyy&gt;</a:t>
            </a:r>
            <a:br/>
            <a:r>
              <a:t>          &lt;izz&gt;0.0001&lt;/izz&gt;</a:t>
            </a:r>
            <a:br/>
            <a:r>
              <a:t>        &lt;/inertia&gt;</a:t>
            </a:r>
            <a:br/>
            <a:r>
              <a:t>      &lt;/inertial&gt;</a:t>
            </a:r>
            <a:br/>
            <a:r>
              <a:t>      &lt;visual name="caster"&gt;</a:t>
            </a:r>
            <a:br/>
            <a:r>
              <a:t>        &lt;geometry&gt;</a:t>
            </a:r>
            <a:br/>
            <a:r>
              <a:t>          &lt;sphere&gt;</a:t>
            </a:r>
            <a:br/>
            <a:r>
              <a:t>            &lt;radius&gt;0.04&lt;/radius&gt;</a:t>
            </a:r>
            <a:br/>
            <a:r>
              <a:t>          &lt;/sphere&gt;</a:t>
            </a:r>
            <a:br/>
            <a:r>
              <a:t>        &lt;/geometry&gt;</a:t>
            </a:r>
            <a:br/>
            <a:r>
              <a:t>      &lt;/visual&gt;</a:t>
            </a:r>
            <a:br/>
            <a:r>
              <a:t>      &lt;collision name="caster_collision"&gt;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99632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13/21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(14/21)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16/24    |    현재 폴더 ~/agv_ws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82496"/>
            <a:ext cx="10972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2103120"/>
            <a:ext cx="10972800" cy="493776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생성/열기: mkdir -p ~/agv_ws/src/agv_gazebo/models/agv    &amp;&amp;    nano ~/agv_ws/src/agv_gazebo/models/agv/model.sdf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61488"/>
            <a:ext cx="10972800" cy="3383280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&lt;geometry&gt;</a:t>
            </a:r>
            <a:br/>
            <a:r>
              <a:t>          &lt;sphere&gt;</a:t>
            </a:r>
            <a:br/>
            <a:r>
              <a:t>            &lt;radius&gt;0.04&lt;/radius&gt;</a:t>
            </a:r>
            <a:br/>
            <a:r>
              <a:t>          &lt;/sphere&gt;</a:t>
            </a:r>
            <a:br/>
            <a:r>
              <a:t>        &lt;/geometry&gt;</a:t>
            </a:r>
            <a:br/>
            <a:r>
              <a:t>      &lt;/collision&gt;</a:t>
            </a:r>
            <a:br/>
            <a:r>
              <a:t>    &lt;/link&gt;</a:t>
            </a:r>
            <a:br/>
            <a:r>
              <a:t>    </a:t>
            </a:r>
            <a:br/>
            <a:r>
              <a:t>    </a:t>
            </a:r>
            <a:br/>
            <a:r>
              <a:t>    &lt;joint name="caster_joint" type="fixed"&gt;</a:t>
            </a:r>
            <a:br/>
            <a:r>
              <a:t>      &lt;parent&gt;base_link&lt;/parent&gt;</a:t>
            </a:r>
            <a:br/>
            <a:r>
              <a:t>      &lt;child&gt;caster_link&lt;/child&gt;</a:t>
            </a:r>
            <a:br/>
            <a:r>
              <a:t>    &lt;/joint&gt;</a:t>
            </a:r>
            <a:br/>
            <a:r>
              <a:t>    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99632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14/21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(15/21)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17/24    |    현재 폴더 ~/agv_ws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82496"/>
            <a:ext cx="10972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2103120"/>
            <a:ext cx="10972800" cy="493776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생성/열기: mkdir -p ~/agv_ws/src/agv_gazebo/models/agv    &amp;&amp;    nano ~/agv_ws/src/agv_gazebo/models/agv/model.sdf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61488"/>
            <a:ext cx="10972800" cy="3383280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</a:t>
            </a:r>
            <a:br/>
            <a:r>
              <a:t>    &lt;link name="lidar_link"&gt;</a:t>
            </a:r>
            <a:br/>
            <a:r>
              <a:t>      &lt;pose relative_to="base_link"&gt;0.12 0 0.13 0 0 0&lt;/pose&gt;</a:t>
            </a:r>
            <a:br/>
            <a:r>
              <a:t>      &lt;visual name="housing"&gt;</a:t>
            </a:r>
            <a:br/>
            <a:r>
              <a:t>        &lt;geometry&gt;</a:t>
            </a:r>
            <a:br/>
            <a:r>
              <a:t>          &lt;cylinder&gt;</a:t>
            </a:r>
            <a:br/>
            <a:r>
              <a:t>            &lt;radius&gt;0.045&lt;/radius&gt;</a:t>
            </a:r>
            <a:br/>
            <a:r>
              <a:t>            &lt;length&gt;0.05&lt;/length&gt;</a:t>
            </a:r>
            <a:br/>
            <a:r>
              <a:t>          &lt;/cylinder&gt;</a:t>
            </a:r>
            <a:br/>
            <a:r>
              <a:t>        &lt;/geometry&gt;</a:t>
            </a:r>
            <a:br/>
            <a:r>
              <a:t>      &lt;/visual&gt;</a:t>
            </a:r>
            <a:br/>
            <a:r>
              <a:t>      &lt;sensor name="lidar" type="gpu_lidar"&gt;</a:t>
            </a:r>
            <a:br/>
            <a:r>
              <a:t>        &lt;topic&gt;/scan&lt;/topic&gt;</a:t>
            </a:r>
            <a:br/>
            <a:r>
              <a:t>        &lt;always_on&gt;true&lt;/always_on&gt;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99632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15/21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(16/21)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18/24    |    현재 폴더 ~/agv_ws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82496"/>
            <a:ext cx="10972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2103120"/>
            <a:ext cx="10972800" cy="493776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생성/열기: mkdir -p ~/agv_ws/src/agv_gazebo/models/agv    &amp;&amp;    nano ~/agv_ws/src/agv_gazebo/models/agv/model.sdf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61488"/>
            <a:ext cx="10972800" cy="3383280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&lt;update_rate&gt;10&lt;/update_rate&gt;</a:t>
            </a:r>
            <a:br/>
            <a:r>
              <a:t>        &lt;visualize&gt;false&lt;/visualize&gt;</a:t>
            </a:r>
            <a:br/>
            <a:r>
              <a:t>        &lt;lidar&gt;</a:t>
            </a:r>
            <a:br/>
            <a:r>
              <a:t>          &lt;scan&gt;</a:t>
            </a:r>
            <a:br/>
            <a:r>
              <a:t>            &lt;horizontal&gt;</a:t>
            </a:r>
            <a:br/>
            <a:r>
              <a:t>              &lt;samples&gt;720&lt;/samples&gt;</a:t>
            </a:r>
            <a:br/>
            <a:r>
              <a:t>              &lt;resolution&gt;1&lt;/resolution&gt;</a:t>
            </a:r>
            <a:br/>
            <a:r>
              <a:t>              &lt;min_angle&gt;-3.14159&lt;/min_angle&gt;</a:t>
            </a:r>
            <a:br/>
            <a:r>
              <a:t>              &lt;max_angle&gt;3.14159&lt;/max_angle&gt;</a:t>
            </a:r>
            <a:br/>
            <a:r>
              <a:t>            &lt;/horizontal&gt;</a:t>
            </a:r>
            <a:br/>
            <a:r>
              <a:t>          &lt;/scan&gt;</a:t>
            </a:r>
            <a:br/>
            <a:r>
              <a:t>          &lt;range&gt;</a:t>
            </a:r>
            <a:br/>
            <a:r>
              <a:t>            &lt;min&gt;0.12&lt;/min&gt;</a:t>
            </a:r>
            <a:br/>
            <a:r>
              <a:t>            &lt;max&gt;12.0&lt;/max&gt;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99632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16/21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(17/21)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19/24    |    현재 폴더 ~/agv_ws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82496"/>
            <a:ext cx="10972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2103120"/>
            <a:ext cx="10972800" cy="493776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생성/열기: mkdir -p ~/agv_ws/src/agv_gazebo/models/agv    &amp;&amp;    nano ~/agv_ws/src/agv_gazebo/models/agv/model.sdf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61488"/>
            <a:ext cx="10972800" cy="3383280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  &lt;resolution&gt;0.01&lt;/resolution&gt;</a:t>
            </a:r>
            <a:br/>
            <a:r>
              <a:t>          &lt;/range&gt;</a:t>
            </a:r>
            <a:br/>
            <a:r>
              <a:t>        &lt;/lidar&gt;</a:t>
            </a:r>
            <a:br/>
            <a:r>
              <a:t>      &lt;/sensor&gt;</a:t>
            </a:r>
            <a:br/>
            <a:r>
              <a:t>    &lt;/link&gt;</a:t>
            </a:r>
            <a:br/>
            <a:r>
              <a:t>    </a:t>
            </a:r>
            <a:br/>
            <a:r>
              <a:t>    </a:t>
            </a:r>
            <a:br/>
            <a:r>
              <a:t>    &lt;joint name="lidar_joint" type="fixed"&gt;</a:t>
            </a:r>
            <a:br/>
            <a:r>
              <a:t>      &lt;parent&gt;base_link&lt;/parent&gt;</a:t>
            </a:r>
            <a:br/>
            <a:r>
              <a:t>      &lt;child&gt;lidar_link&lt;/child&gt;</a:t>
            </a:r>
            <a:br/>
            <a:r>
              <a:t>    &lt;/joint&gt;</a:t>
            </a:r>
            <a:br/>
            <a:r>
              <a:t>    </a:t>
            </a:r>
            <a:br/>
            <a:r>
              <a:t>    </a:t>
            </a:r>
            <a:br/>
            <a:r>
              <a:t>    &lt;link name="camera_link"&gt;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99632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17/21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(18/21)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20/24    |    현재 폴더 ~/agv_ws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82496"/>
            <a:ext cx="10972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2103120"/>
            <a:ext cx="10972800" cy="493776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생성/열기: mkdir -p ~/agv_ws/src/agv_gazebo/models/agv    &amp;&amp;    nano ~/agv_ws/src/agv_gazebo/models/agv/model.sdf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61488"/>
            <a:ext cx="10972800" cy="3383280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&lt;pose relative_to="base_link"&gt;0.30 0 0.10 0 0 0&lt;/pose&gt;</a:t>
            </a:r>
            <a:br/>
            <a:r>
              <a:t>      &lt;visual name="housing"&gt;</a:t>
            </a:r>
            <a:br/>
            <a:r>
              <a:t>        &lt;geometry&gt;</a:t>
            </a:r>
            <a:br/>
            <a:r>
              <a:t>          &lt;box&gt;</a:t>
            </a:r>
            <a:br/>
            <a:r>
              <a:t>            &lt;size&gt;0.05 0.08 0.05&lt;/size&gt;</a:t>
            </a:r>
            <a:br/>
            <a:r>
              <a:t>          &lt;/box&gt;</a:t>
            </a:r>
            <a:br/>
            <a:r>
              <a:t>        &lt;/geometry&gt;</a:t>
            </a:r>
            <a:br/>
            <a:r>
              <a:t>      &lt;/visual&gt;</a:t>
            </a:r>
            <a:br/>
            <a:r>
              <a:t>      &lt;sensor name="camera" type="camera"&gt;</a:t>
            </a:r>
            <a:br/>
            <a:r>
              <a:t>        &lt;topic&gt;/camera/image_raw&lt;/topic&gt;</a:t>
            </a:r>
            <a:br/>
            <a:r>
              <a:t>        &lt;always_on&gt;true&lt;/always_on&gt;</a:t>
            </a:r>
            <a:br/>
            <a:r>
              <a:t>        &lt;update_rate&gt;15&lt;/update_rate&gt;</a:t>
            </a:r>
            <a:br/>
            <a:r>
              <a:t>        &lt;camera&gt;</a:t>
            </a:r>
            <a:br/>
            <a:r>
              <a:t>          &lt;horizontal_fov&gt;1.047&lt;/horizontal_fov&gt;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99632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18/21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(19/21)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21/24    |    현재 폴더 ~/agv_ws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82496"/>
            <a:ext cx="10972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2103120"/>
            <a:ext cx="10972800" cy="493776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생성/열기: mkdir -p ~/agv_ws/src/agv_gazebo/models/agv    &amp;&amp;    nano ~/agv_ws/src/agv_gazebo/models/agv/model.sdf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61488"/>
            <a:ext cx="10972800" cy="3383280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&lt;image&gt;</a:t>
            </a:r>
            <a:br/>
            <a:r>
              <a:t>            &lt;width&gt;640&lt;/width&gt;</a:t>
            </a:r>
            <a:br/>
            <a:r>
              <a:t>            &lt;height&gt;480&lt;/height&gt;</a:t>
            </a:r>
            <a:br/>
            <a:r>
              <a:t>            &lt;format&gt;R8G8B8&lt;/format&gt;</a:t>
            </a:r>
            <a:br/>
            <a:r>
              <a:t>          &lt;/image&gt;</a:t>
            </a:r>
            <a:br/>
            <a:r>
              <a:t>          &lt;clip&gt;</a:t>
            </a:r>
            <a:br/>
            <a:r>
              <a:t>            &lt;near&gt;0.1&lt;/near&gt;</a:t>
            </a:r>
            <a:br/>
            <a:r>
              <a:t>            &lt;far&gt;20&lt;/far&gt;</a:t>
            </a:r>
            <a:br/>
            <a:r>
              <a:t>          &lt;/clip&gt;</a:t>
            </a:r>
            <a:br/>
            <a:r>
              <a:t>        &lt;/camera&gt;</a:t>
            </a:r>
            <a:br/>
            <a:r>
              <a:t>      &lt;/sensor&gt;</a:t>
            </a:r>
            <a:br/>
            <a:r>
              <a:t>    &lt;/link&gt;</a:t>
            </a:r>
            <a:br/>
            <a:r>
              <a:t>    </a:t>
            </a:r>
            <a:br/>
            <a:r>
              <a:t>    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99632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19/21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(20/21)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22/24    |    현재 폴더 ~/agv_ws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82496"/>
            <a:ext cx="10972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2103120"/>
            <a:ext cx="10972800" cy="493776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생성/열기: mkdir -p ~/agv_ws/src/agv_gazebo/models/agv    &amp;&amp;    nano ~/agv_ws/src/agv_gazebo/models/agv/model.sdf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61488"/>
            <a:ext cx="10972800" cy="3383280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&lt;joint name="camera_joint" type="fixed"&gt;</a:t>
            </a:r>
            <a:br/>
            <a:r>
              <a:t>      &lt;parent&gt;base_link&lt;/parent&gt;</a:t>
            </a:r>
            <a:br/>
            <a:r>
              <a:t>      &lt;child&gt;camera_link&lt;/child&gt;</a:t>
            </a:r>
            <a:br/>
            <a:r>
              <a:t>    &lt;/joint&gt;</a:t>
            </a:r>
            <a:br/>
            <a:r>
              <a:t>    </a:t>
            </a:r>
            <a:br/>
            <a:r>
              <a:t>    </a:t>
            </a:r>
            <a:br/>
            <a:r>
              <a:t>    &lt;plugin filename="gz-sim-diff-drive-system" name="gz::sim::systems::DiffDrive"&gt;</a:t>
            </a:r>
            <a:br/>
            <a:r>
              <a:t>      &lt;left_joint&gt;left_wheel_joint&lt;/left_joint&gt;</a:t>
            </a:r>
            <a:br/>
            <a:r>
              <a:t>      &lt;right_joint&gt;right_wheel_joint&lt;/right_joint&gt;</a:t>
            </a:r>
            <a:br/>
            <a:r>
              <a:t>      &lt;wheel_separation&gt;0.38&lt;/wheel_separation&gt;</a:t>
            </a:r>
            <a:br/>
            <a:r>
              <a:t>      &lt;wheel_radius&gt;0.08&lt;/wheel_radius&gt;</a:t>
            </a:r>
            <a:br/>
            <a:r>
              <a:t>      &lt;topic&gt;/cmd_vel&lt;/topic&gt;</a:t>
            </a:r>
            <a:br/>
            <a:r>
              <a:t>      &lt;odom_topic&gt;/odom&lt;/odom_topic&gt;</a:t>
            </a:r>
            <a:br/>
            <a:r>
              <a:t>      &lt;frame_id&gt;odom&lt;/frame_id&gt;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99632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20/21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(21/21)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23/24    |    현재 폴더 ~/agv_ws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82496"/>
            <a:ext cx="10972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2103120"/>
            <a:ext cx="10972800" cy="493776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생성/열기: mkdir -p ~/agv_ws/src/agv_gazebo/models/agv    &amp;&amp;    nano ~/agv_ws/src/agv_gazebo/models/agv/model.sdf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61488"/>
            <a:ext cx="10972800" cy="3383280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&lt;child_frame_id&gt;base_link&lt;/child_frame_id&gt;</a:t>
            </a:r>
            <a:br/>
            <a:r>
              <a:t>    &lt;/plugin&gt;</a:t>
            </a:r>
            <a:br/>
            <a:r>
              <a:t>    </a:t>
            </a:r>
            <a:br/>
            <a:r>
              <a:t>  </a:t>
            </a:r>
            <a:br/>
            <a:r>
              <a:t>  &lt;/model&gt;</a:t>
            </a:r>
            <a:br/>
            <a:r>
              <a:t>  </a:t>
            </a:r>
            <a:br/>
            <a:br/>
            <a:r>
              <a:t>&lt;/sdf&gt;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99632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21/21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새로 만들고 저장한다 (1/3)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~/agv_ws/src/agv_gazebo/config/bridge.yaml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24/27    |    현재 폴더 ~/agv_ws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82496"/>
            <a:ext cx="10972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2103120"/>
            <a:ext cx="10972800" cy="493776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생성/열기: mkdir -p ~/agv_ws/src/agv_gazebo/config    &amp;&amp;    nano ~/agv_ws/src/agv_gazebo/config/bridge.yaml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61488"/>
            <a:ext cx="10972800" cy="3383280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- ros_topic_name: "/cmd_vel"</a:t>
            </a:r>
            <a:br/>
            <a:r>
              <a:t>  gz_topic_name: "/cmd_vel"</a:t>
            </a:r>
            <a:br/>
            <a:r>
              <a:t>  ros_type_name: "geometry_msgs/msg/Twist"</a:t>
            </a:r>
            <a:br/>
            <a:r>
              <a:t>  gz_type_name: "gz.msgs.Twist"</a:t>
            </a:r>
            <a:br/>
            <a:r>
              <a:t>  direction: ROS_TO_GZ</a:t>
            </a:r>
            <a:br/>
            <a:r>
              <a:t>- ros_topic_name: "/odom"</a:t>
            </a:r>
            <a:br/>
            <a:r>
              <a:t>  gz_topic_name: "/odom"</a:t>
            </a:r>
            <a:br/>
            <a:r>
              <a:t>  ros_type_name: "nav_msgs/msg/Odometry"</a:t>
            </a:r>
            <a:br/>
            <a:r>
              <a:t>  gz_type_name: "gz.msgs.Odometry"</a:t>
            </a:r>
            <a:br/>
            <a:r>
              <a:t>  direction: GZ_TO_ROS</a:t>
            </a:r>
            <a:br/>
            <a:r>
              <a:t>- ros_topic_name: "/scan"</a:t>
            </a:r>
            <a:br/>
            <a:r>
              <a:t>  gz_topic_name: "/scan"</a:t>
            </a:r>
            <a:br/>
            <a:r>
              <a:t>  ros_type_name: "sensor_msgs/msg/LaserScan"</a:t>
            </a:r>
            <a:br/>
            <a:r>
              <a:t>  gz_type_name: "gz.msgs.LaserScan"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99632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1/3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(2/3)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~/agv_ws/src/agv_gazebo/config/bridge.yaml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25/27    |    현재 폴더 ~/agv_ws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82496"/>
            <a:ext cx="10972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2103120"/>
            <a:ext cx="10972800" cy="493776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생성/열기: mkdir -p ~/agv_ws/src/agv_gazebo/config    &amp;&amp;    nano ~/agv_ws/src/agv_gazebo/config/bridge.yaml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61488"/>
            <a:ext cx="10972800" cy="3383280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direction: GZ_TO_ROS</a:t>
            </a:r>
            <a:br/>
            <a:r>
              <a:t>- ros_topic_name: "/imu/data"</a:t>
            </a:r>
            <a:br/>
            <a:r>
              <a:t>  gz_topic_name: "/imu/data"</a:t>
            </a:r>
            <a:br/>
            <a:r>
              <a:t>  ros_type_name: "sensor_msgs/msg/Imu"</a:t>
            </a:r>
            <a:br/>
            <a:r>
              <a:t>  gz_type_name: "gz.msgs.IMU"</a:t>
            </a:r>
            <a:br/>
            <a:r>
              <a:t>  direction: GZ_TO_ROS</a:t>
            </a:r>
            <a:br/>
            <a:r>
              <a:t>- ros_topic_name: "/camera/image_raw"</a:t>
            </a:r>
            <a:br/>
            <a:r>
              <a:t>  gz_topic_name: "/camera/image_raw"</a:t>
            </a:r>
            <a:br/>
            <a:r>
              <a:t>  ros_type_name: "sensor_msgs/msg/Image"</a:t>
            </a:r>
            <a:br/>
            <a:r>
              <a:t>  gz_type_name: "gz.msgs.Image"</a:t>
            </a:r>
            <a:br/>
            <a:r>
              <a:t>  direction: GZ_TO_ROS</a:t>
            </a:r>
            <a:br/>
            <a:r>
              <a:t>- ros_topic_name: "/clock"</a:t>
            </a:r>
            <a:br/>
            <a:r>
              <a:t>  gz_topic_name: "/clock"</a:t>
            </a:r>
            <a:br/>
            <a:r>
              <a:t>  ros_type_name: "rosgraph_msgs/msg/Clock"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99632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2/3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(3/3)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~/agv_ws/src/agv_gazebo/config/bridge.yaml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26/27    |    현재 폴더 ~/agv_ws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82496"/>
            <a:ext cx="10972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2103120"/>
            <a:ext cx="10972800" cy="493776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생성/열기: mkdir -p ~/agv_ws/src/agv_gazebo/config    &amp;&amp;    nano ~/agv_ws/src/agv_gazebo/config/bridge.yaml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61488"/>
            <a:ext cx="10972800" cy="3383280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gz_type_name: "gz.msgs.Clock"</a:t>
            </a:r>
            <a:br/>
            <a:r>
              <a:t>  direction: GZ_TO_ROS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99632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3/3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새로 만들고 저장한다 (1/4)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~/agv_ws/src/agv_vision/agv_vision/yolo_node.py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27/31    |    현재 폴더 ~/agv_ws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82496"/>
            <a:ext cx="10972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2103120"/>
            <a:ext cx="10972800" cy="493776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생성/열기: mkdir -p ~/agv_ws/src/agv_vision/agv_vision    &amp;&amp;    nano ~/agv_ws/src/agv_vision/agv_vision/yolo_node.py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61488"/>
            <a:ext cx="10972800" cy="3383280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import rclpy</a:t>
            </a:r>
            <a:br/>
            <a:r>
              <a:t>from rclpy.node import Node</a:t>
            </a:r>
            <a:br/>
            <a:r>
              <a:t>from rclpy.qos import qos_profile_sensor_data</a:t>
            </a:r>
            <a:br/>
            <a:r>
              <a:t>from sensor_msgs.msg import Image</a:t>
            </a:r>
            <a:br/>
            <a:r>
              <a:t>from cv_bridge import CvBridge</a:t>
            </a:r>
            <a:br/>
            <a:r>
              <a:t>from agv_interfaces.msg import Detection, DetectionArray</a:t>
            </a:r>
            <a:br/>
            <a:br/>
            <a:r>
              <a:t>class YoloNode(Node):</a:t>
            </a:r>
            <a:br/>
            <a:br/>
            <a:r>
              <a:t>    def __init__(self):</a:t>
            </a:r>
            <a:br/>
            <a:r>
              <a:t>        super().__init__('yolo_node')</a:t>
            </a:r>
            <a:br/>
            <a:r>
              <a:t>        self.declare_parameter('model_path', 'yolo11n.pt')</a:t>
            </a:r>
            <a:br/>
            <a:r>
              <a:t>        self.declare_parameter('confidence_threshold', 0.5)</a:t>
            </a:r>
            <a:br/>
            <a:r>
              <a:t>        self.declare_parameter('enable_yolo', False)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99632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1/4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(2/4)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~/agv_ws/src/agv_vision/agv_vision/yolo_node.py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28/31    |    현재 폴더 ~/agv_ws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82496"/>
            <a:ext cx="10972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2103120"/>
            <a:ext cx="10972800" cy="493776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생성/열기: mkdir -p ~/agv_ws/src/agv_vision/agv_vision    &amp;&amp;    nano ~/agv_ws/src/agv_vision/agv_vision/yolo_node.py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61488"/>
            <a:ext cx="10972800" cy="3383280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self.bridge = CvBridge()</a:t>
            </a:r>
            <a:br/>
            <a:r>
              <a:t>        self.publisher = self.create_publisher(DetectionArray, '/detections', 10)</a:t>
            </a:r>
            <a:br/>
            <a:r>
              <a:t>        self.create_subscription(Image, '/camera/image_raw', self.callback,</a:t>
            </a:r>
            <a:br/>
            <a:r>
              <a:t>            qos_profile_sensor_data)</a:t>
            </a:r>
            <a:br/>
            <a:r>
              <a:t>        self.model = None</a:t>
            </a:r>
            <a:br/>
            <a:r>
              <a:t>        if self.get_parameter('enable_yolo').value:</a:t>
            </a:r>
            <a:br/>
            <a:r>
              <a:t>            try:</a:t>
            </a:r>
            <a:br/>
            <a:r>
              <a:t>                from ultralytics import YOLO</a:t>
            </a:r>
            <a:br/>
            <a:r>
              <a:t>                self.model = YOLO(self.get_parameter('model_path').value)</a:t>
            </a:r>
            <a:br/>
            <a:r>
              <a:t>                self.get_logger().info('YOLO model loaded')</a:t>
            </a:r>
            <a:br/>
            <a:r>
              <a:t>            except ImportError:</a:t>
            </a:r>
            <a:br/>
            <a:r>
              <a:t>                self.get_logger().error('ultralytics is not installed: follow M17 before enable_yolo:=true')</a:t>
            </a:r>
            <a:br/>
            <a:br/>
            <a:r>
              <a:t>    def callback(self, image_message):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99632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2/4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(3/4)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~/agv_ws/src/agv_vision/agv_vision/yolo_node.py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29/31    |    현재 폴더 ~/agv_ws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82496"/>
            <a:ext cx="10972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2103120"/>
            <a:ext cx="10972800" cy="493776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생성/열기: mkdir -p ~/agv_ws/src/agv_vision/agv_vision    &amp;&amp;    nano ~/agv_ws/src/agv_vision/agv_vision/yolo_node.py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61488"/>
            <a:ext cx="10972800" cy="3383280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output = DetectionArray(header=image_message.header)</a:t>
            </a:r>
            <a:br/>
            <a:r>
              <a:t>        if self.model is not None:</a:t>
            </a:r>
            <a:br/>
            <a:r>
              <a:t>            image = self.bridge.imgmsg_to_cv2(image_message, desired_encoding='bgr8')</a:t>
            </a:r>
            <a:br/>
            <a:r>
              <a:t>            result = self.model(image, verbose=False)[0]</a:t>
            </a:r>
            <a:br/>
            <a:r>
              <a:t>            threshold = self.get_parameter('confidence_threshold').value</a:t>
            </a:r>
            <a:br/>
            <a:r>
              <a:t>            for box in result.boxes:</a:t>
            </a:r>
            <a:br/>
            <a:r>
              <a:t>                confidence = float(box.conf[0])</a:t>
            </a:r>
            <a:br/>
            <a:r>
              <a:t>                if confidence &lt; threshold:</a:t>
            </a:r>
            <a:br/>
            <a:r>
              <a:t>                    continue</a:t>
            </a:r>
            <a:br/>
            <a:r>
              <a:t>                x1, y1, x2, y2 = [int(value) for value in box.xyxy[0].tolist()]</a:t>
            </a:r>
            <a:br/>
            <a:r>
              <a:t>                detection = Detection(header=image_message.header,</a:t>
            </a:r>
            <a:br/>
            <a:r>
              <a:t>                    class_name=result.names[int(box.cls[0])], confidence=confidence,</a:t>
            </a:r>
            <a:br/>
            <a:r>
              <a:t>                    center_x=(x1 + x2) // 2, center_y=(y1 + y2) // 2, width=x2 - x1,</a:t>
            </a:r>
            <a:br/>
            <a:r>
              <a:t>                    height=y2 - y1, estimated_distance=0.0)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99632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3/4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(4/4)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~/agv_ws/src/agv_vision/agv_vision/yolo_node.py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30/31    |    현재 폴더 ~/agv_ws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82496"/>
            <a:ext cx="10972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2103120"/>
            <a:ext cx="10972800" cy="493776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생성/열기: mkdir -p ~/agv_ws/src/agv_vision/agv_vision    &amp;&amp;    nano ~/agv_ws/src/agv_vision/agv_vision/yolo_node.py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61488"/>
            <a:ext cx="10972800" cy="3383280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      output.detections.append(detection)</a:t>
            </a:r>
            <a:br/>
            <a:r>
              <a:t>        self.publisher.publish(output)</a:t>
            </a:r>
            <a:br/>
            <a:br/>
            <a:r>
              <a:t>def main():</a:t>
            </a:r>
            <a:br/>
            <a:r>
              <a:t>    rclpy.init()</a:t>
            </a:r>
            <a:br/>
            <a:r>
              <a:t>    node = YoloNode()</a:t>
            </a:r>
            <a:br/>
            <a:r>
              <a:t>    try:</a:t>
            </a:r>
            <a:br/>
            <a:r>
              <a:t>        rclpy.spin(node)</a:t>
            </a:r>
            <a:br/>
            <a:r>
              <a:t>    except KeyboardInterrupt:</a:t>
            </a:r>
            <a:br/>
            <a:r>
              <a:t>        pass</a:t>
            </a:r>
            <a:br/>
            <a:r>
              <a:t>    finally:</a:t>
            </a:r>
            <a:br/>
            <a:r>
              <a:t>        node.destroy_node()</a:t>
            </a:r>
            <a:br/>
            <a:r>
              <a:t>        if rclpy.ok():</a:t>
            </a:r>
            <a:br/>
            <a:r>
              <a:t>            rclpy.shutdown()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99632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4/4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build → source → run 순서로 실행한다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새 파일 또는 수정 파일은 build와 source 뒤에만 실행 이름·설정에 반영됩니다.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실행    |    현재 폴더 ~/agv_ws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00784"/>
            <a:ext cx="10972800" cy="3182112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ros2 launch agv_bringup agv_sim.launch.py rviz:=false</a:t>
            </a:r>
            <a:br/>
            <a:r>
              <a:t># 새 터미널: ros2 run rqt_image_view rqt_image_view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" y="5239512"/>
            <a:ext cx="1261872" cy="2377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확인 기준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5532120"/>
            <a:ext cx="10469880" cy="42062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/camera/image_raw가 bridge를 통과하고 cv_bridge 소비 노드가 받을 준비가 된 상태를 확인한다.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정상 결과: 실제 환경에서 확인한 출력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실제 ROS 2 환경의 파일·패키지·구성 검증 로그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pic>
        <p:nvPicPr>
          <p:cNvPr id="6" name="Picture 5" descr="validation_termi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0956" y="1884338"/>
            <a:ext cx="10607040" cy="373854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217920"/>
            <a:ext cx="1060704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1">
                <a:solidFill>
                  <a:srgbClr val="2A8B5A"/>
                </a:solidFill>
                <a:latin typeface="Noto Sans CJK KR"/>
              </a:defRPr>
            </a:pPr>
            <a:r>
              <a:t>① 명령/설정  ② 정상 출력 또는 화면  ③ 다음 검증 명령으로 재확인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객관적 검증 명령으로 완료를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화면만 보지 말고 topic·frame·파일·parameter를 다시 확인합니다.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검증    |    현재 폴더 ~/agv_ws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55648"/>
            <a:ext cx="10972800" cy="214884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ros2 topic info /camera/image_raw</a:t>
            </a:r>
            <a:br/>
            <a:r>
              <a:t>ros2 topic hz /camera/image_raw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4206240"/>
            <a:ext cx="10972800" cy="1554480"/>
          </a:xfrm>
          <a:prstGeom prst="roundRect">
            <a:avLst/>
          </a:prstGeom>
          <a:solidFill>
            <a:srgbClr val="F4F7FB"/>
          </a:solidFill>
          <a:ln>
            <a:solidFill>
              <a:srgbClr val="D1DF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완료 체크</a:t>
            </a:r>
            <a:br/>
            <a:r>
              <a:t>□ 명령이 오류 없이 실행된다.</a:t>
            </a:r>
            <a:br/>
            <a:r>
              <a:t>□ 기대한 파일·topic·frame·parameter 이름이 보인다.</a:t>
            </a:r>
            <a:br/>
            <a:r>
              <a:t>□ 값의 단위와 방향을 한 문장으로 설명할 수 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989320"/>
            <a:ext cx="10789920" cy="2377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완료 조건: /camera/image_raw가 bridge를 통과하고 cv_bridge 소비 노드가 받을 준비가 된 상태를 확인한다.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막히면: 증상 → 우선 확인 → 재검증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오류 메시지를 숨기지 않고 같은 순서로 점검합니다.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오류 대응    |    현재 폴더 ~/agv_ws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94944" y="1755648"/>
            <a:ext cx="10972800" cy="1115568"/>
          </a:xfrm>
          <a:prstGeom prst="roundRect">
            <a:avLst/>
          </a:prstGeom>
          <a:solidFill>
            <a:srgbClr val="FFF7F4"/>
          </a:solidFill>
          <a:ln>
            <a:solidFill>
              <a:srgbClr val="EDB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1901952"/>
            <a:ext cx="292608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BE3B3B"/>
                </a:solidFill>
                <a:latin typeface="Noto Sans CJK KR"/>
              </a:defRPr>
            </a:pPr>
            <a:r>
              <a:t>증상 1: 영상이 검정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94760" y="1883664"/>
            <a:ext cx="7543800" cy="62179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t>우선 확인: camera pose/FOV·world light·clipping range를 확인한다.</a:t>
            </a:r>
            <a:br/>
            <a:r>
              <a:t>수정 후: ros2 topic info /camera/image_raw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94944" y="3172968"/>
            <a:ext cx="10972800" cy="1115568"/>
          </a:xfrm>
          <a:prstGeom prst="roundRect">
            <a:avLst/>
          </a:prstGeom>
          <a:solidFill>
            <a:srgbClr val="FFF7F4"/>
          </a:solidFill>
          <a:ln>
            <a:solidFill>
              <a:srgbClr val="EDB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6112" y="3319272"/>
            <a:ext cx="292608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BE3B3B"/>
                </a:solidFill>
                <a:latin typeface="Noto Sans CJK KR"/>
              </a:defRPr>
            </a:pPr>
            <a:r>
              <a:t>증상 2: RViz 이미지가 비어 있음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94760" y="3300984"/>
            <a:ext cx="7543800" cy="62179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t>우선 확인: Image topic·QoS·bridge mapping을 확인한다.</a:t>
            </a:r>
            <a:br/>
            <a:r>
              <a:t>수정 후: ros2 topic info /camera/image_raw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5102352"/>
            <a:ext cx="10607040" cy="40233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1">
                <a:solidFill>
                  <a:srgbClr val="DB7E22"/>
                </a:solidFill>
                <a:latin typeface="Noto Sans CJK KR"/>
              </a:defRPr>
            </a:pPr>
            <a:r>
              <a:t>공통 순서: ① 현재 폴더 ② source ③ 파일 경로 ④ 이름/타입/단위 ⑤ build·source 후 재실행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미니 실습: 값 하나를 바꾸고 결과를 비교한다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정상 결과를 만든 뒤에는 한 번에 하나의 값만 바꿉니다.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미니 실습    |    현재 폴더 ~/agv_ws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9808" y="1874519"/>
            <a:ext cx="10652760" cy="1993392"/>
          </a:xfrm>
          <a:prstGeom prst="roundRect">
            <a:avLst/>
          </a:prstGeom>
          <a:solidFill>
            <a:srgbClr val="FFF8EB"/>
          </a:solidFill>
          <a:ln>
            <a:solidFill>
              <a:srgbClr val="ECC6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300" b="1">
                <a:solidFill>
                  <a:srgbClr val="122C4E"/>
                </a:solidFill>
                <a:latin typeface="Noto Sans CJK KR"/>
              </a:defRPr>
            </a:pPr>
            <a:r>
              <a:t>camera update_rate 15→5 Hz와 width 640→320을 각각 바꾸고 topic hz와 처리량 차이를 기록한다.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" y="4590288"/>
            <a:ext cx="10241280" cy="59436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900" b="1">
                <a:solidFill>
                  <a:srgbClr val="DB7E22"/>
                </a:solidFill>
                <a:latin typeface="Noto Sans CJK KR"/>
              </a:defRPr>
            </a:pPr>
            <a:r>
              <a:t>기록할 것: 바꾼 값(단위) · 기대한 변화 · 실제 출력/화면 · 원래 값으로 되돌린 결과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체크포인트를 저장하고 다음 모듈로 넘긴다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현재 Complete는 다음 Starter의 기준선입니다.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체크포인트    |    현재 폴더 ~/agv_ws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737360"/>
            <a:ext cx="10972800" cy="3611880"/>
          </a:xfrm>
          <a:prstGeom prst="roundRect">
            <a:avLst/>
          </a:prstGeom>
          <a:solidFill>
            <a:srgbClr val="F4F7FB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1993392"/>
            <a:ext cx="10332720" cy="297180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완료 화면: /camera/image_raw가 bridge를 통과하고 cv_bridge 소비 노드가 받을 준비가 된 상태를 확인한다.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Complete 파일: blocks/D_sensors/M12_camera_sensor/complete/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정상 로그·캡처: logs/validation.log, screenshots/validation_terminal.png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버전 식별: CHECKSUM_or_TAG.txt의 SHA-256 manifest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다음 시작 조건: M13 LiDAR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5596128"/>
            <a:ext cx="10515600" cy="3383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t>다음 모듈을 시작하기 전, 이 슬라이드의 Complete와 다음 모듈의 Starter를 비교합니다.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공식 참고 자료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본문 단계는 링크를 열지 않아도 완료할 수 있으며, 링크는 개념을 더 확인할 때만 사용합니다.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554480"/>
            <a:ext cx="10972800" cy="4526280"/>
          </a:xfrm>
          <a:prstGeom prst="roundRect">
            <a:avLst/>
          </a:prstGeom>
          <a:solidFill>
            <a:srgbClr val="F4F7FB"/>
          </a:solidFill>
          <a:ln>
            <a:solidFill>
              <a:srgbClr val="D7DF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10512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ROS 2 Jazzy — Gazebo Simulation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121408"/>
            <a:ext cx="99669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25B9B"/>
                </a:solidFill>
                <a:latin typeface="DejaVu Sans Mono"/>
              </a:defRPr>
            </a:pPr>
            <a:r>
              <a:t>https://docs.ros.org/en/jazzy/Tutorials/Advanced/Simulators/Gazebo/Simulation-Gazebo.html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816352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ROS 2 Jazzy — URDF / robot_state_publisher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127248"/>
            <a:ext cx="99669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25B9B"/>
                </a:solidFill>
                <a:latin typeface="DejaVu Sans Mono"/>
              </a:defRPr>
            </a:pPr>
            <a:r>
              <a:t>https://docs.ros.org/en/jazzy/Tutorials/Intermediate/URDF/Using-URDF-with-Robot-State-Publisher-py.html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822191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Gazebo — ROS 2 Integration / ros_gz_bridge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133087"/>
            <a:ext cx="99669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25B9B"/>
                </a:solidFill>
                <a:latin typeface="DejaVu Sans Mono"/>
              </a:defRPr>
            </a:pPr>
            <a:r>
              <a:t>https://gazebosim.org/docs/latest/ros2_integration/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4828032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ROS 2 Jazzy — rosbag2 Recording and Playback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5138928"/>
            <a:ext cx="99669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25B9B"/>
                </a:solidFill>
                <a:latin typeface="DejaVu Sans Mono"/>
              </a:defRPr>
            </a:pPr>
            <a:r>
              <a:t>https://docs.ros.org/en/jazzy/Tutorials/Beginner-CLI-Tools/Recording-And-Playing-Back-Data/Recording-And-Playing-Back-Data.html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