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이전=M11 RViz2, 다음=M13 LiDAR을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Camera는 SDF에서 영상을 만들고 bridge가 ROS Image로 옮긴 뒤 cv_bridge 코드가 픽셀로 바꿉니다.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 raw 화면 → ros2 topic info/hz → debug Image 순서로 정상 여부를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해상도·FOV·update_rate는 생성되는 영상의 크기와 주기를 정한다.</a:t>
            </a:r>
          </a:p>
          <a:p>
            <a:r>
              <a:t>[실행] rg -n '&lt;sensor name="camera"|&lt;width&gt;|&lt;height&gt;|&lt;horizontal_fov&gt;|&lt;update_rate&gt;' \</a:t>
            </a:r>
          </a:p>
          <a:p>
            <a:r>
              <a:t>  ~/ros2_curri/agv_ws/src/agv_gazebo/models/agv/model.sdf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 이름은 SDF sensor와 bridge YAML 양쪽에서 일치해야 한다.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ros2 run rqt_image_view rqt_image_view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1/10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2/10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3/10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4/10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5/10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6/10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7/10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8/10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9/10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10/10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 autonomy:=false</a:t>
            </a:r>
          </a:p>
          <a:p>
            <a:r>
              <a:t># 새 터미널: ros2 run rqt_image_view rqt_image_view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빨간 target과 노란 장애물의 화면 위치로 camera pose·FOV를 판단합니다.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Image 타입, publisher 1개 이상, average rate를 함께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노란 box와 ‘target … m’ 텍스트가 raw frame 처리 결과인지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M13 LiDAR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M12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M11 RViz2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M12</a:t>
            </a:r>
            <a:br/>
            <a:r>
              <a:t>Camera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M13 LiDAR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M11의 camera_link와 RViz display 환경이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M11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Gazebo camera의 FOV·해상도·update_rate가 ROS Image topic으로 연결되는 흐름을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camera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/camera/image_raw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cv_bridge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agv_gazebo/models/agv/model.sdf</a:t>
            </a:r>
            <a:br/>
            <a:r>
              <a:t>└── agv_gazebo/config/bridge.yaml</a:t>
            </a:r>
            <a:br/>
            <a:r>
              <a:t>└── agv_vision/agv_vision/yolo_node.py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카메라 Image를 받아 검출 결과와 debug Image를 내보내는 인지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subscription → cv_bridge 변환 → 검출 → Detection/debug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enable_yolo=false로 fallback부터 실행하고 모델 준비 뒤 true로 바꾼다.</a:t>
            </a:r>
            <a:br/>
            <a:r>
              <a:t>화면/출력: /vision/debug_image의 노란 box와 target 거리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Camera는 SDF에서 영상을 만들고 bridge가 ROS Image로 옮긴 뒤 cv_bridge 코드가 픽셀로 바꿉니다.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&lt;horizontal_fov&gt;, &lt;width&gt;, &lt;height&gt;, &lt;update_rate&gt;, /camera/image_raw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FOV는 보이는 폭, width/height는 프레임 크기, update_rate는 새 영상의 주기를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Camera raw 화면 → ros2 topic info/hz → debug Image 순서로 정상 여부를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camera sensor 설정을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해상도·FOV·update_rate는 생성되는 영상의 크기와 주기를 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'&lt;sensor name="camera"|&lt;width&gt;|&lt;height&gt;|&lt;horizontal_fov&gt;|&lt;update_rate&gt;' \</a:t>
            </a:r>
            <a:br/>
            <a:r>
              <a:t>  ~/ros2_curri/agv_ws/src/agv_gazebo/models/agv/model.sdf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Image topic을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topic 이름은 SDF sensor와 bridge YAML 양쪽에서 일치해야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/camera/image_raw</a:t>
            </a:r>
            <a:br/>
            <a:r>
              <a:t>ros2 topic hz /camera/image_raw</a:t>
            </a:r>
            <a:br/>
            <a:r>
              <a:t>ros2 run rqt_image_view rqt_image_view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28/30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29/30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30/40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Image</a:t>
            </a:r>
            <a:br/>
            <a:r>
              <a:t>from cv_bridge import CvBridge</a:t>
            </a:r>
            <a:br/>
            <a:r>
              <a:t>from agv_interfaces.msg import Detection, DetectionArray</a:t>
            </a:r>
            <a:br/>
            <a:r>
              <a:t>import cv2</a:t>
            </a:r>
            <a:br/>
            <a:br/>
            <a:r>
              <a:t>class YoloNode(Node):</a:t>
            </a:r>
            <a:br/>
            <a:br/>
            <a:r>
              <a:t>    def __init__(self):</a:t>
            </a:r>
            <a:br/>
            <a:r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31/40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self.declare_parameter('model_path', 'yolo11n.pt')</a:t>
            </a:r>
            <a:br/>
            <a:r>
              <a:t>        self.declare_parameter('confidence_threshold', 0.5)</a:t>
            </a:r>
            <a:br/>
            <a:r>
              <a:t>        self.declare_parameter('enable_yolo', False)</a:t>
            </a:r>
            <a:br/>
            <a:r>
              <a:t>        self.declare_parameter('enable_red_target_fallback', True)</a:t>
            </a:r>
            <a:br/>
            <a:r>
              <a:t>        self.declare_parameter('target_width_m', 0.25)</a:t>
            </a:r>
            <a:br/>
            <a:r>
              <a:t>        self.bridge = CvBridge()</a:t>
            </a:r>
            <a:br/>
            <a:r>
              <a:t>        self.publisher = self.create_publisher(DetectionArray, '/detections', 10)</a:t>
            </a:r>
            <a:br/>
            <a:r>
              <a:t>        self.debug_publisher = self.create_publisher(Image, '/vision/debug_image',</a:t>
            </a:r>
            <a:br/>
            <a:r>
              <a:t>            qos_profile_sensor_data)</a:t>
            </a:r>
            <a:br/>
            <a:r>
              <a:t>        self.create_subscription(Image, '/camera/image_raw', self.callback,</a:t>
            </a:r>
            <a:br/>
            <a:r>
              <a:t>            qos_profile_sensor_data)</a:t>
            </a:r>
            <a:br/>
            <a:r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32/40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self.get_parameter('enable_yolo').value:</a:t>
            </a:r>
            <a:br/>
            <a:r>
              <a:t>            try:</a:t>
            </a:r>
            <a:br/>
            <a:r>
              <a:t>                from ultralytics import YOLO</a:t>
            </a:r>
            <a:br/>
            <a:r>
              <a:t>                self.model = YOLO(self.get_parameter('model_path').value)</a:t>
            </a:r>
            <a:br/>
            <a:r>
              <a:t>                self.get_logger().info('YOLO model loaded')</a:t>
            </a:r>
            <a:br/>
            <a:r>
              <a:t>            except ImportError:</a:t>
            </a:r>
            <a:br/>
            <a:r>
              <a:t>                self.get_logger().error('ultralytics is not installed: follow M17 before enable_yolo:=true')</a:t>
            </a:r>
            <a:br/>
            <a:br/>
            <a:r>
              <a:t>    def make_detection(self, header, class_name, confidence, x1, y1, x2, y2, image_width):</a:t>
            </a:r>
            <a:br/>
            <a:r>
              <a:t>        """Estimate distance with a pinhole model for the fixed 60-degree course camera."""</a:t>
            </a:r>
            <a:br/>
            <a:r>
              <a:t>        width = max(1, x2 - x1)</a:t>
            </a:r>
            <a:br/>
            <a:r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33/40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distance = float(self.get_parameter('target_width_m').value) * focal_px / width</a:t>
            </a:r>
            <a:br/>
            <a:r>
              <a:t>        return Detection(header=header, class_name=class_name,</a:t>
            </a:r>
            <a:br/>
            <a:r>
              <a:t>            confidence=float(confidence), center_x=(x1 + x2) // 2,</a:t>
            </a:r>
            <a:br/>
            <a:r>
              <a:t>            center_y=(y1 + y2) // 2, width=width, height=max(1, y2 - y1),</a:t>
            </a:r>
            <a:br/>
            <a:r>
              <a:t>            estimated_distance=distance)</a:t>
            </a:r>
            <a:br/>
            <a:br/>
            <a:r>
              <a:t>    def red_target_detection(self, image, header):</a:t>
            </a:r>
            <a:br/>
            <a:r>
              <a:t>        """Dependency-free fallback for the red target placed in warehouse.sdf.</a:t>
            </a:r>
            <a:br/>
            <a:br/>
            <a:r>
              <a:t>        This is deliberately labelled as a fallback in the debug image.  It keeps</a:t>
            </a:r>
            <a:br/>
            <a:r>
              <a:t>        M17--M22 runnable before a learner downloads a YOLO model, while the same</a:t>
            </a:r>
            <a:br/>
            <a:r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34/40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"""</a:t>
            </a:r>
            <a:br/>
            <a:r>
              <a:t>        hsv = cv2.cvtColor(image, cv2.COLOR_BGR2HSV)</a:t>
            </a:r>
            <a:br/>
            <a:r>
              <a:t>        lower_red = cv2.inRange(hsv, (0, 90, 70), (12, 255, 255))</a:t>
            </a:r>
            <a:br/>
            <a:r>
              <a:t>        upper_red = cv2.inRange(hsv, (165, 90, 70), (179, 255, 255))</a:t>
            </a:r>
            <a:br/>
            <a:r>
              <a:t>        mask = cv2.bitwise_or(lower_red, upper_red)</a:t>
            </a:r>
            <a:br/>
            <a:r>
              <a:t>        contours, _ = cv2.findContours(mask, cv2.RETR_EXTERNAL, cv2.CHAIN_APPROX_SIMPLE)</a:t>
            </a:r>
            <a:br/>
            <a:r>
              <a:t>        if not contours:</a:t>
            </a:r>
            <a:br/>
            <a:r>
              <a:t>            return None</a:t>
            </a:r>
            <a:br/>
            <a:r>
              <a:t>        contour = max(contours, key=cv2.contourArea)</a:t>
            </a:r>
            <a:br/>
            <a:r>
              <a:t>        if cv2.contourArea(contour) &lt; 80:</a:t>
            </a:r>
            <a:br/>
            <a:r>
              <a:t>            return None</a:t>
            </a:r>
            <a:br/>
            <a:r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35/40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return self.make_detection(header, 'red_target_fallback', 0.9, x, y, x + width,</a:t>
            </a:r>
            <a:br/>
            <a:r>
              <a:t>            y + height, image.shape[1])</a:t>
            </a:r>
            <a:br/>
            <a:br/>
            <a:r>
              <a:t>    def callback(self, image_message):</a:t>
            </a:r>
            <a:br/>
            <a:r>
              <a:t>        image = self.bridge.imgmsg_to_cv2(image_message, desired_encoding='bgr8')</a:t>
            </a:r>
            <a:br/>
            <a:r>
              <a:t>        debug = image.copy()</a:t>
            </a:r>
            <a:br/>
            <a:r>
              <a:t>        output = DetectionArray(header=image_message.header)</a:t>
            </a:r>
            <a:br/>
            <a:r>
              <a:t>        label = 'no detection'</a:t>
            </a:r>
            <a:br/>
            <a:r>
              <a:t>        if self.model is not None:</a:t>
            </a:r>
            <a:br/>
            <a:r>
              <a:t>            result = self.model(image, verbose=False)[0]</a:t>
            </a:r>
            <a:br/>
            <a:r>
              <a:t>            threshold = self.get_parameter('confidence_threshold').value</a:t>
            </a:r>
            <a:br/>
            <a:r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36/40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confidence = float(box.conf[0])</a:t>
            </a:r>
            <a:br/>
            <a:r>
              <a:t>                if confidence &lt; threshold:</a:t>
            </a:r>
            <a:br/>
            <a:r>
              <a:t>                    continue</a:t>
            </a:r>
            <a:br/>
            <a:r>
              <a:t>                x1, y1, x2, y2 = [int(value) for value in box.xyxy[0].tolist()]</a:t>
            </a:r>
            <a:br/>
            <a:r>
              <a:t>                detection = self.make_detection(image_message.header,</a:t>
            </a:r>
            <a:br/>
            <a:r>
              <a:t>                    result.names[int(box.cls[0])], confidence, x1, y1, x2, y2,</a:t>
            </a:r>
            <a:br/>
            <a:r>
              <a:t>                    image.shape[1])</a:t>
            </a:r>
            <a:br/>
            <a:r>
              <a:t>                output.detections.append(detection)</a:t>
            </a:r>
            <a:br/>
            <a:r>
              <a:t>                cv2.rectangle(debug, (x1, y1), (x2, y2), (30, 220, 30), 2)</a:t>
            </a:r>
            <a:br/>
            <a:r>
              <a:t>                label = f'YOLO {detection.class_name} {confidence:.2f}'</a:t>
            </a:r>
            <a:br/>
            <a:r>
              <a:t>        elif self.get_parameter('enable_red_target_fallback').value:</a:t>
            </a:r>
            <a:br/>
            <a:r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37/40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if detection is not None:</a:t>
            </a:r>
            <a:br/>
            <a:r>
              <a:t>                output.detections.append(detection)</a:t>
            </a:r>
            <a:br/>
            <a:r>
              <a:t>                x1 = detection.center_x - detection.width // 2</a:t>
            </a:r>
            <a:br/>
            <a:r>
              <a:t>                y1 = detection.center_y - detection.height // 2</a:t>
            </a:r>
            <a:br/>
            <a:r>
              <a:t>                x2, y2 = (x1 + detection.width, y1 + detection.height)</a:t>
            </a:r>
            <a:br/>
            <a:r>
              <a:t>                cv2.rectangle(debug, (x1, y1), (x2, y2), (0, 215, 255), 2)</a:t>
            </a:r>
            <a:br/>
            <a:r>
              <a:t>                label = f'course fallback target {detection.estimated_distance:.2f} m'</a:t>
            </a:r>
            <a:br/>
            <a:r>
              <a:t>            else:</a:t>
            </a:r>
            <a:br/>
            <a:r>
              <a:t>                label = 'course fallback: red target not visible'</a:t>
            </a:r>
            <a:br/>
            <a:r>
              <a:t>        cv2.putText(debug, label, (12, 28), cv2.FONT_HERSHEY_SIMPLEX, 0.65, (255, 255,</a:t>
            </a:r>
            <a:br/>
            <a:r>
              <a:t>            255), 2)</a:t>
            </a:r>
            <a:br/>
            <a:r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38/40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self.debug_publisher.publish(self.bridge.cv2_to_imgmsg(debug, encoding='bgr8'))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YoloNode()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39/40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 autonomy:=false</a:t>
            </a:r>
            <a:br/>
            <a:r>
              <a:t># 새 터미널: ros2 run rqt_image_view rqt_image_view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/camera/image_raw: AGV 전방 camera가 target·장애물 방향을 보는 원본 프레임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camera_image_raw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6" y="1353312"/>
            <a:ext cx="640080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빨간 target과 노란 장애물의 화면 위치로 camera pose·FOV를 판단합니다.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GNOME Terminal: camera Image type·publisher/subscriber·publish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camera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Image 타입, publisher 1개 이상, average rate를 함께 찾습니다.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/vision/debug_image: fallback 검출 결과가 target box·거리로 표시된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4_vision_debug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6" y="1353312"/>
            <a:ext cx="640080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노란 box와 ‘target … m’ 텍스트가 raw frame 처리 결과인지 확인합니다.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/camera/image_raw</a:t>
            </a:r>
            <a:br/>
            <a:r>
              <a:t>ros2 topic hz /camera/image_raw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영상이 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camera pose/FOV·world light·clipping range를 확인한다.</a:t>
            </a:r>
            <a:br/>
            <a:r>
              <a:t>수정 후: ros2 topic info /camera/image_raw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RViz 이미지가 비어 있음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Image topic·QoS·bridge mapping을 확인한다.</a:t>
            </a:r>
            <a:br/>
            <a:r>
              <a:t>수정 후: ros2 topic info /camera/image_raw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camera update_rate 15→5 Hz와 width 640→320을 각각 바꾸고 topic hz와 처리량 차이를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/camera/image_raw가 bridge를 통과하고 cv_bridge 소비 노드가 받을 준비가 된 상태를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blocks/D_sensors/M12_camera_sensor/complete/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M13 LiDAR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