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  <p:sldId id="514" r:id="rId266"/>
    <p:sldId id="515" r:id="rId267"/>
    <p:sldId id="516" r:id="rId268"/>
    <p:sldId id="517" r:id="rId269"/>
    <p:sldId id="518" r:id="rId270"/>
    <p:sldId id="519" r:id="rId271"/>
    <p:sldId id="520" r:id="rId272"/>
    <p:sldId id="521" r:id="rId273"/>
    <p:sldId id="522" r:id="rId274"/>
    <p:sldId id="523" r:id="rId275"/>
    <p:sldId id="524" r:id="rId276"/>
    <p:sldId id="525" r:id="rId277"/>
    <p:sldId id="526" r:id="rId278"/>
    <p:sldId id="527" r:id="rId279"/>
    <p:sldId id="528" r:id="rId280"/>
    <p:sldId id="529" r:id="rId281"/>
    <p:sldId id="530" r:id="rId282"/>
    <p:sldId id="531" r:id="rId283"/>
    <p:sldId id="532" r:id="rId284"/>
    <p:sldId id="533" r:id="rId285"/>
    <p:sldId id="534" r:id="rId286"/>
    <p:sldId id="535" r:id="rId287"/>
    <p:sldId id="536" r:id="rId288"/>
    <p:sldId id="537" r:id="rId289"/>
    <p:sldId id="538" r:id="rId290"/>
    <p:sldId id="539" r:id="rId291"/>
    <p:sldId id="540" r:id="rId292"/>
    <p:sldId id="541" r:id="rId293"/>
    <p:sldId id="542" r:id="rId294"/>
    <p:sldId id="543" r:id="rId295"/>
    <p:sldId id="544" r:id="rId296"/>
    <p:sldId id="545" r:id="rId297"/>
    <p:sldId id="546" r:id="rId298"/>
    <p:sldId id="547" r:id="rId299"/>
    <p:sldId id="548" r:id="rId300"/>
    <p:sldId id="549" r:id="rId301"/>
    <p:sldId id="550" r:id="rId302"/>
    <p:sldId id="551" r:id="rId303"/>
    <p:sldId id="552" r:id="rId304"/>
    <p:sldId id="553" r:id="rId305"/>
    <p:sldId id="554" r:id="rId30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Relationship Id="rId272" Type="http://schemas.openxmlformats.org/officeDocument/2006/relationships/slide" Target="slides/slide265.xml"/><Relationship Id="rId273" Type="http://schemas.openxmlformats.org/officeDocument/2006/relationships/slide" Target="slides/slide266.xml"/><Relationship Id="rId274" Type="http://schemas.openxmlformats.org/officeDocument/2006/relationships/slide" Target="slides/slide267.xml"/><Relationship Id="rId275" Type="http://schemas.openxmlformats.org/officeDocument/2006/relationships/slide" Target="slides/slide268.xml"/><Relationship Id="rId276" Type="http://schemas.openxmlformats.org/officeDocument/2006/relationships/slide" Target="slides/slide269.xml"/><Relationship Id="rId277" Type="http://schemas.openxmlformats.org/officeDocument/2006/relationships/slide" Target="slides/slide270.xml"/><Relationship Id="rId278" Type="http://schemas.openxmlformats.org/officeDocument/2006/relationships/slide" Target="slides/slide271.xml"/><Relationship Id="rId279" Type="http://schemas.openxmlformats.org/officeDocument/2006/relationships/slide" Target="slides/slide272.xml"/><Relationship Id="rId280" Type="http://schemas.openxmlformats.org/officeDocument/2006/relationships/slide" Target="slides/slide273.xml"/><Relationship Id="rId281" Type="http://schemas.openxmlformats.org/officeDocument/2006/relationships/slide" Target="slides/slide274.xml"/><Relationship Id="rId282" Type="http://schemas.openxmlformats.org/officeDocument/2006/relationships/slide" Target="slides/slide275.xml"/><Relationship Id="rId283" Type="http://schemas.openxmlformats.org/officeDocument/2006/relationships/slide" Target="slides/slide276.xml"/><Relationship Id="rId284" Type="http://schemas.openxmlformats.org/officeDocument/2006/relationships/slide" Target="slides/slide277.xml"/><Relationship Id="rId285" Type="http://schemas.openxmlformats.org/officeDocument/2006/relationships/slide" Target="slides/slide278.xml"/><Relationship Id="rId286" Type="http://schemas.openxmlformats.org/officeDocument/2006/relationships/slide" Target="slides/slide279.xml"/><Relationship Id="rId287" Type="http://schemas.openxmlformats.org/officeDocument/2006/relationships/slide" Target="slides/slide280.xml"/><Relationship Id="rId288" Type="http://schemas.openxmlformats.org/officeDocument/2006/relationships/slide" Target="slides/slide281.xml"/><Relationship Id="rId289" Type="http://schemas.openxmlformats.org/officeDocument/2006/relationships/slide" Target="slides/slide282.xml"/><Relationship Id="rId290" Type="http://schemas.openxmlformats.org/officeDocument/2006/relationships/slide" Target="slides/slide283.xml"/><Relationship Id="rId291" Type="http://schemas.openxmlformats.org/officeDocument/2006/relationships/slide" Target="slides/slide284.xml"/><Relationship Id="rId292" Type="http://schemas.openxmlformats.org/officeDocument/2006/relationships/slide" Target="slides/slide285.xml"/><Relationship Id="rId293" Type="http://schemas.openxmlformats.org/officeDocument/2006/relationships/slide" Target="slides/slide286.xml"/><Relationship Id="rId294" Type="http://schemas.openxmlformats.org/officeDocument/2006/relationships/slide" Target="slides/slide287.xml"/><Relationship Id="rId295" Type="http://schemas.openxmlformats.org/officeDocument/2006/relationships/slide" Target="slides/slide288.xml"/><Relationship Id="rId296" Type="http://schemas.openxmlformats.org/officeDocument/2006/relationships/slide" Target="slides/slide289.xml"/><Relationship Id="rId297" Type="http://schemas.openxmlformats.org/officeDocument/2006/relationships/slide" Target="slides/slide290.xml"/><Relationship Id="rId298" Type="http://schemas.openxmlformats.org/officeDocument/2006/relationships/slide" Target="slides/slide291.xml"/><Relationship Id="rId299" Type="http://schemas.openxmlformats.org/officeDocument/2006/relationships/slide" Target="slides/slide292.xml"/><Relationship Id="rId300" Type="http://schemas.openxmlformats.org/officeDocument/2006/relationships/slide" Target="slides/slide293.xml"/><Relationship Id="rId301" Type="http://schemas.openxmlformats.org/officeDocument/2006/relationships/slide" Target="slides/slide294.xml"/><Relationship Id="rId302" Type="http://schemas.openxmlformats.org/officeDocument/2006/relationships/slide" Target="slides/slide295.xml"/><Relationship Id="rId303" Type="http://schemas.openxmlformats.org/officeDocument/2006/relationships/slide" Target="slides/slide296.xml"/><Relationship Id="rId304" Type="http://schemas.openxmlformats.org/officeDocument/2006/relationships/slide" Target="slides/slide297.xml"/><Relationship Id="rId305" Type="http://schemas.openxmlformats.org/officeDocument/2006/relationships/slide" Target="slides/slide298.xml"/><Relationship Id="rId306" Type="http://schemas.openxmlformats.org/officeDocument/2006/relationships/slide" Target="slides/slide29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4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2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6.xml"/></Relationships>
</file>

<file path=ppt/notesSlides/_rels/notesSlide2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2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8.xml"/></Relationships>
</file>

<file path=ppt/notesSlides/_rels/notesSlide2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9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0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1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2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3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4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5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6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7.xml"/></Relationships>
</file>

<file path=ppt/notesSlides/_rels/notesSlide2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8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9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0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1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2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3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4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5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6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7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8.xml"/></Relationships>
</file>

<file path=ppt/notesSlides/_rels/notesSlide2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9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0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1.xml"/></Relationships>
</file>

<file path=ppt/notesSlides/_rels/notesSlide2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2.xml"/></Relationships>
</file>

<file path=ppt/notesSlides/_rels/notesSlide2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3.xml"/></Relationships>
</file>

<file path=ppt/notesSlides/_rels/notesSlide2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4.xml"/></Relationships>
</file>

<file path=ppt/notesSlides/_rels/notesSlide2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5.xml"/></Relationships>
</file>

<file path=ppt/notesSlides/_rels/notesSlide2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6.xml"/></Relationships>
</file>

<file path=ppt/notesSlides/_rels/notesSlide2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7.xml"/></Relationships>
</file>

<file path=ppt/notesSlides/_rels/notesSlide2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8.xml"/></Relationships>
</file>

<file path=ppt/notesSlides/_rels/notesSlide2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9.xml"/></Relationships>
</file>

<file path=ppt/notesSlides/_rels/notesSlide2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0.xml"/></Relationships>
</file>

<file path=ppt/notesSlides/_rels/notesSlide2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1.xml"/></Relationships>
</file>

<file path=ppt/notesSlides/_rels/notesSlide2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2.xml"/></Relationships>
</file>

<file path=ppt/notesSlides/_rels/notesSlide2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3.xml"/></Relationships>
</file>

<file path=ppt/notesSlides/_rels/notesSlide2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4.xml"/></Relationships>
</file>

<file path=ppt/notesSlides/_rels/notesSlide2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5.xml"/></Relationships>
</file>

<file path=ppt/notesSlides/_rels/notesSlide2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6.xml"/></Relationships>
</file>

<file path=ppt/notesSlides/_rels/notesSlide2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7.xml"/></Relationships>
</file>

<file path=ppt/notesSlides/_rels/notesSlide2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8.xml"/></Relationships>
</file>

<file path=ppt/notesSlides/_rels/notesSlide2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영상 인지는 모델 파일과 분리해 Python ROS node package로 만듭니다.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sensor_msgs std_msgs agv_sensors</a:t>
            </a:r>
          </a:p>
          <a:p>
            <a:r>
              <a:t>ros2 pkg create --build-type ament_python --dependencies rclpy sensor_msgs std_msgs agv_vision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1/3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2/3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3/3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~/ros2_curri/my_agv_ws/src/agv_sensors/setup.py의 1/1 구현 블록을 직접 입력한다.</a:t>
            </a:r>
          </a:p>
          <a:p>
            <a:r>
              <a:t>[실행] nano ~/ros2_curri/my_agv_ws/src/agv_sensors/setup.py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1/2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2/2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~/ros2_curri/my_agv_ws/src/agv_gazebo/models/agv/model.sdf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blocks/D_sensors/M12_camera_sensor/complete/agv_ws/src || true</a:t>
            </a:r>
          </a:p>
          <a:p>
            <a:r>
              <a:t>cp -a my_agv_ws/src my_agv_ws/src_before_M12</a:t>
            </a:r>
          </a:p>
          <a:p>
            <a:r>
              <a:t>cp -a blocks/D_sensors/M12_camera_sensor/complete/agv_ws/src/.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~/ros2_curri/my_agv_ws/install/setup.bash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blocks/D_sensors/M13_lidar_sensor/complete/agv_ws/src || true</a:t>
            </a:r>
          </a:p>
          <a:p>
            <a:r>
              <a:t>cp -a my_agv_ws/src my_agv_ws/src_before_M13</a:t>
            </a:r>
          </a:p>
          <a:p>
            <a:r>
              <a:t>cp -a blocks/D_sensors/M13_lidar_sensor/complete/agv_ws/src/.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blocks/D_sensors/M14_imu_sensor/complete/agv_ws/src || true</a:t>
            </a:r>
          </a:p>
          <a:p>
            <a:r>
              <a:t>cp -a my_agv_ws/src my_agv_ws/src_before_M14</a:t>
            </a:r>
          </a:p>
          <a:p>
            <a:r>
              <a:t>cp -a blocks/D_sensors/M14_imu_sensor/complete/agv_ws/src/.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blocks/D_sensors/M15_sensor_operations/complete/agv_ws/src || true</a:t>
            </a:r>
          </a:p>
          <a:p>
            <a:r>
              <a:t>cp -a my_agv_ws/src my_agv_ws/src_before_M15</a:t>
            </a:r>
          </a:p>
          <a:p>
            <a:r>
              <a:t>cp -a blocks/D_sensors/M15_sensor_operations/complete/agv_ws/src/.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6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8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5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6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9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2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3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4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5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6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8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9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0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1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2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3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2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3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6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8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9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0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1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2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3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4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5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6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8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8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9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0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1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2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D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센서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M12 → M13 → M14 → M15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D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1/4 · M12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M12</a:t>
            </a:r>
            <a:r>
              <a:rPr/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7개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/camera/image_raw: AGV 전방 camera가 target·장애물 방향을 보는 원본 프레임  |  나중에 확인할 것: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camera Image type·publisher/subscriber·publish rate  |  나중에 확인할 것: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/vision/debug_image: fallback 검출 결과가 target box·거리로 표시된 화면  |  나중에 확인할 것: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agv_sensors/package.xml</a:t>
            </a:r>
            <a:r>
              <a:rPr/>
              <a:t>└── agv_sensors/setup.py</a:t>
            </a:r>
            <a:r>
              <a:rPr/>
              <a:t>└── agv_vision/package.xml</a:t>
            </a:r>
            <a:r>
              <a:rPr/>
              <a:t>└── agv_vision/setup.py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센서와 vision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처리와 영상 인지는 모델 파일과 분리해 Python ROS node package로 만듭니다.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--dependencies rclpy sensor_msgs std_msgs agv_sensors</a:t>
            </a:r>
            <a:r>
              <a:rPr/>
              <a:t>ros2 pkg create --build-type ament_python --dependencies rclpy sensor_msgs std_msgs agv_vision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</a:t>
            </a:r>
            <a:r>
              <a:rPr/>
              <a:t>nano ~/ros2_curri/my_agv_ws/src/agv_sensors/package.xml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&lt;name&gt;agv_sensors&lt;/name&gt;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&lt;name&gt;agv_sensors&lt;/name&gt;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&lt;description&gt;LaserScan and IMU processing nodes.&lt;/description&gt;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&lt;exec_depend&gt;sensor_msgs&lt;/exec_depend&gt;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</a:t>
            </a:r>
            <a:r>
              <a:rPr/>
              <a:t>nano ~/ros2_curri/my_agv_ws/src/agv_sensors/setup.py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['lidar_processor =</a:t>
            </a:r>
            <a:r>
              <a:rPr/>
              <a:t>agv_sensors.lidar_processor:main',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'agv_sensors'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['lidar_processor = agv_sensors.lidar_processor:main',</a:t>
            </a:r>
            <a:r>
              <a:rPr/>
              <a:t>     'imu_monitor = agv_sensors.imu_monitor:main',</a:t>
            </a:r>
            <a:r>
              <a:rPr/>
              <a:t>    'odom_path = agv_sensors.odom_path:main']})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&lt;name&gt;agv_vision&lt;/name&gt;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3/7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&lt;name&gt;agv_vision&lt;/name&gt;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&lt;description&gt;Camera and optional YOLO perception node.&lt;/description&gt;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3/7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&lt;exec_depend&gt;sensor_msgs&lt;/exec_depend&gt;</a:t>
            </a:r>
            <a:r>
              <a:rPr/>
              <a:t>  &lt;exec_depend&gt;cv_bridge&lt;/exec_depend&gt;</a:t>
            </a:r>
            <a:r>
              <a:rPr/>
              <a:t>  &lt;exec_depend&gt;agv_interfaces&lt;/exec_depend&gt;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['yolo_node =</a:t>
            </a:r>
            <a:r>
              <a:rPr/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~/ros2_curri/my_agv_ws/src/agv_vision/agv_vision</a:t>
            </a:r>
            <a:r>
              <a:rPr/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self.create_publisher(DetectionArray,</a:t>
            </a:r>
            <a:r>
              <a:rPr/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self.create_subscription(Image, '/camera/image_raw',</a:t>
            </a:r>
            <a:r>
              <a:rPr/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make_detection(self, header, class_name, confidence,</a:t>
            </a:r>
            <a:r>
              <a:rPr/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'&lt;sensor name="camera"|&lt;width&gt;|&lt;height&gt;|&lt;horizontal_fov&gt;|&lt;update_rate&gt;' \</a:t>
            </a:r>
            <a:r>
              <a:rPr/>
              <a:t>  ~/ros2_curri/my_agv_ws/src/agv_gazebo/models/agv/model.sdf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  <a:r>
              <a:rPr/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 autonomy:=false</a:t>
            </a:r>
            <a:r>
              <a:rPr/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camera pose/FOV·world light·clipping range를 확인한다.</a:t>
            </a:r>
            <a:r>
              <a:rPr/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Image topic·QoS·bridge mapping을 확인한다.</a:t>
            </a:r>
            <a:r>
              <a:rPr/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blocks/D_sensors/M12_camera_sensor/complete/agv_ws/src || true</a:t>
            </a:r>
            <a:r>
              <a:rPr/>
              <a:t>cp -a my_agv_ws/src my_agv_ws/src_before_M12</a:t>
            </a:r>
            <a:r>
              <a:rPr/>
              <a:t>cp -a blocks/D_sensors/M12_camera_sensor/complete/agv_ws/src/.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2/4 · M13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M13</a:t>
            </a:r>
            <a:r>
              <a:rPr/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LaserScan frame·angle·range와 publish rate  |  나중에 확인할 것: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LaserScan을 RobotModel·TF와 같은 Fixed Frame에서 연 화면  |  나중에 확인할 것: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  <a:r>
              <a:rPr/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self.subscription = self.create_subscription(LaserScan,</a:t>
            </a:r>
            <a:r>
              <a:rPr/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self.create_publisher(Float32,</a:t>
            </a:r>
            <a:r>
              <a:rPr/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half_angle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sensor_msgs/msg/LaserScan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agv_sensors lidar_processor</a:t>
            </a:r>
            <a:r>
              <a:rPr/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/scan</a:t>
            </a:r>
            <a:r>
              <a:rPr/>
              <a:t>ros2 topic hz /scan</a:t>
            </a:r>
            <a:r>
              <a:rPr/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SDF sensor → bridge YAML → ROS topic 순서로 확인한다.</a:t>
            </a:r>
            <a:r>
              <a:rPr/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유효 range 필터와 sector index 계산을 확인한다.</a:t>
            </a:r>
            <a:r>
              <a:rPr/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blocks/D_sensors/M13_lidar_sensor/complete/agv_ws/src || true</a:t>
            </a:r>
            <a:r>
              <a:rPr/>
              <a:t>cp -a my_agv_ws/src my_agv_ws/src_before_M13</a:t>
            </a:r>
            <a:r>
              <a:rPr/>
              <a:t>cp -a blocks/D_sensors/M13_lidar_sensor/complete/agv_ws/src/.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3/4 · M14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M14</a:t>
            </a:r>
            <a:r>
              <a:rPr/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/imu/data의 frame·필드와 publish rate  |  나중에 확인할 것: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agv_gazebo/models/agv/model.sdf</a:t>
            </a:r>
            <a:r>
              <a:rPr/>
              <a:t>└── agv_gazebo/worlds/warehouse.sdf</a:t>
            </a:r>
            <a:r>
              <a:rPr/>
              <a:t>└── agv_gazebo/config/bridge.yaml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~/ros2_curri/my_agv_ws/src/agv_gazebo/worlds</a:t>
            </a:r>
            <a:r>
              <a:rPr/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self.get_logger().info('gyro z=%.3f rad/s, acceleration</a:t>
            </a:r>
            <a:r>
              <a:rPr/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sensor_msgs/msg/Imu</a:t>
            </a:r>
            <a:r>
              <a:rPr/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/imu/data</a:t>
            </a:r>
            <a:r>
              <a:rPr/>
              <a:t>ros2 topic hz /imu/data</a:t>
            </a:r>
            <a:r>
              <a:rPr/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imu_link 축·origin rpy·header.frame_id를 확인한다.</a:t>
            </a:r>
            <a:r>
              <a:rPr/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noise/bias·update_rate·시뮬레이션 부하를 확인한다.</a:t>
            </a:r>
            <a:r>
              <a:rPr/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blocks/D_sensors/M14_imu_sensor/complete/agv_ws/src || true</a:t>
            </a:r>
            <a:r>
              <a:rPr/>
              <a:t>cp -a my_agv_ws/src my_agv_ws/src_before_M14</a:t>
            </a:r>
            <a:r>
              <a:rPr/>
              <a:t>cp -a blocks/D_sensors/M14_imu_sensor/complete/agv_ws/src/.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4/4 · M15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M15</a:t>
            </a:r>
            <a:r>
              <a:rPr/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Camera topic의 type·연결 수·실측 rate  |  나중에 확인할 것: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LiDAR의 frame·range·실측 rate  |  나중에 확인할 것: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IMU frame·필드·실측 rate  |  나중에 확인할 것: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sensor display를 같은 Fixed Frame에서 대조  |  나중에 확인할 것: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agv_bringup/config/sensors.yaml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~/ros2_curri/my_agv_ws/src/agv_bringup/config/sensors.yaml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self.subscription = self.create_subscription(LaserScan,</a:t>
            </a:r>
            <a:r>
              <a:rPr/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self.create_publisher(Float32,</a:t>
            </a:r>
            <a:r>
              <a:rPr/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half_angle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self.get_logger().info('gyro z=%.3f rad/s, acceleration</a:t>
            </a:r>
            <a:r>
              <a:rPr/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/lidar_processor use_sim_time</a:t>
            </a:r>
            <a:r>
              <a:rPr/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/clock --once</a:t>
            </a: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use_sim_time과 /clock bridge를 확인한다.</a:t>
            </a:r>
            <a:r>
              <a:rPr/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publisher/subscriber QoS reliability 호환을 확인한다.</a:t>
            </a:r>
            <a:r>
              <a:rPr/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blocks/D_sensors/M15_sensor_operations/complete/agv_ws/src || true</a:t>
            </a:r>
            <a:r>
              <a:rPr/>
              <a:t>cp -a my_agv_ws/src my_agv_ws/src_before_M15</a:t>
            </a:r>
            <a:r>
              <a:rPr/>
              <a:t>cp -a blocks/D_sensors/M15_sensor_operations/complete/agv_ws/src/.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M15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