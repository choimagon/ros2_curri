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4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5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6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0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센서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M12 → M13 → M14 → M15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D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1/4 ·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M12</a:t>
            </a:r>
            <a:r>
              <a:rPr/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agv_sensors/package.xml</a:t>
            </a:r>
            <a:r>
              <a:rPr/>
              <a:t>└── agv_sensors/setup.py</a:t>
            </a:r>
            <a:r>
              <a:rPr/>
              <a:t>└── agv_vision/package.xml</a:t>
            </a:r>
            <a:r>
              <a:rPr/>
              <a:t>└── agv_vision/setup.py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sensor_msgs std_msgs agv_sensors</a:t>
            </a:r>
            <a:r>
              <a:rPr/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&lt;name&gt;agv_sensors&lt;/name&gt;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&lt;description&gt;LaserScan and IMU processing nodes.&lt;/description&gt;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'agv_sensors'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['lidar_processor = agv_sensors.lidar_processor:main',</a:t>
            </a:r>
            <a:r>
              <a:rPr/>
              <a:t>     'imu_monitor = agv_sensors.imu_monitor:main',</a:t>
            </a:r>
            <a:r>
              <a:rPr/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&lt;name&gt;agv_vision&lt;/name&gt;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&lt;description&gt;Camera and optional YOLO perception node.&lt;/description&gt;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&lt;exec_depend&gt;cv_bridge&lt;/exec_depend&gt;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 name="camera"|&lt;width&gt;|&lt;height&gt;|&lt;horizontal_fov&gt;|&lt;update_rate&gt;' \</a:t>
            </a:r>
            <a:r>
              <a:rPr/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  <a:r>
              <a:rPr/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 autonomy:=false</a:t>
            </a:r>
            <a:r>
              <a:rPr/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camera pose/FOV·world light·clipping range를 확인한다.</a:t>
            </a:r>
            <a:r>
              <a:rPr/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Image topic·QoS·bridge mapping을 확인한다.</a:t>
            </a:r>
            <a:r>
              <a:rPr/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blocks/D_sensors/M12_camera_sensor/complete/agv_ws/src || true</a:t>
            </a:r>
            <a:r>
              <a:rPr/>
              <a:t>cp -a my_agv_ws/src my_agv_ws/src_before_M12</a:t>
            </a:r>
            <a:r>
              <a:rPr/>
              <a:t>cp -a blocks/D_sensors/M12_camera_sensor/complete/agv_ws/src/.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2/4 · M13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M13</a:t>
            </a:r>
            <a:r>
              <a:rPr/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  <a:r>
              <a:rPr/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sensor_msgs/msg/LaserScan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lidar_processor</a:t>
            </a:r>
            <a:r>
              <a:rPr/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  <a:r>
              <a:rPr/>
              <a:t>ros2 topic hz /scan</a:t>
            </a:r>
            <a:r>
              <a:rPr/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SDF sensor → bridge YAML → ROS topic 순서로 확인한다.</a:t>
            </a:r>
            <a:r>
              <a:rPr/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유효 range 필터와 sector index 계산을 확인한다.</a:t>
            </a:r>
            <a:r>
              <a:rPr/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blocks/D_sensors/M13_lidar_sensor/complete/agv_ws/src || true</a:t>
            </a:r>
            <a:r>
              <a:rPr/>
              <a:t>cp -a my_agv_ws/src my_agv_ws/src_before_M13</a:t>
            </a:r>
            <a:r>
              <a:rPr/>
              <a:t>cp -a blocks/D_sensors/M13_lidar_sensor/complete/agv_ws/src/.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3/4 ·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M14</a:t>
            </a:r>
            <a:r>
              <a:rPr/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agv_gazebo/worlds/warehouse.sdf</a:t>
            </a:r>
            <a:r>
              <a:rPr/>
              <a:t>└── agv_gazebo/config/bridge.yaml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sensor_msgs/msg/Imu</a:t>
            </a:r>
            <a:r>
              <a:rPr/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/imu/data</a:t>
            </a:r>
            <a:r>
              <a:rPr/>
              <a:t>ros2 topic hz /imu/data</a:t>
            </a:r>
            <a:r>
              <a:rPr/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imu_link 축·origin rpy·header.frame_id를 확인한다.</a:t>
            </a:r>
            <a:r>
              <a:rPr/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noise/bias·update_rate·시뮬레이션 부하를 확인한다.</a:t>
            </a:r>
            <a:r>
              <a:rPr/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blocks/D_sensors/M14_imu_sensor/complete/agv_ws/src || true</a:t>
            </a:r>
            <a:r>
              <a:rPr/>
              <a:t>cp -a my_agv_ws/src my_agv_ws/src_before_M14</a:t>
            </a:r>
            <a:r>
              <a:rPr/>
              <a:t>cp -a blocks/D_sensors/M14_imu_sensor/complete/agv_ws/src/.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4/4 · M15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M15</a:t>
            </a:r>
            <a:r>
              <a:rPr/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agv_bringup/config/sensors.yaml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/lidar_processor use_sim_time</a:t>
            </a:r>
            <a:r>
              <a:rPr/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/clock --once</a:t>
            </a: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use_sim_time과 /clock bridge를 확인한다.</a:t>
            </a:r>
            <a:r>
              <a:rPr/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publisher/subscriber QoS reliability 호환을 확인한다.</a:t>
            </a:r>
            <a:r>
              <a:rPr/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blocks/D_sensors/M15_sensor_operations/complete/agv_ws/src || true</a:t>
            </a:r>
            <a:r>
              <a:rPr/>
              <a:t>cp -a my_agv_ws/src my_agv_ws/src_before_M15</a:t>
            </a:r>
            <a:r>
              <a:rPr/>
              <a:t>cp -a blocks/D_sensors/M15_sensor_operations/complete/agv_ws/src/.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