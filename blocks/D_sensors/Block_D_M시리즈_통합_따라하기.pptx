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5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6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센서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M12 → M13 → M14 → M15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D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1/4 ·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M12</a:t>
            </a:r>
            <a:r>
              <a:rPr/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 name="camera"|&lt;width&gt;|&lt;height&gt;|&lt;horizontal_fov&gt;|&lt;update_rate&gt;' \</a:t>
            </a:r>
            <a:r>
              <a:rPr/>
              <a:t>  ~/ros2_curri/agv_ws/src/agv_gazebo/models/agv/model.sdf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  <a:r>
              <a:rPr/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33/40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34/40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35/40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36/40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37/40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38/40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39/40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 autonomy:=false</a:t>
            </a:r>
            <a:r>
              <a:rPr/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/camera/image_raw 캡처: 화면 방향·FOV·world 배치를 점검하는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camera pose/FOV·world light·clipping range를 확인한다.</a:t>
            </a:r>
            <a:r>
              <a:rPr/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Image topic·QoS·bridge mapping을 확인한다.</a:t>
            </a:r>
            <a:r>
              <a:rPr/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2/4 · M13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M13</a:t>
            </a:r>
            <a:r>
              <a:rPr/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  <a:r>
              <a:rPr/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sensor_msgs/msg/LaserScan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agv_sensors lidar_processor</a:t>
            </a:r>
            <a:r>
              <a:rPr/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 통합 display: LaserScan·frame·Fixed Frame을 점검하는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  <a:r>
              <a:rPr/>
              <a:t>ros2 topic hz /scan</a:t>
            </a:r>
            <a:r>
              <a:rPr/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SDF sensor → bridge YAML → ROS topic 순서로 확인한다.</a:t>
            </a:r>
            <a:r>
              <a:rPr/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유효 range 필터와 sector index 계산을 확인한다.</a:t>
            </a:r>
            <a:r>
              <a:rPr/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3/4 ·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M14</a:t>
            </a:r>
            <a:r>
              <a:rPr/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sensor_msgs/msg/Imu</a:t>
            </a:r>
            <a:r>
              <a:rPr/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AGV: IMU가 base_link 위에 고정 장착되는 물리 모델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/imu/data</a:t>
            </a:r>
            <a:r>
              <a:rPr/>
              <a:t>ros2 topic hz /imu/data</a:t>
            </a:r>
            <a:r>
              <a:rPr/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imu_link 축·origin rpy·header.frame_id를 확인한다.</a:t>
            </a:r>
            <a:r>
              <a:rPr/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noise/bias·update_rate·시뮬레이션 부하를 확인한다.</a:t>
            </a:r>
            <a:r>
              <a:rPr/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4/4 · M15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M15</a:t>
            </a:r>
            <a:r>
              <a:rPr/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agv_bringup/config/sensors.yaml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/lidar_processor use_sim_time</a:t>
            </a:r>
            <a:r>
              <a:rPr/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여러 sensor display를 같은 Fixed Frame에서 여는 운영 점검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/clock --once</a:t>
            </a: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use_sim_time과 /clock bridge를 확인한다.</a:t>
            </a:r>
            <a:r>
              <a:rPr/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publisher/subscriber QoS reliability 호환을 확인한다.</a:t>
            </a:r>
            <a:r>
              <a:rPr/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