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50.xml" ContentType="application/vnd.openxmlformats-officedocument.presentationml.notesSlide+xml"/>
  <Override PartName="/ppt/notesSlides/notesSlide251.xml" ContentType="application/vnd.openxmlformats-officedocument.presentationml.notesSlide+xml"/>
  <Override PartName="/ppt/notesSlides/notesSlide252.xml" ContentType="application/vnd.openxmlformats-officedocument.presentationml.notesSlide+xml"/>
  <Override PartName="/ppt/notesSlides/notesSlide253.xml" ContentType="application/vnd.openxmlformats-officedocument.presentationml.notesSlide+xml"/>
  <Override PartName="/ppt/notesSlides/notesSlide254.xml" ContentType="application/vnd.openxmlformats-officedocument.presentationml.notesSlide+xml"/>
  <Override PartName="/ppt/notesSlides/notesSlide255.xml" ContentType="application/vnd.openxmlformats-officedocument.presentationml.notesSlide+xml"/>
  <Override PartName="/ppt/notesSlides/notesSlide256.xml" ContentType="application/vnd.openxmlformats-officedocument.presentationml.notesSlide+xml"/>
  <Override PartName="/ppt/notesSlides/notesSlide257.xml" ContentType="application/vnd.openxmlformats-officedocument.presentationml.notesSlide+xml"/>
  <Override PartName="/ppt/notesSlides/notesSlide258.xml" ContentType="application/vnd.openxmlformats-officedocument.presentationml.notesSlide+xml"/>
  <Override PartName="/ppt/notesSlides/notesSlide259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60.xml" ContentType="application/vnd.openxmlformats-officedocument.presentationml.notesSlide+xml"/>
  <Override PartName="/ppt/notesSlides/notesSlide261.xml" ContentType="application/vnd.openxmlformats-officedocument.presentationml.notesSlide+xml"/>
  <Override PartName="/ppt/notesSlides/notesSlide262.xml" ContentType="application/vnd.openxmlformats-officedocument.presentationml.notesSlide+xml"/>
  <Override PartName="/ppt/notesSlides/notesSlide263.xml" ContentType="application/vnd.openxmlformats-officedocument.presentationml.notesSlide+xml"/>
  <Override PartName="/ppt/notesSlides/notesSlide264.xml" ContentType="application/vnd.openxmlformats-officedocument.presentationml.notesSlide+xml"/>
  <Override PartName="/ppt/notesSlides/notesSlide265.xml" ContentType="application/vnd.openxmlformats-officedocument.presentationml.notesSlide+xml"/>
  <Override PartName="/ppt/notesSlides/notesSlide266.xml" ContentType="application/vnd.openxmlformats-officedocument.presentationml.notesSlide+xml"/>
  <Override PartName="/ppt/notesSlides/notesSlide267.xml" ContentType="application/vnd.openxmlformats-officedocument.presentationml.notesSlide+xml"/>
  <Override PartName="/ppt/notesSlides/notesSlide268.xml" ContentType="application/vnd.openxmlformats-officedocument.presentationml.notesSlide+xml"/>
  <Override PartName="/ppt/notesSlides/notesSlide269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70.xml" ContentType="application/vnd.openxmlformats-officedocument.presentationml.notesSlide+xml"/>
  <Override PartName="/ppt/notesSlides/notesSlide271.xml" ContentType="application/vnd.openxmlformats-officedocument.presentationml.notesSlide+xml"/>
  <Override PartName="/ppt/notesSlides/notesSlide272.xml" ContentType="application/vnd.openxmlformats-officedocument.presentationml.notesSlide+xml"/>
  <Override PartName="/ppt/notesSlides/notesSlide273.xml" ContentType="application/vnd.openxmlformats-officedocument.presentationml.notesSlide+xml"/>
  <Override PartName="/ppt/notesSlides/notesSlide274.xml" ContentType="application/vnd.openxmlformats-officedocument.presentationml.notesSlide+xml"/>
  <Override PartName="/ppt/notesSlides/notesSlide275.xml" ContentType="application/vnd.openxmlformats-officedocument.presentationml.notesSlide+xml"/>
  <Override PartName="/ppt/notesSlides/notesSlide276.xml" ContentType="application/vnd.openxmlformats-officedocument.presentationml.notesSlide+xml"/>
  <Override PartName="/ppt/notesSlides/notesSlide277.xml" ContentType="application/vnd.openxmlformats-officedocument.presentationml.notesSlide+xml"/>
  <Override PartName="/ppt/notesSlides/notesSlide278.xml" ContentType="application/vnd.openxmlformats-officedocument.presentationml.notesSlide+xml"/>
  <Override PartName="/ppt/notesSlides/notesSlide27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80.xml" ContentType="application/vnd.openxmlformats-officedocument.presentationml.notesSlide+xml"/>
  <Override PartName="/ppt/notesSlides/notesSlide281.xml" ContentType="application/vnd.openxmlformats-officedocument.presentationml.notesSlide+xml"/>
  <Override PartName="/ppt/notesSlides/notesSlide282.xml" ContentType="application/vnd.openxmlformats-officedocument.presentationml.notesSlide+xml"/>
  <Override PartName="/ppt/notesSlides/notesSlide283.xml" ContentType="application/vnd.openxmlformats-officedocument.presentationml.notesSlide+xml"/>
  <Override PartName="/ppt/notesSlides/notesSlide284.xml" ContentType="application/vnd.openxmlformats-officedocument.presentationml.notesSlide+xml"/>
  <Override PartName="/ppt/notesSlides/notesSlide285.xml" ContentType="application/vnd.openxmlformats-officedocument.presentationml.notesSlide+xml"/>
  <Override PartName="/ppt/notesSlides/notesSlide286.xml" ContentType="application/vnd.openxmlformats-officedocument.presentationml.notesSlide+xml"/>
  <Override PartName="/ppt/notesSlides/notesSlide287.xml" ContentType="application/vnd.openxmlformats-officedocument.presentationml.notesSlide+xml"/>
  <Override PartName="/ppt/notesSlides/notesSlide288.xml" ContentType="application/vnd.openxmlformats-officedocument.presentationml.notesSlide+xml"/>
  <Override PartName="/ppt/notesSlides/notesSlide289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90.xml" ContentType="application/vnd.openxmlformats-officedocument.presentationml.notesSlide+xml"/>
  <Override PartName="/ppt/notesSlides/notesSlide291.xml" ContentType="application/vnd.openxmlformats-officedocument.presentationml.notesSlide+xml"/>
  <Override PartName="/ppt/notesSlides/notesSlide292.xml" ContentType="application/vnd.openxmlformats-officedocument.presentationml.notesSlide+xml"/>
  <Override PartName="/ppt/notesSlides/notesSlide29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  <p:sldId id="424" r:id="rId176"/>
    <p:sldId id="425" r:id="rId177"/>
    <p:sldId id="426" r:id="rId178"/>
    <p:sldId id="427" r:id="rId179"/>
    <p:sldId id="428" r:id="rId180"/>
    <p:sldId id="429" r:id="rId181"/>
    <p:sldId id="430" r:id="rId182"/>
    <p:sldId id="431" r:id="rId183"/>
    <p:sldId id="432" r:id="rId184"/>
    <p:sldId id="433" r:id="rId185"/>
    <p:sldId id="434" r:id="rId186"/>
    <p:sldId id="435" r:id="rId187"/>
    <p:sldId id="436" r:id="rId188"/>
    <p:sldId id="437" r:id="rId189"/>
    <p:sldId id="438" r:id="rId190"/>
    <p:sldId id="439" r:id="rId191"/>
    <p:sldId id="440" r:id="rId192"/>
    <p:sldId id="441" r:id="rId193"/>
    <p:sldId id="442" r:id="rId194"/>
    <p:sldId id="443" r:id="rId195"/>
    <p:sldId id="444" r:id="rId196"/>
    <p:sldId id="445" r:id="rId197"/>
    <p:sldId id="446" r:id="rId198"/>
    <p:sldId id="447" r:id="rId199"/>
    <p:sldId id="448" r:id="rId200"/>
    <p:sldId id="449" r:id="rId201"/>
    <p:sldId id="450" r:id="rId202"/>
    <p:sldId id="451" r:id="rId203"/>
    <p:sldId id="452" r:id="rId204"/>
    <p:sldId id="453" r:id="rId205"/>
    <p:sldId id="454" r:id="rId206"/>
    <p:sldId id="455" r:id="rId207"/>
    <p:sldId id="456" r:id="rId208"/>
    <p:sldId id="457" r:id="rId209"/>
    <p:sldId id="458" r:id="rId210"/>
    <p:sldId id="459" r:id="rId211"/>
    <p:sldId id="460" r:id="rId212"/>
    <p:sldId id="461" r:id="rId213"/>
    <p:sldId id="462" r:id="rId214"/>
    <p:sldId id="463" r:id="rId215"/>
    <p:sldId id="464" r:id="rId216"/>
    <p:sldId id="465" r:id="rId217"/>
    <p:sldId id="466" r:id="rId218"/>
    <p:sldId id="467" r:id="rId219"/>
    <p:sldId id="468" r:id="rId220"/>
    <p:sldId id="469" r:id="rId221"/>
    <p:sldId id="470" r:id="rId222"/>
    <p:sldId id="471" r:id="rId223"/>
    <p:sldId id="472" r:id="rId224"/>
    <p:sldId id="473" r:id="rId225"/>
    <p:sldId id="474" r:id="rId226"/>
    <p:sldId id="475" r:id="rId227"/>
    <p:sldId id="476" r:id="rId228"/>
    <p:sldId id="477" r:id="rId229"/>
    <p:sldId id="478" r:id="rId230"/>
    <p:sldId id="479" r:id="rId231"/>
    <p:sldId id="480" r:id="rId232"/>
    <p:sldId id="481" r:id="rId233"/>
    <p:sldId id="482" r:id="rId234"/>
    <p:sldId id="483" r:id="rId235"/>
    <p:sldId id="484" r:id="rId236"/>
    <p:sldId id="485" r:id="rId237"/>
    <p:sldId id="486" r:id="rId238"/>
    <p:sldId id="487" r:id="rId239"/>
    <p:sldId id="488" r:id="rId240"/>
    <p:sldId id="489" r:id="rId241"/>
    <p:sldId id="490" r:id="rId242"/>
    <p:sldId id="491" r:id="rId243"/>
    <p:sldId id="492" r:id="rId244"/>
    <p:sldId id="493" r:id="rId245"/>
    <p:sldId id="494" r:id="rId246"/>
    <p:sldId id="495" r:id="rId247"/>
    <p:sldId id="496" r:id="rId248"/>
    <p:sldId id="497" r:id="rId249"/>
    <p:sldId id="498" r:id="rId250"/>
    <p:sldId id="499" r:id="rId251"/>
    <p:sldId id="500" r:id="rId252"/>
    <p:sldId id="501" r:id="rId253"/>
    <p:sldId id="502" r:id="rId254"/>
    <p:sldId id="503" r:id="rId255"/>
    <p:sldId id="504" r:id="rId256"/>
    <p:sldId id="505" r:id="rId257"/>
    <p:sldId id="506" r:id="rId258"/>
    <p:sldId id="507" r:id="rId259"/>
    <p:sldId id="508" r:id="rId260"/>
    <p:sldId id="509" r:id="rId261"/>
    <p:sldId id="510" r:id="rId262"/>
    <p:sldId id="511" r:id="rId263"/>
    <p:sldId id="512" r:id="rId264"/>
    <p:sldId id="513" r:id="rId265"/>
    <p:sldId id="514" r:id="rId266"/>
    <p:sldId id="515" r:id="rId267"/>
    <p:sldId id="516" r:id="rId268"/>
    <p:sldId id="517" r:id="rId269"/>
    <p:sldId id="518" r:id="rId270"/>
    <p:sldId id="519" r:id="rId271"/>
    <p:sldId id="520" r:id="rId272"/>
    <p:sldId id="521" r:id="rId273"/>
    <p:sldId id="522" r:id="rId274"/>
    <p:sldId id="523" r:id="rId275"/>
    <p:sldId id="524" r:id="rId276"/>
    <p:sldId id="525" r:id="rId277"/>
    <p:sldId id="526" r:id="rId278"/>
    <p:sldId id="527" r:id="rId279"/>
    <p:sldId id="528" r:id="rId280"/>
    <p:sldId id="529" r:id="rId281"/>
    <p:sldId id="530" r:id="rId282"/>
    <p:sldId id="531" r:id="rId283"/>
    <p:sldId id="532" r:id="rId284"/>
    <p:sldId id="533" r:id="rId285"/>
    <p:sldId id="534" r:id="rId286"/>
    <p:sldId id="535" r:id="rId287"/>
    <p:sldId id="536" r:id="rId288"/>
    <p:sldId id="537" r:id="rId289"/>
    <p:sldId id="538" r:id="rId290"/>
    <p:sldId id="539" r:id="rId291"/>
    <p:sldId id="540" r:id="rId292"/>
    <p:sldId id="541" r:id="rId293"/>
    <p:sldId id="542" r:id="rId294"/>
    <p:sldId id="543" r:id="rId295"/>
    <p:sldId id="544" r:id="rId296"/>
    <p:sldId id="545" r:id="rId297"/>
    <p:sldId id="546" r:id="rId298"/>
    <p:sldId id="547" r:id="rId299"/>
    <p:sldId id="548" r:id="rId300"/>
    <p:sldId id="549" r:id="rId301"/>
    <p:sldId id="550" r:id="rId302"/>
    <p:sldId id="551" r:id="rId303"/>
    <p:sldId id="552" r:id="rId304"/>
    <p:sldId id="553" r:id="rId305"/>
    <p:sldId id="554" r:id="rId30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Relationship Id="rId149" Type="http://schemas.openxmlformats.org/officeDocument/2006/relationships/slide" Target="slides/slide142.xml"/><Relationship Id="rId150" Type="http://schemas.openxmlformats.org/officeDocument/2006/relationships/slide" Target="slides/slide143.xml"/><Relationship Id="rId151" Type="http://schemas.openxmlformats.org/officeDocument/2006/relationships/slide" Target="slides/slide144.xml"/><Relationship Id="rId152" Type="http://schemas.openxmlformats.org/officeDocument/2006/relationships/slide" Target="slides/slide145.xml"/><Relationship Id="rId153" Type="http://schemas.openxmlformats.org/officeDocument/2006/relationships/slide" Target="slides/slide146.xml"/><Relationship Id="rId154" Type="http://schemas.openxmlformats.org/officeDocument/2006/relationships/slide" Target="slides/slide147.xml"/><Relationship Id="rId155" Type="http://schemas.openxmlformats.org/officeDocument/2006/relationships/slide" Target="slides/slide148.xml"/><Relationship Id="rId156" Type="http://schemas.openxmlformats.org/officeDocument/2006/relationships/slide" Target="slides/slide149.xml"/><Relationship Id="rId157" Type="http://schemas.openxmlformats.org/officeDocument/2006/relationships/slide" Target="slides/slide150.xml"/><Relationship Id="rId158" Type="http://schemas.openxmlformats.org/officeDocument/2006/relationships/slide" Target="slides/slide151.xml"/><Relationship Id="rId159" Type="http://schemas.openxmlformats.org/officeDocument/2006/relationships/slide" Target="slides/slide152.xml"/><Relationship Id="rId160" Type="http://schemas.openxmlformats.org/officeDocument/2006/relationships/slide" Target="slides/slide153.xml"/><Relationship Id="rId161" Type="http://schemas.openxmlformats.org/officeDocument/2006/relationships/slide" Target="slides/slide154.xml"/><Relationship Id="rId162" Type="http://schemas.openxmlformats.org/officeDocument/2006/relationships/slide" Target="slides/slide155.xml"/><Relationship Id="rId163" Type="http://schemas.openxmlformats.org/officeDocument/2006/relationships/slide" Target="slides/slide156.xml"/><Relationship Id="rId164" Type="http://schemas.openxmlformats.org/officeDocument/2006/relationships/slide" Target="slides/slide157.xml"/><Relationship Id="rId165" Type="http://schemas.openxmlformats.org/officeDocument/2006/relationships/slide" Target="slides/slide158.xml"/><Relationship Id="rId166" Type="http://schemas.openxmlformats.org/officeDocument/2006/relationships/slide" Target="slides/slide159.xml"/><Relationship Id="rId167" Type="http://schemas.openxmlformats.org/officeDocument/2006/relationships/slide" Target="slides/slide160.xml"/><Relationship Id="rId168" Type="http://schemas.openxmlformats.org/officeDocument/2006/relationships/slide" Target="slides/slide161.xml"/><Relationship Id="rId169" Type="http://schemas.openxmlformats.org/officeDocument/2006/relationships/slide" Target="slides/slide162.xml"/><Relationship Id="rId170" Type="http://schemas.openxmlformats.org/officeDocument/2006/relationships/slide" Target="slides/slide163.xml"/><Relationship Id="rId171" Type="http://schemas.openxmlformats.org/officeDocument/2006/relationships/slide" Target="slides/slide164.xml"/><Relationship Id="rId172" Type="http://schemas.openxmlformats.org/officeDocument/2006/relationships/slide" Target="slides/slide165.xml"/><Relationship Id="rId173" Type="http://schemas.openxmlformats.org/officeDocument/2006/relationships/slide" Target="slides/slide166.xml"/><Relationship Id="rId174" Type="http://schemas.openxmlformats.org/officeDocument/2006/relationships/slide" Target="slides/slide167.xml"/><Relationship Id="rId175" Type="http://schemas.openxmlformats.org/officeDocument/2006/relationships/slide" Target="slides/slide168.xml"/><Relationship Id="rId176" Type="http://schemas.openxmlformats.org/officeDocument/2006/relationships/slide" Target="slides/slide169.xml"/><Relationship Id="rId177" Type="http://schemas.openxmlformats.org/officeDocument/2006/relationships/slide" Target="slides/slide170.xml"/><Relationship Id="rId178" Type="http://schemas.openxmlformats.org/officeDocument/2006/relationships/slide" Target="slides/slide171.xml"/><Relationship Id="rId179" Type="http://schemas.openxmlformats.org/officeDocument/2006/relationships/slide" Target="slides/slide172.xml"/><Relationship Id="rId180" Type="http://schemas.openxmlformats.org/officeDocument/2006/relationships/slide" Target="slides/slide173.xml"/><Relationship Id="rId181" Type="http://schemas.openxmlformats.org/officeDocument/2006/relationships/slide" Target="slides/slide174.xml"/><Relationship Id="rId182" Type="http://schemas.openxmlformats.org/officeDocument/2006/relationships/slide" Target="slides/slide175.xml"/><Relationship Id="rId183" Type="http://schemas.openxmlformats.org/officeDocument/2006/relationships/slide" Target="slides/slide176.xml"/><Relationship Id="rId184" Type="http://schemas.openxmlformats.org/officeDocument/2006/relationships/slide" Target="slides/slide177.xml"/><Relationship Id="rId185" Type="http://schemas.openxmlformats.org/officeDocument/2006/relationships/slide" Target="slides/slide178.xml"/><Relationship Id="rId186" Type="http://schemas.openxmlformats.org/officeDocument/2006/relationships/slide" Target="slides/slide179.xml"/><Relationship Id="rId187" Type="http://schemas.openxmlformats.org/officeDocument/2006/relationships/slide" Target="slides/slide180.xml"/><Relationship Id="rId188" Type="http://schemas.openxmlformats.org/officeDocument/2006/relationships/slide" Target="slides/slide181.xml"/><Relationship Id="rId189" Type="http://schemas.openxmlformats.org/officeDocument/2006/relationships/slide" Target="slides/slide182.xml"/><Relationship Id="rId190" Type="http://schemas.openxmlformats.org/officeDocument/2006/relationships/slide" Target="slides/slide183.xml"/><Relationship Id="rId191" Type="http://schemas.openxmlformats.org/officeDocument/2006/relationships/slide" Target="slides/slide184.xml"/><Relationship Id="rId192" Type="http://schemas.openxmlformats.org/officeDocument/2006/relationships/slide" Target="slides/slide185.xml"/><Relationship Id="rId193" Type="http://schemas.openxmlformats.org/officeDocument/2006/relationships/slide" Target="slides/slide186.xml"/><Relationship Id="rId194" Type="http://schemas.openxmlformats.org/officeDocument/2006/relationships/slide" Target="slides/slide187.xml"/><Relationship Id="rId195" Type="http://schemas.openxmlformats.org/officeDocument/2006/relationships/slide" Target="slides/slide188.xml"/><Relationship Id="rId196" Type="http://schemas.openxmlformats.org/officeDocument/2006/relationships/slide" Target="slides/slide189.xml"/><Relationship Id="rId197" Type="http://schemas.openxmlformats.org/officeDocument/2006/relationships/slide" Target="slides/slide190.xml"/><Relationship Id="rId198" Type="http://schemas.openxmlformats.org/officeDocument/2006/relationships/slide" Target="slides/slide191.xml"/><Relationship Id="rId199" Type="http://schemas.openxmlformats.org/officeDocument/2006/relationships/slide" Target="slides/slide192.xml"/><Relationship Id="rId200" Type="http://schemas.openxmlformats.org/officeDocument/2006/relationships/slide" Target="slides/slide193.xml"/><Relationship Id="rId201" Type="http://schemas.openxmlformats.org/officeDocument/2006/relationships/slide" Target="slides/slide194.xml"/><Relationship Id="rId202" Type="http://schemas.openxmlformats.org/officeDocument/2006/relationships/slide" Target="slides/slide195.xml"/><Relationship Id="rId203" Type="http://schemas.openxmlformats.org/officeDocument/2006/relationships/slide" Target="slides/slide196.xml"/><Relationship Id="rId204" Type="http://schemas.openxmlformats.org/officeDocument/2006/relationships/slide" Target="slides/slide197.xml"/><Relationship Id="rId205" Type="http://schemas.openxmlformats.org/officeDocument/2006/relationships/slide" Target="slides/slide198.xml"/><Relationship Id="rId206" Type="http://schemas.openxmlformats.org/officeDocument/2006/relationships/slide" Target="slides/slide199.xml"/><Relationship Id="rId207" Type="http://schemas.openxmlformats.org/officeDocument/2006/relationships/slide" Target="slides/slide200.xml"/><Relationship Id="rId208" Type="http://schemas.openxmlformats.org/officeDocument/2006/relationships/slide" Target="slides/slide201.xml"/><Relationship Id="rId209" Type="http://schemas.openxmlformats.org/officeDocument/2006/relationships/slide" Target="slides/slide202.xml"/><Relationship Id="rId210" Type="http://schemas.openxmlformats.org/officeDocument/2006/relationships/slide" Target="slides/slide203.xml"/><Relationship Id="rId211" Type="http://schemas.openxmlformats.org/officeDocument/2006/relationships/slide" Target="slides/slide204.xml"/><Relationship Id="rId212" Type="http://schemas.openxmlformats.org/officeDocument/2006/relationships/slide" Target="slides/slide205.xml"/><Relationship Id="rId213" Type="http://schemas.openxmlformats.org/officeDocument/2006/relationships/slide" Target="slides/slide206.xml"/><Relationship Id="rId214" Type="http://schemas.openxmlformats.org/officeDocument/2006/relationships/slide" Target="slides/slide207.xml"/><Relationship Id="rId215" Type="http://schemas.openxmlformats.org/officeDocument/2006/relationships/slide" Target="slides/slide208.xml"/><Relationship Id="rId216" Type="http://schemas.openxmlformats.org/officeDocument/2006/relationships/slide" Target="slides/slide209.xml"/><Relationship Id="rId217" Type="http://schemas.openxmlformats.org/officeDocument/2006/relationships/slide" Target="slides/slide210.xml"/><Relationship Id="rId218" Type="http://schemas.openxmlformats.org/officeDocument/2006/relationships/slide" Target="slides/slide211.xml"/><Relationship Id="rId219" Type="http://schemas.openxmlformats.org/officeDocument/2006/relationships/slide" Target="slides/slide212.xml"/><Relationship Id="rId220" Type="http://schemas.openxmlformats.org/officeDocument/2006/relationships/slide" Target="slides/slide213.xml"/><Relationship Id="rId221" Type="http://schemas.openxmlformats.org/officeDocument/2006/relationships/slide" Target="slides/slide214.xml"/><Relationship Id="rId222" Type="http://schemas.openxmlformats.org/officeDocument/2006/relationships/slide" Target="slides/slide215.xml"/><Relationship Id="rId223" Type="http://schemas.openxmlformats.org/officeDocument/2006/relationships/slide" Target="slides/slide216.xml"/><Relationship Id="rId224" Type="http://schemas.openxmlformats.org/officeDocument/2006/relationships/slide" Target="slides/slide217.xml"/><Relationship Id="rId225" Type="http://schemas.openxmlformats.org/officeDocument/2006/relationships/slide" Target="slides/slide218.xml"/><Relationship Id="rId226" Type="http://schemas.openxmlformats.org/officeDocument/2006/relationships/slide" Target="slides/slide219.xml"/><Relationship Id="rId227" Type="http://schemas.openxmlformats.org/officeDocument/2006/relationships/slide" Target="slides/slide220.xml"/><Relationship Id="rId228" Type="http://schemas.openxmlformats.org/officeDocument/2006/relationships/slide" Target="slides/slide221.xml"/><Relationship Id="rId229" Type="http://schemas.openxmlformats.org/officeDocument/2006/relationships/slide" Target="slides/slide222.xml"/><Relationship Id="rId230" Type="http://schemas.openxmlformats.org/officeDocument/2006/relationships/slide" Target="slides/slide223.xml"/><Relationship Id="rId231" Type="http://schemas.openxmlformats.org/officeDocument/2006/relationships/slide" Target="slides/slide224.xml"/><Relationship Id="rId232" Type="http://schemas.openxmlformats.org/officeDocument/2006/relationships/slide" Target="slides/slide225.xml"/><Relationship Id="rId233" Type="http://schemas.openxmlformats.org/officeDocument/2006/relationships/slide" Target="slides/slide226.xml"/><Relationship Id="rId234" Type="http://schemas.openxmlformats.org/officeDocument/2006/relationships/slide" Target="slides/slide227.xml"/><Relationship Id="rId235" Type="http://schemas.openxmlformats.org/officeDocument/2006/relationships/slide" Target="slides/slide228.xml"/><Relationship Id="rId236" Type="http://schemas.openxmlformats.org/officeDocument/2006/relationships/slide" Target="slides/slide229.xml"/><Relationship Id="rId237" Type="http://schemas.openxmlformats.org/officeDocument/2006/relationships/slide" Target="slides/slide230.xml"/><Relationship Id="rId238" Type="http://schemas.openxmlformats.org/officeDocument/2006/relationships/slide" Target="slides/slide231.xml"/><Relationship Id="rId239" Type="http://schemas.openxmlformats.org/officeDocument/2006/relationships/slide" Target="slides/slide232.xml"/><Relationship Id="rId240" Type="http://schemas.openxmlformats.org/officeDocument/2006/relationships/slide" Target="slides/slide233.xml"/><Relationship Id="rId241" Type="http://schemas.openxmlformats.org/officeDocument/2006/relationships/slide" Target="slides/slide234.xml"/><Relationship Id="rId242" Type="http://schemas.openxmlformats.org/officeDocument/2006/relationships/slide" Target="slides/slide235.xml"/><Relationship Id="rId243" Type="http://schemas.openxmlformats.org/officeDocument/2006/relationships/slide" Target="slides/slide236.xml"/><Relationship Id="rId244" Type="http://schemas.openxmlformats.org/officeDocument/2006/relationships/slide" Target="slides/slide237.xml"/><Relationship Id="rId245" Type="http://schemas.openxmlformats.org/officeDocument/2006/relationships/slide" Target="slides/slide238.xml"/><Relationship Id="rId246" Type="http://schemas.openxmlformats.org/officeDocument/2006/relationships/slide" Target="slides/slide239.xml"/><Relationship Id="rId247" Type="http://schemas.openxmlformats.org/officeDocument/2006/relationships/slide" Target="slides/slide240.xml"/><Relationship Id="rId248" Type="http://schemas.openxmlformats.org/officeDocument/2006/relationships/slide" Target="slides/slide241.xml"/><Relationship Id="rId249" Type="http://schemas.openxmlformats.org/officeDocument/2006/relationships/slide" Target="slides/slide242.xml"/><Relationship Id="rId250" Type="http://schemas.openxmlformats.org/officeDocument/2006/relationships/slide" Target="slides/slide243.xml"/><Relationship Id="rId251" Type="http://schemas.openxmlformats.org/officeDocument/2006/relationships/slide" Target="slides/slide244.xml"/><Relationship Id="rId252" Type="http://schemas.openxmlformats.org/officeDocument/2006/relationships/slide" Target="slides/slide245.xml"/><Relationship Id="rId253" Type="http://schemas.openxmlformats.org/officeDocument/2006/relationships/slide" Target="slides/slide246.xml"/><Relationship Id="rId254" Type="http://schemas.openxmlformats.org/officeDocument/2006/relationships/slide" Target="slides/slide247.xml"/><Relationship Id="rId255" Type="http://schemas.openxmlformats.org/officeDocument/2006/relationships/slide" Target="slides/slide248.xml"/><Relationship Id="rId256" Type="http://schemas.openxmlformats.org/officeDocument/2006/relationships/slide" Target="slides/slide249.xml"/><Relationship Id="rId257" Type="http://schemas.openxmlformats.org/officeDocument/2006/relationships/slide" Target="slides/slide250.xml"/><Relationship Id="rId258" Type="http://schemas.openxmlformats.org/officeDocument/2006/relationships/slide" Target="slides/slide251.xml"/><Relationship Id="rId259" Type="http://schemas.openxmlformats.org/officeDocument/2006/relationships/slide" Target="slides/slide252.xml"/><Relationship Id="rId260" Type="http://schemas.openxmlformats.org/officeDocument/2006/relationships/slide" Target="slides/slide253.xml"/><Relationship Id="rId261" Type="http://schemas.openxmlformats.org/officeDocument/2006/relationships/slide" Target="slides/slide254.xml"/><Relationship Id="rId262" Type="http://schemas.openxmlformats.org/officeDocument/2006/relationships/slide" Target="slides/slide255.xml"/><Relationship Id="rId263" Type="http://schemas.openxmlformats.org/officeDocument/2006/relationships/slide" Target="slides/slide256.xml"/><Relationship Id="rId264" Type="http://schemas.openxmlformats.org/officeDocument/2006/relationships/slide" Target="slides/slide257.xml"/><Relationship Id="rId265" Type="http://schemas.openxmlformats.org/officeDocument/2006/relationships/slide" Target="slides/slide258.xml"/><Relationship Id="rId266" Type="http://schemas.openxmlformats.org/officeDocument/2006/relationships/slide" Target="slides/slide259.xml"/><Relationship Id="rId267" Type="http://schemas.openxmlformats.org/officeDocument/2006/relationships/slide" Target="slides/slide260.xml"/><Relationship Id="rId268" Type="http://schemas.openxmlformats.org/officeDocument/2006/relationships/slide" Target="slides/slide261.xml"/><Relationship Id="rId269" Type="http://schemas.openxmlformats.org/officeDocument/2006/relationships/slide" Target="slides/slide262.xml"/><Relationship Id="rId270" Type="http://schemas.openxmlformats.org/officeDocument/2006/relationships/slide" Target="slides/slide263.xml"/><Relationship Id="rId271" Type="http://schemas.openxmlformats.org/officeDocument/2006/relationships/slide" Target="slides/slide264.xml"/><Relationship Id="rId272" Type="http://schemas.openxmlformats.org/officeDocument/2006/relationships/slide" Target="slides/slide265.xml"/><Relationship Id="rId273" Type="http://schemas.openxmlformats.org/officeDocument/2006/relationships/slide" Target="slides/slide266.xml"/><Relationship Id="rId274" Type="http://schemas.openxmlformats.org/officeDocument/2006/relationships/slide" Target="slides/slide267.xml"/><Relationship Id="rId275" Type="http://schemas.openxmlformats.org/officeDocument/2006/relationships/slide" Target="slides/slide268.xml"/><Relationship Id="rId276" Type="http://schemas.openxmlformats.org/officeDocument/2006/relationships/slide" Target="slides/slide269.xml"/><Relationship Id="rId277" Type="http://schemas.openxmlformats.org/officeDocument/2006/relationships/slide" Target="slides/slide270.xml"/><Relationship Id="rId278" Type="http://schemas.openxmlformats.org/officeDocument/2006/relationships/slide" Target="slides/slide271.xml"/><Relationship Id="rId279" Type="http://schemas.openxmlformats.org/officeDocument/2006/relationships/slide" Target="slides/slide272.xml"/><Relationship Id="rId280" Type="http://schemas.openxmlformats.org/officeDocument/2006/relationships/slide" Target="slides/slide273.xml"/><Relationship Id="rId281" Type="http://schemas.openxmlformats.org/officeDocument/2006/relationships/slide" Target="slides/slide274.xml"/><Relationship Id="rId282" Type="http://schemas.openxmlformats.org/officeDocument/2006/relationships/slide" Target="slides/slide275.xml"/><Relationship Id="rId283" Type="http://schemas.openxmlformats.org/officeDocument/2006/relationships/slide" Target="slides/slide276.xml"/><Relationship Id="rId284" Type="http://schemas.openxmlformats.org/officeDocument/2006/relationships/slide" Target="slides/slide277.xml"/><Relationship Id="rId285" Type="http://schemas.openxmlformats.org/officeDocument/2006/relationships/slide" Target="slides/slide278.xml"/><Relationship Id="rId286" Type="http://schemas.openxmlformats.org/officeDocument/2006/relationships/slide" Target="slides/slide279.xml"/><Relationship Id="rId287" Type="http://schemas.openxmlformats.org/officeDocument/2006/relationships/slide" Target="slides/slide280.xml"/><Relationship Id="rId288" Type="http://schemas.openxmlformats.org/officeDocument/2006/relationships/slide" Target="slides/slide281.xml"/><Relationship Id="rId289" Type="http://schemas.openxmlformats.org/officeDocument/2006/relationships/slide" Target="slides/slide282.xml"/><Relationship Id="rId290" Type="http://schemas.openxmlformats.org/officeDocument/2006/relationships/slide" Target="slides/slide283.xml"/><Relationship Id="rId291" Type="http://schemas.openxmlformats.org/officeDocument/2006/relationships/slide" Target="slides/slide284.xml"/><Relationship Id="rId292" Type="http://schemas.openxmlformats.org/officeDocument/2006/relationships/slide" Target="slides/slide285.xml"/><Relationship Id="rId293" Type="http://schemas.openxmlformats.org/officeDocument/2006/relationships/slide" Target="slides/slide286.xml"/><Relationship Id="rId294" Type="http://schemas.openxmlformats.org/officeDocument/2006/relationships/slide" Target="slides/slide287.xml"/><Relationship Id="rId295" Type="http://schemas.openxmlformats.org/officeDocument/2006/relationships/slide" Target="slides/slide288.xml"/><Relationship Id="rId296" Type="http://schemas.openxmlformats.org/officeDocument/2006/relationships/slide" Target="slides/slide289.xml"/><Relationship Id="rId297" Type="http://schemas.openxmlformats.org/officeDocument/2006/relationships/slide" Target="slides/slide290.xml"/><Relationship Id="rId298" Type="http://schemas.openxmlformats.org/officeDocument/2006/relationships/slide" Target="slides/slide291.xml"/><Relationship Id="rId299" Type="http://schemas.openxmlformats.org/officeDocument/2006/relationships/slide" Target="slides/slide292.xml"/><Relationship Id="rId300" Type="http://schemas.openxmlformats.org/officeDocument/2006/relationships/slide" Target="slides/slide293.xml"/><Relationship Id="rId301" Type="http://schemas.openxmlformats.org/officeDocument/2006/relationships/slide" Target="slides/slide294.xml"/><Relationship Id="rId302" Type="http://schemas.openxmlformats.org/officeDocument/2006/relationships/slide" Target="slides/slide295.xml"/><Relationship Id="rId303" Type="http://schemas.openxmlformats.org/officeDocument/2006/relationships/slide" Target="slides/slide296.xml"/><Relationship Id="rId304" Type="http://schemas.openxmlformats.org/officeDocument/2006/relationships/slide" Target="slides/slide297.xml"/><Relationship Id="rId305" Type="http://schemas.openxmlformats.org/officeDocument/2006/relationships/slide" Target="slides/slide298.xml"/><Relationship Id="rId306" Type="http://schemas.openxmlformats.org/officeDocument/2006/relationships/slide" Target="slides/slide29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0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1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2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3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4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5.xml"/></Relationships>
</file>

<file path=ppt/notesSlides/_rels/notesSlide2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6.xml"/></Relationships>
</file>

<file path=ppt/notesSlides/_rels/notesSlide2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7.xml"/></Relationships>
</file>

<file path=ppt/notesSlides/_rels/notesSlide2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8.xml"/></Relationships>
</file>

<file path=ppt/notesSlides/_rels/notesSlide2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9.xml"/></Relationships>
</file>

<file path=ppt/notesSlides/_rels/notesSlide2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0.xml"/></Relationships>
</file>

<file path=ppt/notesSlides/_rels/notesSlide2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1.xml"/></Relationships>
</file>

<file path=ppt/notesSlides/_rels/notesSlide2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2.xml"/></Relationships>
</file>

<file path=ppt/notesSlides/_rels/notesSlide2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3.xml"/></Relationships>
</file>

<file path=ppt/notesSlides/_rels/notesSlide2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4.xml"/></Relationships>
</file>

<file path=ppt/notesSlides/_rels/notesSlide2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5.xml"/></Relationships>
</file>

<file path=ppt/notesSlides/_rels/notesSlide2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6.xml"/></Relationships>
</file>

<file path=ppt/notesSlides/_rels/notesSlide2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7.xml"/></Relationships>
</file>

<file path=ppt/notesSlides/_rels/notesSlide2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8.xml"/></Relationships>
</file>

<file path=ppt/notesSlides/_rels/notesSlide2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9.xml"/></Relationships>
</file>

<file path=ppt/notesSlides/_rels/notesSlide2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0.xml"/></Relationships>
</file>

<file path=ppt/notesSlides/_rels/notesSlide2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1.xml"/></Relationships>
</file>

<file path=ppt/notesSlides/_rels/notesSlide2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2.xml"/></Relationships>
</file>

<file path=ppt/notesSlides/_rels/notesSlide2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3.xml"/></Relationships>
</file>

<file path=ppt/notesSlides/_rels/notesSlide2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4.xml"/></Relationships>
</file>

<file path=ppt/notesSlides/_rels/notesSlide2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5.xml"/></Relationships>
</file>

<file path=ppt/notesSlides/_rels/notesSlide2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6.xml"/></Relationships>
</file>

<file path=ppt/notesSlides/_rels/notesSlide2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7.xml"/></Relationships>
</file>

<file path=ppt/notesSlides/_rels/notesSlide2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8.xml"/></Relationships>
</file>

<file path=ppt/notesSlides/_rels/notesSlide2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9.xml"/></Relationships>
</file>

<file path=ppt/notesSlides/_rels/notesSlide2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0.xml"/></Relationships>
</file>

<file path=ppt/notesSlides/_rels/notesSlide2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1.xml"/></Relationships>
</file>

<file path=ppt/notesSlides/_rels/notesSlide2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2.xml"/></Relationships>
</file>

<file path=ppt/notesSlides/_rels/notesSlide2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3.xml"/></Relationships>
</file>

<file path=ppt/notesSlides/_rels/notesSlide2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4.xml"/></Relationships>
</file>

<file path=ppt/notesSlides/_rels/notesSlide2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5.xml"/></Relationships>
</file>

<file path=ppt/notesSlides/_rels/notesSlide2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6.xml"/></Relationships>
</file>

<file path=ppt/notesSlides/_rels/notesSlide2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7.xml"/></Relationships>
</file>

<file path=ppt/notesSlides/_rels/notesSlide2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8.xml"/></Relationships>
</file>

<file path=ppt/notesSlides/_rels/notesSlide2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9.xml"/></Relationships>
</file>

<file path=ppt/notesSlides/_rels/notesSlide2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0.xml"/></Relationships>
</file>

<file path=ppt/notesSlides/_rels/notesSlide2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1.xml"/></Relationships>
</file>

<file path=ppt/notesSlides/_rels/notesSlide2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2.xml"/></Relationships>
</file>

<file path=ppt/notesSlides/_rels/notesSlide2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3.xml"/></Relationships>
</file>

<file path=ppt/notesSlides/_rels/notesSlide2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4.xml"/></Relationships>
</file>

<file path=ppt/notesSlides/_rels/notesSlide2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5.xml"/></Relationships>
</file>

<file path=ppt/notesSlides/_rels/notesSlide2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6.xml"/></Relationships>
</file>

<file path=ppt/notesSlides/_rels/notesSlide2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7.xml"/></Relationships>
</file>

<file path=ppt/notesSlides/_rels/notesSlide2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8.xml"/></Relationships>
</file>

<file path=ppt/notesSlides/_rels/notesSlide2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이전=M11 RViz2, 다음=M13 LiDAR을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camera의 FOV·해상도·update_rate가 ROS Image topic으로 연결되는 흐름을 만든다.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빨간 target과 노란 장애물의 화면 위치로 camera pose·FOV를 판단합니다.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Image 타입, publisher 1개 이상, average rate를 함께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노란 box와 ‘target … m’ 텍스트가 raw frame 처리 결과인지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Camera는 SDF에서 영상을 만들고 bridge가 ROS Image로 옮긴 뒤 cv_bridge 코드가 픽셀로 바꿉니다.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 raw 화면 → ros2 topic info/hz → debug Image 순서로 정상 여부를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처리와 영상 인지는 모델 파일과 분리해 Python ROS node package로 만듭니다.</a:t>
            </a:r>
          </a:p>
          <a:p>
            <a:r>
              <a:t>[실행] cd ~/ros2_curri/my_agv_ws/src</a:t>
            </a:r>
          </a:p>
          <a:p>
            <a:r>
              <a:t>ros2 pkg create --build-type ament_python --dependencies rclpy sensor_msgs std_msgs agv_sensors</a:t>
            </a:r>
          </a:p>
          <a:p>
            <a:r>
              <a:t>ros2 pkg create --build-type ament_python --dependencies rclpy sensor_msgs std_msgs agv_vision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1/3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2/3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~/ros2_curri/my_agv_ws/src/agv_sensors/package.xml의 3/3 구현 블록을 직접 입력한다.</a:t>
            </a:r>
          </a:p>
          <a:p>
            <a:r>
              <a:t>[실행] nano ~/ros2_curri/my_agv_ws/src/agv_sensors/package.xml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~/ros2_curri/my_agv_ws/src/agv_sensors</a:t>
            </a:r>
          </a:p>
          <a:p>
            <a:r>
              <a:t>nano ~/ros2_curri/my_agv_ws/src/agv_sensors/setup.py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~/ros2_curri/my_agv_ws/src/agv_sensors/setup.py의 1/1 구현 블록을 직접 입력한다.</a:t>
            </a:r>
          </a:p>
          <a:p>
            <a:r>
              <a:t>[실행] nano ~/ros2_curri/my_agv_ws/src/agv_sensors/setup.py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1/2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~/ros2_curri/my_agv_ws/src/agv_vision/package.xml의 2/2 구현 블록을 직접 입력한다.</a:t>
            </a:r>
          </a:p>
          <a:p>
            <a:r>
              <a:t>[실행] nano ~/ros2_curri/my_agv_ws/src/agv_vision/package.xml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~/ros2_curri/my_agv_ws/src/agv_vision</a:t>
            </a:r>
          </a:p>
          <a:p>
            <a:r>
              <a:t>nano ~/ros2_curri/my_agv_ws/src/agv_vision/setup.py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~/ros2_curri/my_agv_ws/src/agv_vision/setup.py의 1/1 구현 블록을 직접 입력한다.</a:t>
            </a:r>
          </a:p>
          <a:p>
            <a:r>
              <a:t>[실행] nano ~/ros2_curri/my_agv_ws/src/agv_vision/setup.py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카메라 Image를 받아 검출 결과와 debug Image를 내보내는 인지 노드</a:t>
            </a:r>
          </a:p>
          <a:p>
            <a:r>
              <a:t>[실행] mkdir -p ~/ros2_curri/my_agv_ws/src/agv_vision/agv_vision</a:t>
            </a:r>
          </a:p>
          <a:p>
            <a:r>
              <a:t>nano ~/ros2_curri/my_agv_ws/src/agv_vision/agv_vision/yolo_node.py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2/10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3/10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4/10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5/10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6/10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7/10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8/10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9/10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~/ros2_curri/my_agv_ws/src/agv_vision/agv_vision/yolo_node.py의 10/10 구현 블록을 직접 입력한다.</a:t>
            </a:r>
          </a:p>
          <a:p>
            <a:r>
              <a:t>[실행] nano ~/ros2_curri/my_agv_ws/src/agv_vision/agv_vision/yolo_node.py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해상도·FOV·update_rate는 생성되는 영상의 크기와 주기를 정한다.</a:t>
            </a:r>
          </a:p>
          <a:p>
            <a:r>
              <a:t>[실행] rg -n '&lt;sensor name="camera"|&lt;width&gt;|&lt;height&gt;|&lt;horizontal_fov&gt;|&lt;update_rate&gt;' \</a:t>
            </a:r>
          </a:p>
          <a:p>
            <a:r>
              <a:t>  ~/ros2_curri/my_agv_ws/src/agv_gazebo/models/agv/model.sdf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 이름은 SDF sensor와 bridge YAML 양쪽에서 일치해야 한다.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ros2 run rqt_image_view rqt_image_view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 autonomy:=false</a:t>
            </a:r>
          </a:p>
          <a:p>
            <a:r>
              <a:t># 새 터미널: ros2 run rqt_image_view rqt_image_view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/camera/image_raw</a:t>
            </a:r>
          </a:p>
          <a:p>
            <a:r>
              <a:t>ros2 topic hz /camera/image_raw</a:t>
            </a:r>
          </a:p>
          <a:p>
            <a:r>
              <a:t>[확인] /camera/image_raw가 bridge를 통과하고 cv_bridge 소비 노드가 받을 준비가 된 상태를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blocks/D_sensors/M12_camera_sensor/complete/agv_ws/src || true</a:t>
            </a:r>
          </a:p>
          <a:p>
            <a:r>
              <a:t>cp -a my_agv_ws/src my_agv_ws/src_before_M12</a:t>
            </a:r>
          </a:p>
          <a:p>
            <a:r>
              <a:t>cp -a blocks/D_sensors/M12_camera_sensor/complete/agv_ws/src/.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M13 LiDAR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 Camera pipeline, 다음=M14 IMU을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 범위 배열에서 전방 ±15° 유효 거리의 최소값을 계산한다.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frame_id, ±pi angle, range_min/max, average rate를 순서대로 읽습니다.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Displays에서 LaserScan이 켜져 있고 scan frame을 TF가 변환하는지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LiDAR의 ranges는 거리 배열이고, 각 원소의 방향은 angle_min + index × angle_increment입니다.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terminal에서 frame/range/rate를 보고 RViz LaserScan에서 공간 방향을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ranges의 index는 angle_min + index×angle_increment로 실제 각도가 된다.</a:t>
            </a:r>
          </a:p>
          <a:p>
            <a:r>
              <a:t>[실행] ros2 interface show sensor_msgs/msg/LaserScan</a:t>
            </a:r>
          </a:p>
          <a:p>
            <a:r>
              <a:t>ros2 topic echo /scan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inf·NaN은 충돌 판단에서 제외해야 안전한 최소값을 얻는다.</a:t>
            </a:r>
          </a:p>
          <a:p>
            <a:r>
              <a:t>[실행] source ~/ros2_curri/my_agv_ws/install/setup.bash</a:t>
            </a:r>
          </a:p>
          <a:p>
            <a:r>
              <a:t>ros2 run agv_sensors lidar_processor</a:t>
            </a:r>
          </a:p>
          <a:p>
            <a:r>
              <a:t>ros2 topic echo /obstacle_distance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lidar_processor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/scan</a:t>
            </a:r>
          </a:p>
          <a:p>
            <a:r>
              <a:t>ros2 topic hz /scan</a:t>
            </a:r>
          </a:p>
          <a:p>
            <a:r>
              <a:t>ros2 topic echo /obstacle_distance --once</a:t>
            </a:r>
          </a:p>
          <a:p>
            <a:r>
              <a:t>[확인] /scan frame·RViz point·/obstacle_distance 출력이 장애물 위치에 반응한다.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blocks/D_sensors/M13_lidar_sensor/complete/agv_ws/src || true</a:t>
            </a:r>
          </a:p>
          <a:p>
            <a:r>
              <a:t>cp -a my_agv_ws/src my_agv_ws/src_before_M13</a:t>
            </a:r>
          </a:p>
          <a:p>
            <a:r>
              <a:t>cp -a blocks/D_sensors/M13_lidar_sensor/complete/agv_ws/src/.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M14 IMU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이전=M13 /scan, 다음=M15 운영/QoS을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angular_velocity·linear_acceleration·frame_id를 AGV 회전과 가속의 좌표축으로 해석한다.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agv/base_link/imu frame과 angular_velocity·linear_acceleration 필드, average rate를 찾습니다.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IMU는 로봇 base에 붙은 좌표계에서 회전과 가속을 계속 발행하는 센서입니다.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terminal의 agv/base_link/imu frame과 publish rate를 보고 제자리 회전 시 z축을 비교합니다.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센서·물리 system plugin과 warehouse 환경을 함께 여는 Gazebo World</a:t>
            </a:r>
          </a:p>
          <a:p>
            <a:r>
              <a:t>[실행] mkdir -p ~/ros2_curri/my_agv_ws/src/agv_gazebo/worlds</a:t>
            </a:r>
          </a:p>
          <a:p>
            <a:r>
              <a:t>nano ~/ros2_curri/my_agv_ws/src/agv_gazebo/worlds/warehouse.sdf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2/11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3/11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4/11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5/11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6/11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7/11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8/11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9/11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10/11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~/ros2_curri/my_agv_ws/src/agv_gazebo/worlds/warehouse.sdf의 11/11 구현 블록을 직접 입력한다.</a:t>
            </a:r>
          </a:p>
          <a:p>
            <a:r>
              <a:t>[실행] nano ~/ros2_curri/my_agv_ws/src/agv_gazebo/worlds/warehouse.sdf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z축 angular velocity는 제자리 회전에서 가장 먼저 변화를 보인다.</a:t>
            </a:r>
          </a:p>
          <a:p>
            <a:r>
              <a:t>[실행] ros2 interface show sensor_msgs/msg/Imu</a:t>
            </a:r>
          </a:p>
          <a:p>
            <a:r>
              <a:t>ros2 topic echo /imu/data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출력에 단위와 frame을 함께 남기면 축 오류를 찾기 쉽다.</a:t>
            </a:r>
          </a:p>
          <a:p>
            <a:r>
              <a:t>[실행] source ~/ros2_curri/my_agv_ws/install/setup.bash</a:t>
            </a:r>
          </a:p>
          <a:p>
            <a:r>
              <a:t>ros2 run agv_sensors imu_monitor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# 새 터미널: ros2 run agv_sensors imu_monitor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/imu/data</a:t>
            </a:r>
          </a:p>
          <a:p>
            <a:r>
              <a:t>ros2 topic hz /imu/data</a:t>
            </a:r>
          </a:p>
          <a:p>
            <a:r>
              <a:t>ros2 topic echo /imu/data --once</a:t>
            </a:r>
          </a:p>
          <a:p>
            <a:r>
              <a:t>[확인] /imu/data의 z축 gyro 값과 noise 설정을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blocks/D_sensors/M14_imu_sensor/complete/agv_ws/src || true</a:t>
            </a:r>
          </a:p>
          <a:p>
            <a:r>
              <a:t>cp -a my_agv_ws/src my_agv_ws/src_before_M14</a:t>
            </a:r>
          </a:p>
          <a:p>
            <a:r>
              <a:t>cp -a blocks/D_sensors/M14_imu_sensor/complete/agv_ws/src/.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M15 운영/QoS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이전=M12~M14 센서 topic, 다음=M16 제어 interface을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use_sim_time·/clock·QoS·rate·frame_id로 camera/LiDAR/IMU를 공통 점검한다.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camera가 message를 내보내고 있는지 type·publisher·rate로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SDF 설정값과 실제 range/angle/rate가 논리적으로 맞는지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IMU도 같은 simulation 시간에 갱신되는지 average rate를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camera·LiDAR·IMU 각각을 화면·terminal·frame 기준으로 교차 확인합니다.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센서를 동시에 운영할 때는 ‘topic이 있다’보다 시간·QoS·frame·rate가 서로 맞는지가 중요합니다.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camera/LiDAR/IMU terminal과 RViz를 함께 열어 이름·rate·Fixed Frame을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센서 처리 노드가 공통으로 사용할 use_sim_time 등 실행 파라미터</a:t>
            </a:r>
          </a:p>
          <a:p>
            <a:r>
              <a:t>[실행] mkdir -p ~/ros2_curri/my_agv_ws/src/agv_bringup/config</a:t>
            </a:r>
          </a:p>
          <a:p>
            <a:r>
              <a:t>nano ~/ros2_curri/my_agv_ws/src/agv_bringup/config/sensors.yaml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~/ros2_curri/my_agv_ws/src/agv_bringup/config/sensors.yaml의 1/1 구현 블록을 직접 입력한다.</a:t>
            </a:r>
          </a:p>
          <a:p>
            <a:r>
              <a:t>[실행] nano ~/ros2_curri/my_agv_ws/src/agv_bringup/config/sensors.yaml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Transport 메시지와 ROS 2 topic을 방향별로 연결하는 번역표</a:t>
            </a:r>
          </a:p>
          <a:p>
            <a:r>
              <a:t>[실행] mkdir -p ~/ros2_curri/my_agv_ws/src/agv_gazebo/config</a:t>
            </a:r>
          </a:p>
          <a:p>
            <a:r>
              <a:t>nano ~/ros2_curri/my_agv_ws/src/agv_gazebo/config/bridge.yaml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1/3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2/3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~/ros2_curri/my_agv_ws/src/agv_gazebo/config/bridge.yaml의 3/3 구현 블록을 직접 입력한다.</a:t>
            </a:r>
          </a:p>
          <a:p>
            <a:r>
              <a:t>[실행] nano ~/ros2_curri/my_agv_ws/src/agv_gazebo/config/bridge.yaml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LaserScan의 전방 sector에서 유효 거리 최소값을 계산하는 안전 입력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~/ros2_curri/my_agv_ws/src/agv_sensors/agv_sensors/lidar_processor.py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1/3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2/3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~/ros2_curri/my_agv_ws/src/agv_sensors/agv_sensors/lidar_processor.py의 3/3 구현 블록을 직접 입력한다.</a:t>
            </a:r>
          </a:p>
          <a:p>
            <a:r>
              <a:t>[실행] nano ~/ros2_curri/my_agv_ws/src/agv_sensors/agv_sensors/lidar_processor.py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IMU frame·각속도·가속도를 단위와 함께 출력하는 진단 노드</a:t>
            </a:r>
          </a:p>
          <a:p>
            <a:r>
              <a:t>[실행] mkdir -p ~/ros2_curri/my_agv_ws/src/agv_sensors/agv_sensors</a:t>
            </a:r>
          </a:p>
          <a:p>
            <a:r>
              <a:t>nano ~/ros2_curri/my_agv_ws/src/agv_sensors/agv_sensors/imu_monitor.py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1/3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2/3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~/ros2_curri/my_agv_ws/src/agv_sensors/agv_sensors/imu_monitor.py의 3/3 구현 블록을 직접 입력한다.</a:t>
            </a:r>
          </a:p>
          <a:p>
            <a:r>
              <a:t>[실행] nano ~/ros2_curri/my_agv_ws/src/agv_sensors/agv_sensors/imu_monitor.py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 /clock을 안 쓰면 sensor timestamp와 node 시간이 어긋날 수 있다.</a:t>
            </a:r>
          </a:p>
          <a:p>
            <a:r>
              <a:t>[실행] ros2 param get /lidar_processor use_sim_time</a:t>
            </a:r>
          </a:p>
          <a:p>
            <a:r>
              <a:t>ros2 topic echo /clock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topic이 있어도 QoS가 호환되지 않으면 callback이 받지 못할 수 있다.</a:t>
            </a:r>
          </a:p>
          <a:p>
            <a:r>
              <a:t>[실행] ros2 topic hz /scan</a:t>
            </a:r>
          </a:p>
          <a:p>
            <a:r>
              <a:t>ros2 topic hz /imu/data</a:t>
            </a:r>
          </a:p>
          <a:p>
            <a:r>
              <a:t>ros2 topic info --verbose /scan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agv_bringup agv_sim.launch.py rviz:=false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echo /clock --once</a:t>
            </a:r>
          </a:p>
          <a:p>
            <a:r>
              <a:t>ros2 topic hz /scan</a:t>
            </a:r>
          </a:p>
          <a:p>
            <a:r>
              <a:t>ros2 topic hz /imu/data</a:t>
            </a:r>
          </a:p>
          <a:p>
            <a:r>
              <a:t>ros2 param get /lidar_processor use_sim_time</a:t>
            </a:r>
          </a:p>
          <a:p>
            <a:r>
              <a:t>[확인] 모든 sensor 노드가 같은 시뮬레이션 시간과 기대 publish rate를 사용한다.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blocks/D_sensors/M15_sensor_operations/complete/agv_ws/src || true</a:t>
            </a:r>
          </a:p>
          <a:p>
            <a:r>
              <a:t>cp -a my_agv_ws/src my_agv_ws/src_before_M15</a:t>
            </a:r>
          </a:p>
          <a:p>
            <a:r>
              <a:t>cp -a blocks/D_sensors/M15_sensor_operations/complete/agv_ws/src/.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M16 제어 interface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4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9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0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2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3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9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0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1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2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2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5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6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8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9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0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1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2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3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4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5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6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8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9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0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1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2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3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4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5.xml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6.xml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7.xml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8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9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0.xml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1.xml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2.xml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3.xml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4.xml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5.xml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56.xml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7.xml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8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9.xml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0.xml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1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68.xml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2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5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6.xml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7.xml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8.xml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9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0.xml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1.xml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2.xml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5.xml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6.xml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7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8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9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0.xml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1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2.xml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3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4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5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6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4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8.xml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9.xml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0.xml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1.xml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2.xml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3.xml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4.xml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5.xml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6.xml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7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8.xml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9.xml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0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1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2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3.xml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4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5.xml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6.xml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7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8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9.xml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0.xml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1.xml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2.xml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3.xml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4.xml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5.xml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6.xml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7.xml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48.xml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49.xml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50.xml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51.xml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2.xml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3.xml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4.xml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5.xml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6.xml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7.xml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8.xml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9.xml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0.xml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1.xml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2.xml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3.xml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4.xml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5.xml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6.xml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7.xml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8.xml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9.xml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0.xml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1.xml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2.xml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3.xml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4.xml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5.xml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6.xml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7.xml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8.xml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9.xml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0.xml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1.xml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2.xml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3.xml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4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5.xml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6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87.xml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8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9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0.xml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1.xml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2.xml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M 시리즈 통합 따라 하기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6949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600" b="1">
                <a:solidFill>
                  <a:srgbClr val="122C4E"/>
                </a:solidFill>
                <a:latin typeface="Noto Sans CJK KR"/>
              </a:defRPr>
            </a:pPr>
            <a:r>
              <a:t>센서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2971800"/>
            <a:ext cx="9921240" cy="137160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이 파일은 Block 안의 모든 M 시리즈 PPT를 순서와 발표자 노트까지 유지해 한 번에 볼 수 있도록 합친 자료입니다.</a:t>
            </a:r>
            <a:br/>
            <a:r>
              <a:t>개별 M PPT는 실습 때, 이 통합본은 Block 전체 흐름을 복습·강의할 때 사용합니다.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698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포함 모듈: M12 → M13 → M14 → M15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02920"/>
            <a:ext cx="1097280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000" b="1">
                <a:solidFill>
                  <a:srgbClr val="122C4E"/>
                </a:solidFill>
                <a:latin typeface="Noto Sans CJK KR"/>
              </a:defRPr>
            </a:pPr>
            <a:r>
              <a:t>Block D 커리큘럼 요약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77240" y="12344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" y="13441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40280" y="13258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202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4300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40280" y="241173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40614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351586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3497580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4491990"/>
            <a:ext cx="1065276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4601718"/>
            <a:ext cx="1143000" cy="2468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900" b="1">
                <a:solidFill>
                  <a:srgbClr val="225B9B"/>
                </a:solidFill>
                <a:latin typeface="Noto Sans CJK KR"/>
              </a:defRPr>
            </a:pPr>
            <a:r>
              <a:t>M15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4583429"/>
            <a:ext cx="859536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053328"/>
            <a:ext cx="1051560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400" b="1">
                <a:solidFill>
                  <a:srgbClr val="2A8B5A"/>
                </a:solidFill>
                <a:latin typeface="Noto Sans CJK KR"/>
              </a:defRPr>
            </a:pPr>
            <a:r>
              <a:t>각 모듈의 완료 조건을 통과한 뒤에만 다음 모듈로 진행합니다.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1/4 · M12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Camera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M12의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M12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M12</a:t>
            </a:r>
            <a:r>
              <a:rPr/>
              <a:t>Camera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M13 LiDAR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M11의 camera_link와 RViz display 환경이 준비된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M11 RViz2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M11 RViz2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camera의 FOV·해상도·update_rate가 ROS Image topic으로 연결되는 흐름을 만든다.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7개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/camera/image_raw: AGV 전방 camera가 target·장애물 방향을 보는 원본 프레임  |  나중에 확인할 것: 빨간 target과 노란 장애물의 화면 위치로 camera pose·FOV를 판단합니다.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camera Image type·publisher/subscriber·publish rate  |  나중에 확인할 것: Image 타입, publisher 1개 이상, average rate를 함께 찾습니다.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5516" y="1389888"/>
            <a:ext cx="621791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/vision/debug_image: fallback 검출 결과가 target box·거리로 표시된 화면  |  나중에 확인할 것: 노란 box와 ‘target … m’ 텍스트가 raw frame 처리 결과인지 확인합니다.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camera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cv_bridge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agv_sensors/package.xml</a:t>
            </a:r>
            <a:r>
              <a:rPr/>
              <a:t>└── agv_sensors/setup.py</a:t>
            </a:r>
            <a:r>
              <a:rPr/>
              <a:t>└── agv_vision/package.xml</a:t>
            </a:r>
            <a:r>
              <a:rPr/>
              <a:t>└── agv_vision/setup.py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agv_vision/agv_vision/yolo_node.py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build가 dependency를 해석할 때 사용한다.</a:t>
            </a:r>
            <a:r>
              <a:rPr/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colcon build·source 뒤 ros2 pkg executables로 확인한다.</a:t>
            </a:r>
            <a:r>
              <a:rPr/>
              <a:t>화면/출력: ros2 pkg executables와 ros2 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(3/4)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(4/4)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subscription → cv_bridge 변환 → 검출 → Detection/debug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enable_yolo=false로 fallback부터 실행하고 모델 준비 뒤 true로 바꾼다.</a:t>
            </a:r>
            <a:r>
              <a:rPr/>
              <a:t>화면/출력: /vision/debug_image의 노란 box와 target 거리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Camera는 SDF에서 영상을 만들고 bridge가 ROS Image로 옮긴 뒤 cv_bridge 코드가 픽셀로 바꿉니다.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&lt;horizontal_fov&gt;, &lt;width&gt;, &lt;height&gt;, &lt;update_rate&gt;, /camera/image_raw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FOV는 보이는 폭, width/height는 프레임 크기, update_rate는 새 영상의 주기를 바꿉니다.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 raw 화면 → ros2 topic info/hz → debug Image 순서로 정상 여부를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센서와 vision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처리와 영상 인지는 모델 파일과 분리해 Python ROS node package로 만듭니다.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~/ros2_curri/my_agv_ws/src</a:t>
            </a:r>
            <a:r>
              <a:rPr/>
              <a:t>ros2 pkg create --build-type ament_python --dependencies rclpy sensor_msgs std_msgs agv_sensors</a:t>
            </a:r>
            <a:r>
              <a:rPr/>
              <a:t>ros2 pkg create --build-type ament_python --dependencies rclpy sensor_msgs std_msgs agv_vision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</a:t>
            </a:r>
            <a:r>
              <a:rPr/>
              <a:t>nano ~/ros2_curri/my_agv_ws/src/agv_sensors/package.xml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&lt;name&gt;agv_sensors&lt;/name&gt;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&lt;name&gt;agv_sensors&lt;/name&gt;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&lt;description&gt;LaserScan and IMU processing nodes.&lt;/description&gt;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&lt;exec_depend&gt;sensor_msgs&lt;/exec_depend&gt;</a:t>
            </a:r>
            <a:r>
              <a:rPr/>
              <a:t>  &lt;exec_depend&gt;std_msgs&lt;/exec_depend&gt;</a:t>
            </a:r>
            <a:r>
              <a:rPr/>
              <a:t>  &lt;exec_depend&gt;geometry_msgs&lt;/exec_depend&gt;</a:t>
            </a:r>
            <a:r>
              <a:rPr/>
              <a:t>  &lt;exec_depend&gt;nav_msgs&lt;/exec_depend&gt;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</a:t>
            </a:r>
            <a:r>
              <a:rPr/>
              <a:t>nano ~/ros2_curri/my_agv_ws/src/agv_sensors/setup.py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['lidar_processor =</a:t>
            </a:r>
            <a:r>
              <a:rPr/>
              <a:t>agv_sensors.lidar_processor:main',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'agv_sensors'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['lidar_processor = agv_sensors.lidar_processor:main',</a:t>
            </a:r>
            <a:r>
              <a:rPr/>
              <a:t>     'imu_monitor = agv_sensors.imu_monitor:main',</a:t>
            </a:r>
            <a:r>
              <a:rPr/>
              <a:t>    'odom_path = agv_sensors.odom_path:main']})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&lt;name&gt;agv_vision&lt;/name&gt;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&lt;exec_depend&gt;rclpy&lt;/exec_depend&gt;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3/7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&lt;package format="3"&gt;</a:t>
            </a:r>
            <a:r>
              <a:rPr/>
              <a:t>  &lt;name&gt;agv_vision&lt;/name&gt;</a:t>
            </a:r>
            <a:r>
              <a:rPr/>
              <a:t>  &lt;version&gt;0.1.0&lt;/version&gt;</a:t>
            </a:r>
            <a:r>
              <a:rPr/>
              <a:t>  </a:t>
            </a:r>
            <a:r>
              <a:rPr/>
              <a:t>  </a:t>
            </a:r>
            <a:r>
              <a:rPr/>
              <a:t>  &lt;description&gt;Camera and optional YOLO perception node.&lt;/description&gt;</a:t>
            </a:r>
            <a:r>
              <a:rPr/>
              <a:t>  &lt;maintainer email="student@example.com"&gt;AGV student&lt;/maintainer&gt;</a:t>
            </a:r>
            <a:r>
              <a:rPr/>
              <a:t>  &lt;license&gt;Apache-2.0&lt;/license&gt;</a:t>
            </a:r>
            <a:r>
              <a:rPr/>
              <a:t>  </a:t>
            </a:r>
            <a:r>
              <a:rPr/>
              <a:t>  </a:t>
            </a:r>
            <a:r>
              <a:rPr/>
              <a:t>  &lt;buildtool_depend&gt;ament_python&lt;/buildtool_depend&gt;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3/7: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3/7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~/ros2_curri/my_agv_ws/src/agv_vision/package.xml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&lt;exec_depend&gt;rclpy&lt;/exec_depend&gt;</a:t>
            </a:r>
            <a:r>
              <a:rPr/>
              <a:t>  &lt;exec_depend&gt;sensor_msgs&lt;/exec_depend&gt;</a:t>
            </a:r>
            <a:r>
              <a:rPr/>
              <a:t>  &lt;exec_depend&gt;cv_bridge&lt;/exec_depend&gt;</a:t>
            </a:r>
            <a:r>
              <a:rPr/>
              <a:t>  &lt;exec_depend&gt;agv_interfaces&lt;/exec_depend&gt;</a:t>
            </a:r>
            <a:r>
              <a:rPr/>
              <a:t>  </a:t>
            </a:r>
            <a:r>
              <a:rPr/>
              <a:t>  </a:t>
            </a:r>
            <a:r>
              <a:rPr/>
              <a:t>  &lt;export&gt;</a:t>
            </a:r>
            <a:r>
              <a:rPr/>
              <a:t>    &lt;build_type&gt;ament_python&lt;/build_type&gt;</a:t>
            </a:r>
            <a:r>
              <a:rPr/>
              <a:t>  &lt;/export&gt;</a:t>
            </a:r>
            <a:r>
              <a:rPr/>
              <a:t>  </a:t>
            </a:r>
            <a:r>
              <a:rPr/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</a:t>
            </a:r>
            <a:r>
              <a:rPr/>
              <a:t>nano ~/ros2_curri/my_agv_ws/src/agv_vision/setup.py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setup(name=package_name, version='0.1.0',</a:t>
            </a:r>
            <a:r>
              <a:rPr/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entry_points={'console_scripts': ['yolo_node =</a:t>
            </a:r>
            <a:r>
              <a:rPr/>
              <a:t>agv_vision.yolo_node:main']})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4/7: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4/7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~/ros2_curri/my_agv_ws/src/agv_vision/setup.py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from setuptools import find_packages, setup</a:t>
            </a:r>
            <a:r>
              <a:rPr/>
              <a:t>package_name = 'agv_vision'</a:t>
            </a:r>
            <a:r>
              <a:rPr/>
              <a:t>setup(name=package_name, version='0.1.0', packages=find_packages(exclude=['test']),</a:t>
            </a:r>
            <a:r>
              <a:rPr/>
              <a:t>    data_files=[('share/ament_index/resource_index/packages',</a:t>
            </a:r>
            <a:r>
              <a:rPr/>
              <a:t>    ['resource/' + package_name]), ('share/' + package_name, ['package.xml'])],</a:t>
            </a:r>
            <a:r>
              <a:rPr/>
              <a:t>    install_requires=['setuptools'], zip_safe=True, maintainer='AGV student',</a:t>
            </a:r>
            <a:r>
              <a:rPr/>
              <a:t>    maintainer_email='student@example.com', license='Apache-2.0',</a:t>
            </a:r>
            <a:r>
              <a:rPr/>
              <a:t>    entry_points={'console_scripts': ['yolo_node = agv_vision.yolo_node:main']})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5/7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5/7: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5/7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6/7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6/7: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6/7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카메라 Image를 받아 검출 결과와 debug Image를 내보내는 인지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~/ros2_curri/my_agv_ws/src/agv_vision/agv_vision</a:t>
            </a:r>
            <a:r>
              <a:rPr/>
              <a:t>nano ~/ros2_curri/my_agv_ws/src/agv_vision/agv_vision/yolo_node.py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/vision/debug_image의 노란 box와 target 거리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YoloNode(Node):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super().__init__('yolo_node')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self.declare_parameter('model_path', 'yolo11n.pt')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self.create_publisher(DetectionArray,</a:t>
            </a:r>
            <a:r>
              <a:rPr/>
              <a:t>'/detections', 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self.create_subscription(Image, '/camera/image_raw',</a:t>
            </a:r>
            <a:r>
              <a:rPr/>
              <a:t>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if self.get_parameter('enable_yolo').value: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self.get_logger().info('YOLO model loaded')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7/7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make_detection(self, header, class_name, confidence,</a:t>
            </a:r>
            <a:r>
              <a:rPr/>
              <a:t>x1, y1, x2, y2, image_width):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(1/10)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1/10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Image</a:t>
            </a:r>
            <a:r>
              <a:rPr/>
              <a:t>from cv_bridge import CvBridge</a:t>
            </a:r>
            <a:r>
              <a:rPr/>
              <a:t>from agv_interfaces.msg import Detection, DetectionArray</a:t>
            </a:r>
            <a:r>
              <a:rPr/>
              <a:t>import cv2</a:t>
            </a:r>
            <a:r>
              <a:rPr/>
              <a:t>class YoloNode(Node):</a:t>
            </a:r>
            <a:r>
              <a:rPr/>
              <a:t>    def __init__(self):</a:t>
            </a:r>
            <a:r>
              <a:rPr/>
              <a:t>        super().__init__('yolo_node')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(2/10)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2/10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self.declare_parameter('model_path', 'yolo11n.pt')</a:t>
            </a:r>
            <a:r>
              <a:rPr/>
              <a:t>        self.declare_parameter('confidence_threshold', 0.5)</a:t>
            </a:r>
            <a:r>
              <a:rPr/>
              <a:t>        self.declare_parameter('enable_yolo', False)</a:t>
            </a:r>
            <a:r>
              <a:rPr/>
              <a:t>        self.declare_parameter('enable_red_target_fallback', True)</a:t>
            </a:r>
            <a:r>
              <a:rPr/>
              <a:t>        self.declare_parameter('target_width_m', 0.25)</a:t>
            </a:r>
            <a:r>
              <a:rPr/>
              <a:t>        self.bridge = CvBridge()</a:t>
            </a:r>
            <a:r>
              <a:rPr/>
              <a:t>        self.publisher = self.create_publisher(DetectionArray, '/detections', 10)</a:t>
            </a:r>
            <a:r>
              <a:rPr/>
              <a:t>        self.debug_publisher = self.create_publisher(Image, '/vision/debug_image',</a:t>
            </a:r>
            <a:r>
              <a:rPr/>
              <a:t>            qos_profile_sensor_data)</a:t>
            </a:r>
            <a:r>
              <a:rPr/>
              <a:t>        self.create_subscription(Image, '/camera/image_raw', self.callback,</a:t>
            </a:r>
            <a:r>
              <a:rPr/>
              <a:t>            qos_profile_sensor_data)</a:t>
            </a:r>
            <a:r>
              <a:rPr/>
              <a:t>        self.model =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(3/10)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3/10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if self.get_parameter('enable_yolo').value:</a:t>
            </a:r>
            <a:r>
              <a:rPr/>
              <a:t>            try:</a:t>
            </a:r>
            <a:r>
              <a:rPr/>
              <a:t>                from ultralytics import YOLO</a:t>
            </a:r>
            <a:r>
              <a:rPr/>
              <a:t>                self.model = YOLO(self.get_parameter('model_path').value)</a:t>
            </a:r>
            <a:r>
              <a:rPr/>
              <a:t>                self.get_logger().info('YOLO model loaded')</a:t>
            </a:r>
            <a:r>
              <a:rPr/>
              <a:t>            except ImportError:</a:t>
            </a:r>
            <a:r>
              <a:rPr/>
              <a:t>                self.get_logger().error('ultralytics is not installed: follow M17 before enable_yolo:=true')</a:t>
            </a:r>
            <a:r>
              <a:rPr/>
              <a:t>    def make_detection(self, header, class_name, confidence, x1, y1, x2, y2, image_width):</a:t>
            </a:r>
            <a:r>
              <a:rPr/>
              <a:t>        """Estimate distance with a pinhole model for the fixed 60-degree course camera."""</a:t>
            </a:r>
            <a:r>
              <a:rPr/>
              <a:t>        width = max(1, x2 - x1)</a:t>
            </a:r>
            <a:r>
              <a:rPr/>
              <a:t>        focal_px = image_width / (2.0 * 0.57735)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(4/10)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4/10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distance = float(self.get_parameter('target_width_m').value) * focal_px / width</a:t>
            </a:r>
            <a:r>
              <a:rPr/>
              <a:t>        return Detection(header=header, class_name=class_name,</a:t>
            </a:r>
            <a:r>
              <a:rPr/>
              <a:t>            confidence=float(confidence), center_x=(x1 + x2) // 2,</a:t>
            </a:r>
            <a:r>
              <a:rPr/>
              <a:t>            center_y=(y1 + y2) // 2, width=width, height=max(1, y2 - y1),</a:t>
            </a:r>
            <a:r>
              <a:rPr/>
              <a:t>            estimated_distance=distance)</a:t>
            </a:r>
            <a:r>
              <a:rPr/>
              <a:t>    def red_target_detection(self, image, header):</a:t>
            </a:r>
            <a:r>
              <a:rPr/>
              <a:t>        """Dependency-free fallback for the red target placed in warehouse.sdf.</a:t>
            </a:r>
            <a:r>
              <a:rPr/>
              <a:t>        This is deliberately labelled as a fallback in the debug image.  It keeps</a:t>
            </a:r>
            <a:r>
              <a:rPr/>
              <a:t>        M17--M22 runnable before a learner downloads a YOLO model, while the same</a:t>
            </a:r>
            <a:r>
              <a:rPr/>
              <a:t>        Detection message and mission interface are used by real YOLO inference.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(5/10)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5/10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"""</a:t>
            </a:r>
            <a:r>
              <a:rPr/>
              <a:t>        hsv = cv2.cvtColor(image, cv2.COLOR_BGR2HSV)</a:t>
            </a:r>
            <a:r>
              <a:rPr/>
              <a:t>        lower_red = cv2.inRange(hsv, (0, 90, 70), (12, 255, 255))</a:t>
            </a:r>
            <a:r>
              <a:rPr/>
              <a:t>        upper_red = cv2.inRange(hsv, (165, 90, 70), (179, 255, 255))</a:t>
            </a:r>
            <a:r>
              <a:rPr/>
              <a:t>        mask = cv2.bitwise_or(lower_red, upper_red)</a:t>
            </a:r>
            <a:r>
              <a:rPr/>
              <a:t>        contours, _ = cv2.findContours(mask, cv2.RETR_EXTERNAL, cv2.CHAIN_APPROX_SIMPLE)</a:t>
            </a:r>
            <a:r>
              <a:rPr/>
              <a:t>        if not contours:</a:t>
            </a:r>
            <a:r>
              <a:rPr/>
              <a:t>            return None</a:t>
            </a:r>
            <a:r>
              <a:rPr/>
              <a:t>        contour = max(contours, key=cv2.contourArea)</a:t>
            </a:r>
            <a:r>
              <a:rPr/>
              <a:t>        if cv2.contourArea(contour) &lt; 80:</a:t>
            </a:r>
            <a:r>
              <a:rPr/>
              <a:t>            return None</a:t>
            </a:r>
            <a:r>
              <a:rPr/>
              <a:t>        x, y, width, height = cv2.boundingRect(contour)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(6/10)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6/10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return self.make_detection(header, 'red_target_fallback', 0.9, x, y, x + width,</a:t>
            </a:r>
            <a:r>
              <a:rPr/>
              <a:t>            y + height, image.shape[1])</a:t>
            </a:r>
            <a:r>
              <a:rPr/>
              <a:t>    def callback(self, image_message):</a:t>
            </a:r>
            <a:r>
              <a:rPr/>
              <a:t>        image = self.bridge.imgmsg_to_cv2(image_message, desired_encoding='bgr8')</a:t>
            </a:r>
            <a:r>
              <a:rPr/>
              <a:t>        debug = image.copy()</a:t>
            </a:r>
            <a:r>
              <a:rPr/>
              <a:t>        output = DetectionArray(header=image_message.header)</a:t>
            </a:r>
            <a:r>
              <a:rPr/>
              <a:t>        label = 'no detection'</a:t>
            </a:r>
            <a:r>
              <a:rPr/>
              <a:t>        if self.model is not None:</a:t>
            </a:r>
            <a:r>
              <a:rPr/>
              <a:t>            result = self.model(image, verbose=False)[0]</a:t>
            </a:r>
            <a:r>
              <a:rPr/>
              <a:t>            threshold = self.get_parameter('confidence_threshold').value</a:t>
            </a:r>
            <a:r>
              <a:rPr/>
              <a:t>            for box in result.boxes: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(7/10)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7/10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  confidence = float(box.conf[0])</a:t>
            </a:r>
            <a:r>
              <a:rPr/>
              <a:t>                if confidence &lt; threshold:</a:t>
            </a:r>
            <a:r>
              <a:rPr/>
              <a:t>                    continue</a:t>
            </a:r>
            <a:r>
              <a:rPr/>
              <a:t>                x1, y1, x2, y2 = [int(value) for value in box.xyxy[0].tolist()]</a:t>
            </a:r>
            <a:r>
              <a:rPr/>
              <a:t>                detection = self.make_detection(image_message.header,</a:t>
            </a:r>
            <a:r>
              <a:rPr/>
              <a:t>                    result.names[int(box.cls[0])], confidence, x1, y1, x2, y2,</a:t>
            </a:r>
            <a:r>
              <a:rPr/>
              <a:t>                    image.shape[1])</a:t>
            </a:r>
            <a:r>
              <a:rPr/>
              <a:t>                output.detections.append(detection)</a:t>
            </a:r>
            <a:r>
              <a:rPr/>
              <a:t>                cv2.rectangle(debug, (x1, y1), (x2, y2), (30, 220, 30), 2)</a:t>
            </a:r>
            <a:r>
              <a:rPr/>
              <a:t>                label = f'YOLO {detection.class_name} {confidence:.2f}'</a:t>
            </a:r>
            <a:r>
              <a:rPr/>
              <a:t>        elif self.get_parameter('enable_red_target_fallback').value:</a:t>
            </a:r>
            <a:r>
              <a:rPr/>
              <a:t>            detection = self.red_target_detection(image, image_message.header)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(8/10)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8/10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if detection is not None:</a:t>
            </a:r>
            <a:r>
              <a:rPr/>
              <a:t>                output.detections.append(detection)</a:t>
            </a:r>
            <a:r>
              <a:rPr/>
              <a:t>                x1 = detection.center_x - detection.width // 2</a:t>
            </a:r>
            <a:r>
              <a:rPr/>
              <a:t>                y1 = detection.center_y - detection.height // 2</a:t>
            </a:r>
            <a:r>
              <a:rPr/>
              <a:t>                x2, y2 = (x1 + detection.width, y1 + detection.height)</a:t>
            </a:r>
            <a:r>
              <a:rPr/>
              <a:t>                cv2.rectangle(debug, (x1, y1), (x2, y2), (0, 215, 255), 2)</a:t>
            </a:r>
            <a:r>
              <a:rPr/>
              <a:t>                label = f'course fallback target {detection.estimated_distance:.2f} m'</a:t>
            </a:r>
            <a:r>
              <a:rPr/>
              <a:t>            else:</a:t>
            </a:r>
            <a:r>
              <a:rPr/>
              <a:t>                label = 'course fallback: red target not visible'</a:t>
            </a:r>
            <a:r>
              <a:rPr/>
              <a:t>        cv2.putText(debug, label, (12, 28), cv2.FONT_HERSHEY_SIMPLEX, 0.65, (255, 255,</a:t>
            </a:r>
            <a:r>
              <a:rPr/>
              <a:t>            255), 2)</a:t>
            </a:r>
            <a:r>
              <a:rPr/>
              <a:t>        self.publisher.publish(output)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(9/10)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9/10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self.debug_publisher.publish(self.bridge.cv2_to_imgmsg(debug, encoding='bgr8'))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YoloNode()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7/7: 코드 입력 (10/10)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~/ros2_curri/my_agv_ws/src/agv_vision/agv_vision/yolo_node.py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7/7 · 입력 10/10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~/ros2_curri/my_agv_ws/src/agv_vision/agv_vision/yolo_node.py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10/10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camera sensor 설정을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해상도·FOV·update_rate는 생성되는 영상의 크기와 주기를 정한다.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rg -n '&lt;sensor name="camera"|&lt;width&gt;|&lt;height&gt;|&lt;horizontal_fov&gt;|&lt;update_rate&gt;' \</a:t>
            </a:r>
            <a:r>
              <a:rPr/>
              <a:t>  ~/ros2_curri/my_agv_ws/src/agv_gazebo/models/agv/model.sdf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Image topic을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 이름은 SDF sensor와 bridge YAML 양쪽에서 일치해야 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  <a:r>
              <a:rPr/>
              <a:t>ros2 run rqt_image_view rqt_image_view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 autonomy:=false</a:t>
            </a:r>
            <a:r>
              <a:rPr/>
              <a:t># 새 터미널: ros2 run rqt_image_view rqt_image_view /camera/image_raw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/camera/image_raw</a:t>
            </a:r>
            <a:r>
              <a:rPr/>
              <a:t>ros2 topic hz /camera/image_raw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/camera/image_raw가 bridge를 통과하고 cv_bridge 소비 노드가 받을 준비가 된 상태를 확인한다.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영상이 검정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camera pose/FOV·world light·clipping range를 확인한다.</a:t>
            </a:r>
            <a:r>
              <a:rPr/>
              <a:t>수정 후: ros2 topic info /camera/image_raw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RViz 이미지가 비어 있음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Image topic·QoS·bridge mapping을 확인한다.</a:t>
            </a:r>
            <a:r>
              <a:rPr/>
              <a:t>수정 후: ros2 topic info /camera/image_raw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blocks/D_sensors/M12_camera_sensor/complete/agv_ws/src || true</a:t>
            </a:r>
            <a:r>
              <a:rPr/>
              <a:t>cp -a my_agv_ws/src my_agv_ws/src_before_M12</a:t>
            </a:r>
            <a:r>
              <a:rPr/>
              <a:t>cp -a blocks/D_sensors/M12_camera_sensor/complete/agv_ws/src/.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camera update_rate 15→5 Hz와 width 640→320을 각각 바꾸고 topic hz와 처리량 차이를 기록한다.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/camera/image_raw가 bridge를 통과하고 cv_bridge 소비 노드가 받을 준비가 된 상태를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blocks/D_sensors/M12_camera_sensor/complete/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M13 LiDAR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M12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2/4 · M13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2D LiDAR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M13의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M13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2D LiDAR / LaserScan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M13</a:t>
            </a:r>
            <a:r>
              <a:rPr/>
              <a:t>2D LiDAR / LaserScan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M14 IMU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lidar_link가 있고 World에 벽·박스가 배치된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 Camera pipeline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 Camera 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 범위 배열에서 전방 ±15° 유효 거리의 최소값을 계산한다.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3개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LaserScan frame·angle·range와 publish rate  |  나중에 확인할 것: frame_id, ±pi angle, range_min/max, average rate를 순서대로 읽습니다.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LaserScan을 RobotModel·TF와 같은 Fixed Frame에서 연 화면  |  나중에 확인할 것: Displays에서 LaserScan이 켜져 있고 scan frame을 TF가 변환하는지 확인합니다.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gpu_lidar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  <a:r>
              <a:rPr/>
              <a:t>/scan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lidar_processor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/obstacle_distance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agv_gazebo/models/agv/model.sdf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LiDAR의 ranges는 거리 배열이고, 각 원소의 방향은 angle_min + index × angle_increment입니다.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&lt;samples&gt;, &lt;min_angle&gt;, &lt;max_angle&gt;, range_min/range_max, qos_profile_sensor_data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바꾸면 최소거리 판단에 포함되는 전방 sector가 바뀝니다.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terminal에서 frame/range/rate를 보고 RViz LaserScan에서 공간 방향을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1/3: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1/3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3/3: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3/3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LiDAR 범위와 angle을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ranges의 index는 angle_min + index×angle_increment로 실제 각도가 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sensor_msgs/msg/LaserScan</a:t>
            </a:r>
            <a:r>
              <a:rPr/>
              <a:t>ros2 topic echo /scan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전방 최소거리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inf·NaN은 충돌 판단에서 제외해야 안전한 최소값을 얻는다.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agv_sensors lidar_processor</a:t>
            </a:r>
            <a:r>
              <a:rPr/>
              <a:t>ros2 topic echo /obstacle_distance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lidar_processor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/scan</a:t>
            </a:r>
            <a:r>
              <a:rPr/>
              <a:t>ros2 topic hz /scan</a:t>
            </a:r>
            <a:r>
              <a:rPr/>
              <a:t>ros2 topic echo /obstacle_distance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/scan frame·RViz point·/obstacle_distance 출력이 장애물 위치에 반응한다.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/scan이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SDF sensor → bridge YAML → ROS topic 순서로 확인한다.</a:t>
            </a:r>
            <a:r>
              <a:rPr/>
              <a:t>수정 후: ros2 topic info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최소거리가 항상 inf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유효 range 필터와 sector index 계산을 확인한다.</a:t>
            </a:r>
            <a:r>
              <a:rPr/>
              <a:t>수정 후: ros2 topic info /scan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blocks/D_sensors/M13_lidar_sensor/complete/agv_ws/src || true</a:t>
            </a:r>
            <a:r>
              <a:rPr/>
              <a:t>cp -a my_agv_ws/src my_agv_ws/src_before_M13</a:t>
            </a:r>
            <a:r>
              <a:rPr/>
              <a:t>cp -a blocks/D_sensors/M13_lidar_sensor/complete/agv_ws/src/.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front_half_angle_deg를 15°와 45°로 각각 실행해 장애물 판정 영역이 어떻게 달라지는지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/scan frame·RViz point·/obstacle_distance 출력이 장애물 위치에 반응한다.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blocks/D_sensors/M13_lidar_sensor/complete/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M14 IMU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3/4 · M14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IMU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M14의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M14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 Sensor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M14</a:t>
            </a:r>
            <a:r>
              <a:rPr/>
              <a:t>IMU Sensor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M15 운영/QoS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IMU sensor가 base_link에 장착되어 있고 M09 주행이 가능한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M13 /scan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/imu/data의 z축 gyro 값과 noise 설정을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M13 /scan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angular_velocity·linear_acceleration·frame_id를 AGV 회전과 가속의 좌표축으로 해석한다.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GNOME Terminal: /imu/data의 frame·필드와 publish rate  |  나중에 확인할 것: agv/base_link/imu frame과 angular_velocity·linear_acceleration 필드, average rate를 찾습니다.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IMU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bridge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/imu/data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imu_monitor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agv_gazebo/models/agv/model.sdf</a:t>
            </a:r>
            <a:r>
              <a:rPr/>
              <a:t>└── agv_gazebo/worlds/warehouse.sdf</a:t>
            </a:r>
            <a:r>
              <a:rPr/>
              <a:t>└── agv_gazebo/config/bridge.yaml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Gazebo launch 뒤 각 ROS topic을 확인한다.</a:t>
            </a:r>
            <a:r>
              <a:rPr/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Physics/Sensors/Imu plugin → 환경 → include AGV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World를 다시 열면 Imu system이 /imu/data의 원천을 생성한다.</a:t>
            </a:r>
            <a:r>
              <a:rPr/>
              <a:t>화면/출력: Gazebo World와 IMU terminal의 frame_id·publish rate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IMU는 로봇 base에 붙은 좌표계에서 회전과 가속을 계속 발행하는 센서입니다.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&lt;sensor name="imu"&gt;, update_rate, Imu system plugin, angular_velocity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World의 gz-sim-imu-system이 없으면 sensor 태그가 있어도 실제 메시지가 나오지 않습니다.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terminal의 agv/base_link/imu frame과 publish rate를 보고 제자리 회전 시 z축을 비교합니다.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~/ros2_curri/my_agv_ws/src/agv_gazebo/models/agv</a:t>
            </a:r>
            <a:r>
              <a:rPr/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</a:t>
            </a:r>
            <a:r>
              <a:rPr/>
              <a:t>  </a:t>
            </a:r>
            <a:r>
              <a:rPr/>
              <a:t>  &lt;model name="agv"&gt;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name="base_link"&gt;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&lt;pose&gt;0 0 0.16 0 0 0&lt;/pose&gt;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</a:t>
            </a:r>
            <a:r>
              <a:rPr/>
              <a:t>      &lt;inertial&gt;</a:t>
            </a:r>
            <a:r>
              <a:rPr/>
              <a:t>        &lt;mass&gt;12.0&lt;/mass&gt;</a:t>
            </a:r>
            <a:r>
              <a:rPr/>
              <a:t>        &lt;inertia&gt;</a:t>
            </a:r>
            <a:r>
              <a:rPr/>
              <a:t>          &lt;ixx&gt;0.20&lt;/ixx&gt;</a:t>
            </a:r>
            <a:r>
              <a:rPr/>
              <a:t>          &lt;iyy&gt;0.40&lt;/iyy&gt;</a:t>
            </a:r>
            <a:r>
              <a:rPr/>
              <a:t>          &lt;izz&gt;0.50&lt;/izz&gt;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  &lt;material&gt;</a:t>
            </a:r>
            <a:r>
              <a:rPr/>
              <a:t>          &lt;diffuse&gt;0.1 0.35 0.8 1&lt;/diffuse&gt;</a:t>
            </a:r>
            <a:r>
              <a:rPr/>
              <a:t>        &lt;/material&gt;</a:t>
            </a:r>
            <a:r>
              <a:rPr/>
              <a:t>      &lt;/visual&gt;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&lt;size&gt;0.60 0.42 0.16&lt;/size&gt;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  </a:t>
            </a:r>
            <a:r>
              <a:rPr/>
              <a:t>      </a:t>
            </a:r>
            <a:r>
              <a:rPr/>
              <a:t>      &lt;sensor name="imu" type="imu"&gt;</a:t>
            </a:r>
            <a:r>
              <a:rPr/>
              <a:t>        &lt;topic&gt;/imu/data&lt;/topic&gt;</a:t>
            </a:r>
            <a:r>
              <a:rPr/>
              <a:t>        &lt;always_on&gt;true&lt;/always_on&gt;</a:t>
            </a:r>
            <a:r>
              <a:rPr/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&lt;imu&gt;</a:t>
            </a:r>
            <a:r>
              <a:rPr/>
              <a:t>          &lt;angular_velocity&gt;</a:t>
            </a:r>
            <a:r>
              <a:rPr/>
              <a:t>            &lt;x&gt;</a:t>
            </a:r>
            <a:r>
              <a:rPr/>
              <a:t>              &lt;noise type="gaussian"&gt;</a:t>
            </a:r>
            <a:r>
              <a:rPr/>
              <a:t>                &lt;mean&gt;0&lt;/mean&gt;</a:t>
            </a:r>
            <a:r>
              <a:rPr/>
              <a:t>                &lt;stddev&gt;0.001&lt;/stddev&gt;</a:t>
            </a:r>
            <a:r>
              <a:rPr/>
              <a:t>              &lt;/noise&gt;</a:t>
            </a:r>
            <a:r>
              <a:rPr/>
              <a:t>            &lt;/x&gt;</a:t>
            </a:r>
            <a:r>
              <a:rPr/>
              <a:t>          &lt;/angular_velocity&gt;</a:t>
            </a:r>
            <a:r>
              <a:rPr/>
              <a:t>        &lt;/imu&gt;</a:t>
            </a:r>
            <a:r>
              <a:rPr/>
              <a:t>      &lt;/sensor&gt;</a:t>
            </a:r>
            <a:r>
              <a:rPr/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name="left_wheel_link"&gt;</a:t>
            </a:r>
            <a:r>
              <a:rPr/>
              <a:t>      &lt;pose relative_to="base_link"&gt;0 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  <a:r>
              <a:rPr/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  <a:r>
              <a:rPr/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  <a:r>
              <a:rPr/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name="right_wheel_link"&gt;</a:t>
            </a:r>
            <a:r>
              <a:rPr/>
              <a:t>      &lt;pose relative_to="base_link"&gt;0 -0.19 -0.08 1.5708 0 0&lt;/pose&gt;</a:t>
            </a:r>
            <a:r>
              <a:rPr/>
              <a:t>      &lt;inertial&gt;</a:t>
            </a:r>
            <a:r>
              <a:rPr/>
              <a:t>        &lt;mass&gt;0.6&lt;/mass&gt;</a:t>
            </a:r>
            <a:r>
              <a:rPr/>
              <a:t>        &lt;inertia&gt;</a:t>
            </a:r>
            <a:r>
              <a:rPr/>
              <a:t>          &lt;ixx&gt;0.002&lt;/ixx&gt;</a:t>
            </a:r>
            <a:r>
              <a:rPr/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&lt;izz&gt;0.001&lt;/izz&gt;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name="wheel"&gt;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&lt;radius&gt;0.08&lt;/radius&gt;</a:t>
            </a:r>
            <a:r>
              <a:rPr/>
              <a:t>            &lt;length&gt;0.05&lt;/length&gt;</a:t>
            </a: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  &lt;surface&gt;</a:t>
            </a:r>
            <a:r>
              <a:rPr/>
              <a:t>          &lt;friction&gt;</a:t>
            </a:r>
            <a:r>
              <a:rPr/>
              <a:t>            &lt;ode&gt;</a:t>
            </a:r>
            <a:r>
              <a:rPr/>
              <a:t>              &lt;mu&gt;1.0&lt;/mu&gt;</a:t>
            </a:r>
            <a:r>
              <a:rPr/>
              <a:t>              &lt;mu2&gt;1.0&lt;/mu2&gt;</a:t>
            </a:r>
            <a:r>
              <a:rPr/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&lt;/friction&gt;</a:t>
            </a:r>
            <a:r>
              <a:rPr/>
              <a:t>        &lt;/surface&gt;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name="left_wheel_joint" type="revolute"&gt;</a:t>
            </a:r>
            <a:r>
              <a:rPr/>
              <a:t>      &lt;parent&gt;base_link&lt;/parent&gt;</a:t>
            </a:r>
            <a:r>
              <a:rPr/>
              <a:t>      &lt;child&gt;left_wheel_link&lt;/child&gt;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  <a:r>
              <a:rPr/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name="right_wheel_joint" type="revolute"&gt;</a:t>
            </a:r>
            <a:r>
              <a:rPr/>
              <a:t>      &lt;parent&gt;base_link&lt;/parent&gt;</a:t>
            </a:r>
            <a:r>
              <a:rPr/>
              <a:t>      &lt;child&gt;right_wheel_link&lt;/child&gt;</a:t>
            </a:r>
            <a:r>
              <a:rPr/>
              <a:t>      &lt;axis&gt;</a:t>
            </a:r>
            <a:r>
              <a:rPr/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&lt;limit&gt;</a:t>
            </a:r>
            <a:r>
              <a:rPr/>
              <a:t>          &lt;lower&gt;-1e16&lt;/lower&gt;</a:t>
            </a:r>
            <a:r>
              <a:rPr/>
              <a:t>          &lt;upper&gt;1e16&lt;/upper&gt;</a:t>
            </a:r>
            <a:r>
              <a:rPr/>
              <a:t>        &lt;/limit&gt;</a:t>
            </a:r>
            <a:r>
              <a:rPr/>
              <a:t>      &lt;/axis&gt;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name="caster_link"&gt;</a:t>
            </a:r>
            <a:r>
              <a:rPr/>
              <a:t>      &lt;pose relative_to="base_link"&gt;-0.24 0 -0.12 0 0 0&lt;/pose&gt;</a:t>
            </a:r>
            <a:r>
              <a:rPr/>
              <a:t>      &lt;inertial&gt;</a:t>
            </a:r>
            <a:r>
              <a:rPr/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&lt;inertia&gt;</a:t>
            </a:r>
            <a:r>
              <a:rPr/>
              <a:t>          &lt;ixx&gt;0.0001&lt;/ixx&gt;</a:t>
            </a:r>
            <a:r>
              <a:rPr/>
              <a:t>          &lt;iyy&gt;0.0001&lt;/iyy&gt;</a:t>
            </a:r>
            <a:r>
              <a:rPr/>
              <a:t>          &lt;izz&gt;0.0001&lt;/izz&gt;</a:t>
            </a:r>
            <a:r>
              <a:rPr/>
              <a:t>        &lt;/inertia&gt;</a:t>
            </a:r>
            <a:r>
              <a:rPr/>
              <a:t>      &lt;/inertial&gt;</a:t>
            </a:r>
            <a:r>
              <a:rPr/>
              <a:t>      &lt;visual name="caster"&gt;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&lt;/visual&gt;</a:t>
            </a:r>
            <a:r>
              <a:rPr/>
              <a:t>      &lt;collision name="caster_collision"&gt;</a:t>
            </a:r>
            <a:r>
              <a:rPr/>
              <a:t>        &lt;geometry&gt;</a:t>
            </a:r>
            <a:r>
              <a:rPr/>
              <a:t>          &lt;sphere&gt;</a:t>
            </a:r>
            <a:r>
              <a:rPr/>
              <a:t>            &lt;radius&gt;0.04&lt;/radius&gt;</a:t>
            </a:r>
            <a:r>
              <a:rPr/>
              <a:t>          &lt;/sphere&gt;</a:t>
            </a:r>
            <a:r>
              <a:rPr/>
              <a:t>        &lt;/geometry&gt;</a:t>
            </a:r>
            <a:r>
              <a:rPr/>
              <a:t>      &lt;/collision&gt;</a:t>
            </a: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&lt;parent&gt;base_link&lt;/parent&gt;</a:t>
            </a:r>
            <a:r>
              <a:rPr/>
              <a:t>      &lt;child&gt;caster_link&lt;/child&gt;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name="lidar_link"&gt;</a:t>
            </a:r>
            <a:r>
              <a:rPr/>
              <a:t>      &lt;pose relative_to="base_link"&gt;0.12 0 0.13 0 0 0&lt;/pose&gt;</a:t>
            </a:r>
            <a:r>
              <a:rPr/>
              <a:t>      &lt;visual name="housing"&gt;</a:t>
            </a:r>
            <a:r>
              <a:rPr/>
              <a:t>        &lt;geometry&gt;</a:t>
            </a:r>
            <a:r>
              <a:rPr/>
              <a:t>          &lt;cylinder&gt;</a:t>
            </a:r>
            <a:r>
              <a:rPr/>
              <a:t>            &lt;radius&gt;0.045&lt;/radius&gt;</a:t>
            </a:r>
            <a:r>
              <a:rPr/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&lt;/cylinder&gt;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name="lidar" type="gpu_lidar"&gt;</a:t>
            </a:r>
            <a:r>
              <a:rPr/>
              <a:t>        &lt;topic&gt;/scan&lt;/topic&gt;</a:t>
            </a:r>
            <a:r>
              <a:rPr/>
              <a:t>        &lt;always_on&gt;true&lt;/always_on&gt;</a:t>
            </a:r>
            <a:r>
              <a:rPr/>
              <a:t>        &lt;update_rate&gt;10&lt;/update_rate&gt;</a:t>
            </a:r>
            <a:r>
              <a:rPr/>
              <a:t>        &lt;visualize&gt;false&lt;/visualize&gt;</a:t>
            </a:r>
            <a:r>
              <a:rPr/>
              <a:t>        &lt;lidar&gt;</a:t>
            </a:r>
            <a:r>
              <a:rPr/>
              <a:t>          &lt;scan&gt;</a:t>
            </a:r>
            <a:r>
              <a:rPr/>
              <a:t>            &lt;horizontal&gt;</a:t>
            </a:r>
            <a:r>
              <a:rPr/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    &lt;resolution&gt;1&lt;/resolution&gt;</a:t>
            </a:r>
            <a:r>
              <a:rPr/>
              <a:t>              &lt;min_angle&gt;-3.14159&lt;/min_angle&gt;</a:t>
            </a:r>
            <a:r>
              <a:rPr/>
              <a:t>              &lt;max_angle&gt;3.14159&lt;/max_angle&gt;</a:t>
            </a:r>
            <a:r>
              <a:rPr/>
              <a:t>            &lt;/horizontal&gt;</a:t>
            </a:r>
            <a:r>
              <a:rPr/>
              <a:t>          &lt;/scan&gt;</a:t>
            </a:r>
            <a:r>
              <a:rPr/>
              <a:t>          &lt;range&gt;</a:t>
            </a:r>
            <a:r>
              <a:rPr/>
              <a:t>            &lt;min&gt;0.12&lt;/min&gt;</a:t>
            </a:r>
            <a:r>
              <a:rPr/>
              <a:t>            &lt;max&gt;12.0&lt;/max&gt;</a:t>
            </a:r>
            <a:r>
              <a:rPr/>
              <a:t>            &lt;resolution&gt;0.01&lt;/resolution&gt;</a:t>
            </a:r>
            <a:r>
              <a:rPr/>
              <a:t>          &lt;/range&gt;</a:t>
            </a:r>
            <a:r>
              <a:rPr/>
              <a:t>        &lt;/lidar&gt;</a:t>
            </a:r>
            <a:r>
              <a:rPr/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&lt;/link&gt;</a:t>
            </a:r>
            <a:r>
              <a:rPr/>
              <a:t>    </a:t>
            </a:r>
            <a:r>
              <a:rPr/>
              <a:t>    </a:t>
            </a:r>
            <a:r>
              <a:rPr/>
              <a:t>    &lt;joint name="lidar_joint" type="fixed"&gt;</a:t>
            </a:r>
            <a:r>
              <a:rPr/>
              <a:t>      &lt;parent&gt;base_link&lt;/parent&gt;</a:t>
            </a:r>
            <a:r>
              <a:rPr/>
              <a:t>      &lt;child&gt;lidar_link&lt;/child&gt;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&lt;link name="camera_link"&gt;</a:t>
            </a:r>
            <a:r>
              <a:rPr/>
              <a:t>      &lt;pose relative_to="base_link"&gt;0.30 0 0.10 0 0 0&lt;/pose&gt;</a:t>
            </a:r>
            <a:r>
              <a:rPr/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&lt;geometry&gt;</a:t>
            </a:r>
            <a:r>
              <a:rPr/>
              <a:t>          &lt;box&gt;</a:t>
            </a:r>
            <a:r>
              <a:rPr/>
              <a:t>            &lt;size&gt;0.05 0.08 0.05&lt;/size&gt;</a:t>
            </a:r>
            <a:r>
              <a:rPr/>
              <a:t>          &lt;/box&gt;</a:t>
            </a:r>
            <a:r>
              <a:rPr/>
              <a:t>        &lt;/geometry&gt;</a:t>
            </a:r>
            <a:r>
              <a:rPr/>
              <a:t>      &lt;/visual&gt;</a:t>
            </a:r>
            <a:r>
              <a:rPr/>
              <a:t>      &lt;sensor name="camera" type="camera"&gt;</a:t>
            </a:r>
            <a:r>
              <a:rPr/>
              <a:t>        &lt;topic&gt;/camera/image_raw&lt;/topic&gt;</a:t>
            </a:r>
            <a:r>
              <a:rPr/>
              <a:t>        &lt;always_on&gt;true&lt;/always_on&gt;</a:t>
            </a:r>
            <a:r>
              <a:rPr/>
              <a:t>        &lt;update_rate&gt;15&lt;/update_rate&gt;</a:t>
            </a:r>
            <a:r>
              <a:rPr/>
              <a:t>        &lt;camera&gt;</a:t>
            </a:r>
            <a:r>
              <a:rPr/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&lt;image&gt;</a:t>
            </a:r>
            <a:r>
              <a:rPr/>
              <a:t>            &lt;width&gt;640&lt;/width&gt;</a:t>
            </a:r>
            <a:r>
              <a:rPr/>
              <a:t>            &lt;height&gt;480&lt;/height&gt;</a:t>
            </a:r>
            <a:r>
              <a:rPr/>
              <a:t>            &lt;format&gt;R8G8B8&lt;/format&gt;</a:t>
            </a:r>
            <a:r>
              <a:rPr/>
              <a:t>          &lt;/image&gt;</a:t>
            </a:r>
            <a:r>
              <a:rPr/>
              <a:t>          &lt;clip&gt;</a:t>
            </a:r>
            <a:r>
              <a:rPr/>
              <a:t>            &lt;near&gt;0.1&lt;/near&gt;</a:t>
            </a:r>
            <a:r>
              <a:rPr/>
              <a:t>            &lt;far&gt;20&lt;/far&gt;</a:t>
            </a:r>
            <a:r>
              <a:rPr/>
              <a:t>          &lt;/clip&gt;</a:t>
            </a:r>
            <a:r>
              <a:rPr/>
              <a:t>        &lt;/camera&gt;</a:t>
            </a:r>
            <a:r>
              <a:rPr/>
              <a:t>      &lt;/sensor&gt;</a:t>
            </a:r>
            <a:r>
              <a:rPr/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  </a:t>
            </a:r>
            <a:r>
              <a:rPr/>
              <a:t>    &lt;joint name="camera_joint" type="fixed"&gt;</a:t>
            </a:r>
            <a:r>
              <a:rPr/>
              <a:t>      &lt;parent&gt;base_link&lt;/parent&gt;</a:t>
            </a:r>
            <a:r>
              <a:rPr/>
              <a:t>      &lt;child&gt;camera_link&lt;/child&gt;</a:t>
            </a:r>
            <a:r>
              <a:rPr/>
              <a:t>    &lt;/joint&gt;</a:t>
            </a:r>
            <a:r>
              <a:rPr/>
              <a:t>    </a:t>
            </a:r>
            <a:r>
              <a:rPr/>
              <a:t>    </a:t>
            </a:r>
            <a:r>
              <a:rPr/>
              <a:t>    &lt;plugin filename="gz-sim-diff-drive-system" name="gz::sim::systems::DiffDrive"&gt;</a:t>
            </a:r>
            <a:r>
              <a:rPr/>
              <a:t>      &lt;left_joint&gt;left_wheel_joint&lt;/left_joint&gt;</a:t>
            </a:r>
            <a:r>
              <a:rPr/>
              <a:t>      &lt;right_joint&gt;right_wheel_joint&lt;/right_joint&gt;</a:t>
            </a:r>
            <a:r>
              <a:rPr/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~/ros2_curri/my_agv_ws/src/agv_gazebo/models/agv/model.sdf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&lt;wheel_radius&gt;0.08&lt;/wheel_radius&gt;</a:t>
            </a:r>
            <a:r>
              <a:rPr/>
              <a:t>      &lt;topic&gt;/cmd_vel&lt;/topic&gt;</a:t>
            </a:r>
            <a:r>
              <a:rPr/>
              <a:t>      &lt;odom_topic&gt;/odom&lt;/odom_topic&gt;</a:t>
            </a:r>
            <a:r>
              <a:rPr/>
              <a:t>      &lt;frame_id&gt;odom&lt;/frame_id&gt;</a:t>
            </a:r>
            <a:r>
              <a:rPr/>
              <a:t>      &lt;child_frame_id&gt;base_link&lt;/child_frame_id&gt;</a:t>
            </a:r>
            <a:r>
              <a:rPr/>
              <a:t>    &lt;/plugin&gt;</a:t>
            </a:r>
            <a:r>
              <a:rPr/>
              <a:t>    </a:t>
            </a:r>
            <a:r>
              <a:rPr/>
              <a:t>  </a:t>
            </a:r>
            <a:r>
              <a:rPr/>
              <a:t>  &lt;/model&gt;</a:t>
            </a:r>
            <a:r>
              <a:rPr/>
              <a:t>  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센서·물리 system plugin과 warehouse 환경을 함께 여는 Gazebo World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~/ros2_curri/my_agv_ws/src/agv_gazebo/worlds</a:t>
            </a:r>
            <a:r>
              <a:rPr/>
              <a:t>nano ~/ros2_curri/my_agv_ws/src/agv_gazebo/worlds/warehouse.sdf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Gazebo World와 IMU terminal의 frame_id·publish rate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&lt;world name="warehouse"&gt;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&lt;plugin filename="gz-sim-physics-system"</a:t>
            </a:r>
            <a:r>
              <a:rPr/>
              <a:t>name="gz::sim::systems::Physics"/&gt;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Gazebo에 구동·bridge·sensor 처리 기능을 연결하는 확장 코드입니다.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plugin 이름이 틀리면 model은 떠도 topic/구동 기능이 생기지 않습니다.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&lt;link name="link"&gt;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로봇의 몸체·바퀴처럼 실제로 존재하는 하나의 부품을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RViz/Gazebo에서 이 부품이 별도 frame/물체로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&lt;collision name="collision"&gt;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물리 엔진이 부딪힘을 계산할 모양을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주행 중 장애물·바닥과의 접촉 결과가 이 구조를 따릅니다.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&lt;visual name="visual"&gt;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사람이 화면에서 보는 모양·색·mesh를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Gazebo/RViz 화면에서 해당 부품의 외형이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&lt;name&gt;agv&lt;/name&gt;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2가 이 폴더를 부를 공식 package 이름입니다.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build 뒤 `ros2 pkg prefix`가 이 이름으로 package를 찾습니다.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&lt;?xml version="1.0" ?&gt;</a:t>
            </a:r>
            <a:r>
              <a:rPr/>
              <a:t>&lt;sdf version="1.10"&gt;</a:t>
            </a:r>
            <a:r>
              <a:rPr/>
              <a:t>  &lt;world name="warehouse"&gt;</a:t>
            </a:r>
            <a:r>
              <a:rPr/>
              <a:t>    </a:t>
            </a:r>
            <a:r>
              <a:rPr/>
              <a:t>  </a:t>
            </a:r>
            <a:r>
              <a:rPr/>
              <a:t>    &lt;gravity&gt;0 0 -9.8&lt;/gravity&gt;</a:t>
            </a:r>
            <a:r>
              <a:rPr/>
              <a:t>    </a:t>
            </a:r>
            <a:r>
              <a:rPr/>
              <a:t>  </a:t>
            </a:r>
            <a:r>
              <a:rPr/>
              <a:t>    &lt;plugin filename="gz-sim-physics-system" name="gz::sim::systems::Physics"/&gt;</a:t>
            </a:r>
            <a:r>
              <a:rPr/>
              <a:t>    &lt;plugin filename="gz-sim-user-commands-system"</a:t>
            </a:r>
            <a:r>
              <a:rPr/>
              <a:t>      name="gz::sim::systems::UserCommands"/&gt;</a:t>
            </a:r>
            <a:r>
              <a:rPr/>
              <a:t>    &lt;plugin filename="gz-sim-scene-broadcaster-system"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name="gz::sim::systems::SceneBroadcaster"/&gt;</a:t>
            </a:r>
            <a:r>
              <a:rPr/>
              <a:t>    &lt;plugin filename="gz-sim-imu-system" name="gz::sim::systems::Imu"/&gt;</a:t>
            </a:r>
            <a:r>
              <a:rPr/>
              <a:t>    &lt;plugin filename="gz-sim-sensors-system" name="gz::sim::systems::Sensors"/&gt;</a:t>
            </a:r>
            <a:r>
              <a:rPr/>
              <a:t>    </a:t>
            </a:r>
            <a:r>
              <a:rPr/>
              <a:t>  </a:t>
            </a:r>
            <a:r>
              <a:rPr/>
              <a:t>    &lt;light type="directional" name="sun"&gt;</a:t>
            </a:r>
            <a:r>
              <a:rPr/>
              <a:t>      &lt;pose&gt;0 0 10 0 0 0&lt;/pose&gt;</a:t>
            </a:r>
            <a:r>
              <a:rPr/>
              <a:t>      &lt;cast_shadows&gt;true&lt;/cast_shadows&gt;</a:t>
            </a:r>
            <a:r>
              <a:rPr/>
              <a:t>      &lt;direction&gt;-0.5 0.1 -0.9&lt;/direction&gt;</a:t>
            </a:r>
            <a:r>
              <a:rPr/>
              <a:t>    &lt;/light&gt;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name="ground"&gt;</a:t>
            </a:r>
            <a:r>
              <a:rPr/>
              <a:t>      &lt;static&gt;true&lt;/static&gt;</a:t>
            </a:r>
            <a:r>
              <a:rPr/>
              <a:t>      &lt;link name="link"&gt;</a:t>
            </a:r>
            <a:r>
              <a:rPr/>
              <a:t>        &lt;collision name="collision"&gt;</a:t>
            </a: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name="visual"&gt;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(4/11)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4/11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&lt;plane&gt;</a:t>
            </a:r>
            <a:r>
              <a:rPr/>
              <a:t>              &lt;normal&gt;0 0 1&lt;/normal&gt;</a:t>
            </a:r>
            <a:r>
              <a:rPr/>
              <a:t>              &lt;size&gt;30 30&lt;/size&gt;</a:t>
            </a:r>
            <a:r>
              <a:rPr/>
              <a:t>            &lt;/plane&gt;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&lt;diffuse&gt;0.65 0.65 0.65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4/11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(5/11)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5/11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&lt;model name="wall_north"&gt;</a:t>
            </a:r>
            <a:r>
              <a:rPr/>
              <a:t>      &lt;static&gt;true&lt;/static&gt;</a:t>
            </a:r>
            <a:r>
              <a:rPr/>
              <a:t>      &lt;pose&gt;0 4 1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5/11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(6/11)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6/11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&lt;/collision&gt;</a:t>
            </a: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&lt;size&gt;8 0.15 2&lt;/size&gt;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  <a:r>
              <a:rPr/>
              <a:t>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6/11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(7/11)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7/11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&lt;model name="obstacle"&gt;</a:t>
            </a:r>
            <a:r>
              <a:rPr/>
              <a:t>      &lt;static&gt;true&lt;/static&gt;</a:t>
            </a:r>
            <a:r>
              <a:rPr/>
              <a:t>      &lt;pose&gt;1.5 -1.0 0.4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  <a:r>
              <a:rPr/>
              <a:t>        &lt;visual name="v"&gt;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7/11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(8/11)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8/11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&lt;size&gt;0.5 0.5 0.8&lt;/size&gt;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0.7 0.1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  <a:r>
              <a:rPr/>
              <a:t>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8/11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(9/11)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9/11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</a:t>
            </a:r>
            <a:r>
              <a:rPr/>
              <a:t>    &lt;model name="target"&gt;</a:t>
            </a:r>
            <a:r>
              <a:rPr/>
              <a:t>      &lt;static&gt;true&lt;/static&gt;</a:t>
            </a:r>
            <a:r>
              <a:rPr/>
              <a:t>      &lt;pose&gt;1.5 0 0.5 0 0 0&lt;/pose&gt;</a:t>
            </a:r>
            <a:r>
              <a:rPr/>
              <a:t>      &lt;link name="link"&gt;</a:t>
            </a:r>
            <a:r>
              <a:rPr/>
              <a:t>        &lt;collision name="c"&gt;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&lt;/collision&gt;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9/11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(10/11)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10/11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&lt;visual name="v"&gt;</a:t>
            </a:r>
            <a:r>
              <a:rPr/>
              <a:t>          &lt;geometry&gt;</a:t>
            </a:r>
            <a:r>
              <a:rPr/>
              <a:t>            &lt;box&gt;</a:t>
            </a:r>
            <a:r>
              <a:rPr/>
              <a:t>              &lt;size&gt;0.25 0.25 1&lt;/size&gt;</a:t>
            </a:r>
            <a:r>
              <a:rPr/>
              <a:t>            &lt;/box&gt;</a:t>
            </a:r>
            <a:r>
              <a:rPr/>
              <a:t>          &lt;/geometry&gt;</a:t>
            </a:r>
            <a:r>
              <a:rPr/>
              <a:t>          &lt;material&gt;</a:t>
            </a:r>
            <a:r>
              <a:rPr/>
              <a:t>            &lt;diffuse&gt;0.9 0.05 0.05 1&lt;/diffuse&gt;</a:t>
            </a:r>
            <a:r>
              <a:rPr/>
              <a:t>          &lt;/material&gt;</a:t>
            </a:r>
            <a:r>
              <a:rPr/>
              <a:t>        &lt;/visual&gt;</a:t>
            </a:r>
            <a:r>
              <a:rPr/>
              <a:t>      &lt;/link&gt;</a:t>
            </a:r>
            <a:r>
              <a:rPr/>
              <a:t>    &lt;/model&gt;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10/11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(11/11)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~/ros2_curri/my_agv_ws/src/agv_gazebo/worlds/warehouse.sdf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11/11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~/ros2_curri/my_agv_ws/src/agv_gazebo/worlds/warehouse.sdf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</a:t>
            </a:r>
            <a:r>
              <a:rPr/>
              <a:t>  </a:t>
            </a:r>
            <a:r>
              <a:rPr/>
              <a:t>    &lt;include&gt;</a:t>
            </a:r>
            <a:r>
              <a:rPr/>
              <a:t>      &lt;uri&gt;model://agv&lt;/uri&gt;</a:t>
            </a:r>
            <a:r>
              <a:rPr/>
              <a:t>      &lt;name&gt;agv&lt;/name&gt;</a:t>
            </a:r>
            <a:r>
              <a:rPr/>
              <a:t>      &lt;pose&gt;0 0 0.08 0 0 0&lt;/pose&gt;</a:t>
            </a:r>
            <a:r>
              <a:rPr/>
              <a:t>    &lt;/include&gt;</a:t>
            </a:r>
            <a:r>
              <a:rPr/>
              <a:t>    </a:t>
            </a:r>
            <a:r>
              <a:rPr/>
              <a:t>  &lt;/world&gt;</a:t>
            </a:r>
            <a:r>
              <a:rPr/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11/11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self.get_logger().info('gyro z=%.3f rad/s, acceleration</a:t>
            </a:r>
            <a:r>
              <a:rPr/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Imu message 필드를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z축 angular velocity는 제자리 회전에서 가장 먼저 변화를 보인다.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interface show sensor_msgs/msg/Imu</a:t>
            </a:r>
            <a:r>
              <a:rPr/>
              <a:t>ros2 topic echo /imu/data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IMU monitor를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 단위와 frame을 함께 남기면 축 오류를 찾기 쉽다.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source ~/ros2_curri/my_agv_ws/install/setup.bash</a:t>
            </a:r>
            <a:r>
              <a:rPr/>
              <a:t>ros2 run agv_sensors imu_monitor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  <a:r>
              <a:rPr/>
              <a:t># 새 터미널: ros2 run agv_sensors imu_monitor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8886" y="1353312"/>
            <a:ext cx="931117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info /imu/data</a:t>
            </a:r>
            <a:r>
              <a:rPr/>
              <a:t>ros2 topic hz /imu/data</a:t>
            </a:r>
            <a:r>
              <a:rPr/>
              <a:t>ros2 topic echo /imu/data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/imu/data의 z축 gyro 값과 noise 설정을 terminal에서 확인한다.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값 축이 예상과 다름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imu_link 축·origin rpy·header.frame_id를 확인한다.</a:t>
            </a:r>
            <a:r>
              <a:rPr/>
              <a:t>수정 후: ros2 topic info /imu/data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값이 지나치게 요동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noise/bias·update_rate·시뮬레이션 부하를 확인한다.</a:t>
            </a:r>
            <a:r>
              <a:rPr/>
              <a:t>수정 후: ros2 topic info /imu/data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blocks/D_sensors/M14_imu_sensor/complete/agv_ws/src || true</a:t>
            </a:r>
            <a:r>
              <a:rPr/>
              <a:t>cp -a my_agv_ws/src my_agv_ws/src_before_M14</a:t>
            </a:r>
            <a:r>
              <a:rPr/>
              <a:t>cp -a blocks/D_sensors/M14_imu_sensor/complete/agv_ws/src/.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정지·직진·제자리 회전에서 angular_velocity.z를 각각 기록하고 부호가 어느 동작에서 바뀌는지 설명한다.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/imu/data의 z축 gyro 값과 noise 설정을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blocks/D_sensors/M14_imu_sensor/complete/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M15 운영/QoS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M14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097280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Noto Sans CJK KR"/>
              </a:defRPr>
            </a:pPr>
            <a:r>
              <a:t>Block D · 4/4 · M15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6400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QoS·sim time·운영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60120" y="3108960"/>
            <a:ext cx="102870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M15의 독립 PPT 전체를 바로 다음 슬라이드부터 순서대로 진행합니다.</a:t>
            </a:r>
            <a:br/>
            <a:r>
              <a:t>이 Block 통합본에서도 Starter → 파일 작성 → 실행 → 검증 → 오류 대응 → Checkpoint 순서는 바뀌지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97880"/>
            <a:ext cx="1042416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모듈을 건너뛰지 말고, 이전 M의 Complete가 준비된 뒤 다음 M으로 이동합니다.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rPr/>
              <a:t>M15 · Block D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센서 운영과 동기화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rPr/>
              <a:t>기준 환경</a:t>
            </a:r>
            <a:r>
              <a:rPr/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M15</a:t>
            </a:r>
            <a:r>
              <a:rPr/>
              <a:t>센서 운영과 동기화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rPr/>
              <a:t>M16 제어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인계: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시작 상태: M12~M14에서 세 sensor topic이 각각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이전 Complete: M12~M14 센서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rPr/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화면/결과</a:t>
            </a: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rPr/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M12~M14 센서 topic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use_sim_time·/clock·QoS·rate·frame_id로 camera/LiDAR/IMU를 공통 점검한다.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Camera topic의 type·연결 수·실측 rate  |  나중에 확인할 것: camera가 message를 내보내고 있는지 type·publisher·rate로 확인합니다.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LiDAR의 frame·range·실측 rate  |  나중에 확인할 것: SDF 설정값과 실제 range/angle/rate가 논리적으로 맞는지 대조합니다.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4190" y="1389888"/>
            <a:ext cx="6420570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terminal: IMU frame·필드·실측 rate  |  나중에 확인할 것: IMU도 같은 simulation 시간에 갱신되는지 average rate를 확인합니다.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0639" y="1389888"/>
            <a:ext cx="6067672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rPr/>
              <a:t>목표 화면: 실제 RViz2: sensor display를 같은 Fixed Frame에서 대조  |  나중에 확인할 것: camera·LiDAR·IMU 각각을 화면·terminal·frame 기준으로 교차 확인합니다.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/clock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use_sim_time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sensor topic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rPr/>
              <a:t>processing node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rPr/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~/ros2_curri/my_agv_ws/src/</a:t>
            </a:r>
            <a:r>
              <a:rPr/>
              <a:t>└── agv_bringup/config/sensors.yaml</a:t>
            </a:r>
            <a:r>
              <a:rPr/>
              <a:t>└── agv_gazebo/config/bridge.yaml</a:t>
            </a:r>
            <a:r>
              <a:rPr/>
              <a:t>└── agv_sensors/agv_sensors/lidar_processor.py</a:t>
            </a:r>
            <a:r>
              <a:rPr/>
              <a:t>└── agv_sensors/agv_sensors/imu_monitor.py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노드 이름 아래 parameter와 값의 단위를 확인한다.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launch가 YAML을 넘긴 뒤 ros2 param get으로 확인한다.</a:t>
            </a:r>
            <a:r>
              <a:rPr/>
              <a:t>화면/출력: /clock과 use_sim_time=true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한 항목에서 ros_topic_name → type → direction을 세 줄씩 비교한다.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parameter_bridge가 이 YAML을 읽도록 launch한다.</a:t>
            </a:r>
            <a:r>
              <a:rPr/>
              <a:t>화면/출력: ros2 topic info에서 보이는 type과 publisher 수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ranges 필터 → 각도 index → minimum → /obstacle_distance publish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launch 뒤 /scan과 /obstacle_distance를 별 터미널에서 본다.</a:t>
            </a:r>
            <a:r>
              <a:rPr/>
              <a:t>화면/출력: LiDAR terminal의 frame·range와 RViz LaserScan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rPr/>
              <a:t>message header → angular_velocity → linear_acceleration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rPr/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사용: 제자리 회전 명령과 함께 실행해 z축 부호를 비교한다.</a:t>
            </a:r>
            <a:r>
              <a:rPr/>
              <a:t>화면/출력: IMU terminal의 frame_id와 publish rate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코드를 ‘만드는 것 → 표시할 줄 → 바꾼 결과’로 읽는다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PDF 예시처럼 화면을 보기 전에 코드의 역할과 관찰 지점을 한 번 짚고 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59536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1. 이 파일이 만드는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센서를 동시에 운영할 때는 ‘topic이 있다’보다 시간·QoS·frame·rate가 서로 맞는지가 중요합니다.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66420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19088" y="1828800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 먼저 찾을 코드/태그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9088" y="224028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/clock, use_sim_time, qos_profile_sensor_data, ros2 topic 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DB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59536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DB7E22"/>
                </a:solidFill>
                <a:latin typeface="Noto Sans CJK KR"/>
              </a:defRPr>
            </a:pPr>
            <a:r>
              <a:rPr/>
              <a:t>3. 값을 바꾸면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SDF update_rate와 실제 hz가 크게 다르면 시뮬레이터 부하·QoS·bridge를 먼저 점검합니다.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813048"/>
            <a:ext cx="5321808" cy="1764792"/>
          </a:xfrm>
          <a:prstGeom prst="roundRect">
            <a:avLst/>
          </a:prstGeom>
          <a:solidFill>
            <a:srgbClr val="F4F7FB"/>
          </a:solidFill>
          <a:ln>
            <a:solidFill>
              <a:srgbClr val="BE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7" name="TextBox 16"/>
          <p:cNvSpPr txBox="1"/>
          <p:nvPr/>
        </p:nvSpPr>
        <p:spPr>
          <a:xfrm>
            <a:off x="6419088" y="3977639"/>
            <a:ext cx="4892040" cy="2651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BE3B3B"/>
                </a:solidFill>
                <a:latin typeface="Noto Sans CJK KR"/>
              </a:defRPr>
            </a:pPr>
            <a:r>
              <a:rPr/>
              <a:t>4. 실제로 보는 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4389120"/>
            <a:ext cx="4846320" cy="9418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camera/LiDAR/IMU terminal과 RViz를 함께 열어 이름·rate·Fixed Frame을 대조합니다.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6172200"/>
            <a:ext cx="1060704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2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코드 슬라이드에서는 위의 태그/함수를 찾아 색으로 표시하며 한 줄씩 설명합니다.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센서 처리 노드가 공통으로 사용할 use_sim_time 등 실행 파라미터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~/ros2_curri/my_agv_ws/src/agv_bringup/config</a:t>
            </a:r>
            <a:r>
              <a:rPr/>
              <a:t>nano ~/ros2_curri/my_agv_ws/src/agv_bringup/config/sensors.yaml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/clock과 use_sim_time=true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ros__parameters: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use_sim_time: true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값은 센서 처리 노드가 공통으로 사용할 use_sim_time 등 실행 파라미터의 일부입니다.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다음에 launch가 YAML을 넘긴 뒤 ros2 param get으로 확인한다.; /clock과 use_sim_time=true로 확인합니다.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1/4: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~/ros2_curri/my_agv_ws/src/agv_bringup/config/sensors.yaml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1/4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~/ros2_curri/my_agv_ws/src/agv_bringup/config/sensors.yaml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lidar_processor:</a:t>
            </a:r>
            <a:r>
              <a:rPr/>
              <a:t>  ros__parameters:</a:t>
            </a:r>
            <a:r>
              <a:rPr/>
              <a:t>    use_sim_time: true</a:t>
            </a:r>
            <a:r>
              <a:rPr/>
              <a:t>    front_half_angle_deg: 15.0</a:t>
            </a:r>
            <a:r>
              <a:rPr/>
              <a:t>imu_monitor:</a:t>
            </a:r>
            <a:r>
              <a:rPr/>
              <a:t>  ros__parameters:</a:t>
            </a:r>
            <a:r>
              <a:rPr/>
              <a:t>    use_sim_time: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Transport 메시지와 ROS 2 topic을 방향별로 연결하는 번역표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~/ros2_curri/my_agv_ws/src/agv_gazebo/config</a:t>
            </a:r>
            <a:r>
              <a:rPr/>
              <a:t>nano ~/ros2_curri/my_agv_ws/src/agv_gazebo/config/bridge.yaml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ros2 topic info에서 보이는 type과 publisher 수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읽기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ros_type_name: "geometry_msgs/msg/Twist"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실행 코드와 분리한 설정 키와 값을 적습니다.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 뒤 parameter/topic 동작에서 이 값의 효과를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- ros_topic_name: "/cmd_vel"</a:t>
            </a:r>
            <a:r>
              <a:rPr/>
              <a:t>  gz_topic_name: "/cmd_vel"</a:t>
            </a:r>
            <a:r>
              <a:rPr/>
              <a:t>  ros_type_name: "geometry_msgs/msg/Twist"</a:t>
            </a:r>
            <a:r>
              <a:rPr/>
              <a:t>  gz_type_name: "gz.msgs.Twist"</a:t>
            </a:r>
            <a:r>
              <a:rPr/>
              <a:t>  direction: ROS_TO_GZ</a:t>
            </a:r>
            <a:r>
              <a:rPr/>
              <a:t>- ros_topic_name: "/odom"</a:t>
            </a:r>
            <a:r>
              <a:rPr/>
              <a:t>  gz_topic_name: "/odom"</a:t>
            </a:r>
            <a:r>
              <a:rPr/>
              <a:t>  ros_type_name: "nav_msgs/msg/Odometry"</a:t>
            </a:r>
            <a:r>
              <a:rPr/>
              <a:t>  gz_type_name: "gz.msgs.Odometry"</a:t>
            </a:r>
            <a:r>
              <a:rPr/>
              <a:t>  direction: GZ_TO_ROS</a:t>
            </a:r>
            <a:r>
              <a:rPr/>
              <a:t>- ros_topic_name: "/scan"</a:t>
            </a:r>
            <a:r>
              <a:rPr/>
              <a:t>  gz_topic_name: "/scan"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ros_type_name: "sensor_msgs/msg/LaserScan"</a:t>
            </a:r>
            <a:r>
              <a:rPr/>
              <a:t>  gz_type_name: "gz.msgs.LaserScan"</a:t>
            </a:r>
            <a:r>
              <a:rPr/>
              <a:t>  direction: GZ_TO_ROS</a:t>
            </a:r>
            <a:r>
              <a:rPr/>
              <a:t>- ros_topic_name: "/imu/data"</a:t>
            </a:r>
            <a:r>
              <a:rPr/>
              <a:t>  gz_topic_name: "/imu/data"</a:t>
            </a:r>
            <a:r>
              <a:rPr/>
              <a:t>  ros_type_name: "sensor_msgs/msg/Imu"</a:t>
            </a:r>
            <a:r>
              <a:rPr/>
              <a:t>  gz_type_name: "gz.msgs.IMU"</a:t>
            </a:r>
            <a:r>
              <a:rPr/>
              <a:t>  direction: GZ_TO_ROS</a:t>
            </a:r>
            <a:r>
              <a:rPr/>
              <a:t>- ros_topic_name: "/camera/image_raw"</a:t>
            </a:r>
            <a:r>
              <a:rPr/>
              <a:t>  gz_topic_name: "/camera/image_raw"</a:t>
            </a:r>
            <a:r>
              <a:rPr/>
              <a:t>  ros_type_name: "sensor_msgs/msg/Image"</a:t>
            </a:r>
            <a:r>
              <a:rPr/>
              <a:t>  gz_type_name: "gz.msgs.Image"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2/4: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~/ros2_curri/my_agv_ws/src/agv_gazebo/config/bridge.yaml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2/4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들여쓰기와 key 이름을 그대로 입력합니다. 설정 이름은 launch·코드가 찾는 이름과 같아야 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~/ros2_curri/my_agv_ws/src/agv_gazebo/config/bridge.yaml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direction: GZ_TO_ROS</a:t>
            </a:r>
            <a:r>
              <a:rPr/>
              <a:t>- ros_topic_name: "/clock"</a:t>
            </a:r>
            <a:r>
              <a:rPr/>
              <a:t>  gz_topic_name: "/clock"</a:t>
            </a:r>
            <a:r>
              <a:rPr/>
              <a:t>  ros_type_name: "rosgraph_msgs/msg/Clock"</a:t>
            </a:r>
            <a:r>
              <a:rPr/>
              <a:t>  gz_type_name: "gz.msgs.Clock"</a:t>
            </a:r>
            <a:r>
              <a:rPr/>
              <a:t>  direction: GZ_TO_ROS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LaserScan의 전방 sector에서 유효 거리 최소값을 계산하는 안전 입력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~/ros2_curri/my_agv_ws/src/agv_sensors/agv_sensors/lidar_processor.py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LiDAR terminal의 frame·range와 RViz LaserScan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LidarProcessor(Node):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super().__init__('lidar_processor')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self.declare_parameter('front_half_angle_deg', 15.0)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self.subscription = self.create_subscription(LaserScan,</a:t>
            </a:r>
            <a:r>
              <a:rPr/>
              <a:t>'/scan', self.callback,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 = self.create_publisher(Float32,</a:t>
            </a:r>
            <a:r>
              <a:rPr/>
              <a:t>'/obstacle_distance', 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scan):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half_angle =</a:t>
            </a:r>
            <a:r>
              <a:rPr/>
              <a:t>math.radians(self.get_parameter('front_half_angle_deg').value)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self.publisher.publish(result)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math</a:t>
            </a: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LaserScan</a:t>
            </a:r>
            <a:r>
              <a:rPr/>
              <a:t>from std_msgs.msg import Float32</a:t>
            </a:r>
            <a:r>
              <a:rPr/>
              <a:t>class LidarProcessor(Node):</a:t>
            </a:r>
            <a:r>
              <a:rPr/>
              <a:t>    def __init__(self):</a:t>
            </a:r>
            <a:r>
              <a:rPr/>
              <a:t>        super().__init__('lidar_processor')</a:t>
            </a:r>
            <a:r>
              <a:rPr/>
              <a:t>        self.declare_parameter('front_half_angle_deg', 15.0)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    self.subscription = self.create_subscription(LaserScan, '/scan', self.callback,</a:t>
            </a:r>
            <a:r>
              <a:rPr/>
              <a:t>            qos_profile_sensor_data)</a:t>
            </a:r>
            <a:r>
              <a:rPr/>
              <a:t>        self.publisher = self.create_publisher(Float32, '/obstacle_distance', 10)</a:t>
            </a:r>
            <a:r>
              <a:rPr/>
              <a:t>    def callback(self, scan):</a:t>
            </a:r>
            <a:r>
              <a:rPr/>
              <a:t>        half_angle = math.radians(self.get_parameter('front_half_angle_deg').value)</a:t>
            </a:r>
            <a:r>
              <a:rPr/>
              <a:t>        front_ranges = [distance for index,</a:t>
            </a:r>
            <a:r>
              <a:rPr/>
              <a:t>            distance in enumerate(scan.ranges) if abs(scan.angle_min + index * scan.angle_increment) &lt;= half_angle and math.isfinite(distance)]</a:t>
            </a:r>
            <a:r>
              <a:rPr/>
              <a:t>        result = Float32(data=min(front_ranges) if front_ranges else float('inf'))</a:t>
            </a:r>
            <a:r>
              <a:rPr/>
              <a:t>        self.publisher.publish(result)</a:t>
            </a:r>
            <a:r>
              <a:rPr/>
              <a:t>def main():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3/4: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~/ros2_curri/my_agv_ws/src/agv_sensors/agv_sensors/lidar_processor.py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3/4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~/ros2_curri/my_agv_ws/src/agv_sensors/agv_sensors/lidar_processor.py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rclpy.init()</a:t>
            </a:r>
            <a:r>
              <a:rPr/>
              <a:t>    node = LidarProcessor()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rPr/>
              <a:t>IMU frame·각속도·가속도를 단위와 함께 출력하는 진단 노드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mkdir -p ~/ros2_curri/my_agv_ws/src/agv_sensors/agv_sensors</a:t>
            </a:r>
            <a:r>
              <a:rPr/>
              <a:t>nano ~/ros2_curri/my_agv_ws/src/agv_sensors/agv_sensors/imu_monitor.py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rPr/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단계의 확인 화면: IMU terminal의 frame_id와 publish rate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class ImuMonitor(Node):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super().__init__('imu_monitor')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self.create_subscription(Imu, '/imu/data', self.callback,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self.get_logger().info('gyro z=%.3f rad/s, acceleration</a:t>
            </a:r>
            <a:r>
              <a:rPr/>
              <a:t>z=%.3f m/s²,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rPr/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rPr/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rPr/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rPr/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rPr/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rPr/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import rclpy</a:t>
            </a:r>
            <a:r>
              <a:rPr/>
              <a:t>from rclpy.node import Node</a:t>
            </a:r>
            <a:r>
              <a:rPr/>
              <a:t>from rclpy.qos import qos_profile_sensor_data</a:t>
            </a:r>
            <a:r>
              <a:rPr/>
              <a:t>from sensor_msgs.msg import Imu</a:t>
            </a:r>
            <a:r>
              <a:rPr/>
              <a:t>class ImuMonitor(Node):</a:t>
            </a:r>
            <a:r>
              <a:rPr/>
              <a:t>    def __init__(self):</a:t>
            </a:r>
            <a:r>
              <a:rPr/>
              <a:t>        super().__init__('imu_monitor')</a:t>
            </a:r>
            <a:r>
              <a:rPr/>
              <a:t>        self.create_subscription(Imu, '/imu/data', self.callback,</a:t>
            </a:r>
            <a:r>
              <a:rPr/>
              <a:t>            qos_profile_sensor_data)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def callback(self, message):</a:t>
            </a:r>
            <a:r>
              <a:rPr/>
              <a:t>        self.get_logger().info('gyro z=%.3f rad/s, acceleration z=%.3f m/s²,</a:t>
            </a:r>
            <a:r>
              <a:rPr/>
              <a:t>            frame=%s' % (message.angular_velocity.z, message.linear_acceleration.z,</a:t>
            </a:r>
            <a:r>
              <a:rPr/>
              <a:t>            message.header.frame_id), throttle_duration_sec=1.0)</a:t>
            </a:r>
            <a:r>
              <a:rPr/>
              <a:t>def main():</a:t>
            </a:r>
            <a:r>
              <a:rPr/>
              <a:t>    rclpy.init()</a:t>
            </a:r>
            <a:r>
              <a:rPr/>
              <a:t>    node = ImuMonitor()</a:t>
            </a:r>
            <a:r>
              <a:rPr/>
              <a:t>    try:</a:t>
            </a:r>
            <a:r>
              <a:rPr/>
              <a:t>        rclpy.spin(node)</a:t>
            </a:r>
            <a:r>
              <a:rPr/>
              <a:t>    except KeyboardInterrupt:</a:t>
            </a:r>
            <a:r>
              <a:rPr/>
              <a:t>       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~/ros2_curri/my_agv_ws/src/agv_sensors/agv_sensors/imu_monitor.py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rPr/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rPr/>
              <a:t>현재 열린 파일: ~/ros2_curri/my_agv_ws/src/agv_sensors/agv_sensors/imu_monitor.py</a:t>
            </a:r>
            <a:r>
              <a:rPr/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    finally:</a:t>
            </a:r>
            <a:r>
              <a:rPr/>
              <a:t>        node.destroy_node()</a:t>
            </a:r>
            <a:r>
              <a:rPr/>
              <a:t>        if rclpy.ok():</a:t>
            </a:r>
            <a:r>
              <a:rPr/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1/2: 시뮬레이션 시간을 설정한다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Gazebo /clock을 안 쓰면 sensor timestamp와 node 시간이 어긋날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param get /lidar_processor use_sim_time</a:t>
            </a:r>
            <a:r>
              <a:rPr/>
              <a:t>ros2 topic echo /clock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구현 뒤 실행 2/2: rate와 QoS를 점검한다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rPr/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rPr/>
              <a:t>topic이 있어도 QoS가 호환되지 않으면 callback이 받지 못할 수 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topic info --verbose /scan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launch agv_bringup agv_sim.launch.py rviz:=false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rPr/>
              <a:t>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rPr/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rPr/>
              <a:t>ros2 topic echo /clock --once</a:t>
            </a:r>
            <a:r>
              <a:rPr/>
              <a:t>ros2 topic hz /scan</a:t>
            </a:r>
            <a:r>
              <a:rPr/>
              <a:t>ros2 topic hz /imu/data</a:t>
            </a:r>
            <a:r>
              <a:rPr/>
              <a:t>ros2 param get /lidar_processor use_sim_time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rPr/>
              <a:t>완료 체크</a:t>
            </a:r>
            <a:r>
              <a:rPr/>
              <a:t>□ 명령이 오류 없이 실행된다.</a:t>
            </a:r>
            <a:r>
              <a:rPr/>
              <a:t>□ 기대한 파일·topic·frame·parameter 이름이 보인다.</a:t>
            </a:r>
            <a:r>
              <a:rPr/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rPr/>
              <a:t>완료 조건: 모든 sensor 노드가 같은 시뮬레이션 시간과 기대 publish rate를 사용한다.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1: ROS 노드 시간이 안 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use_sim_time과 /clock bridge를 확인한다.</a:t>
            </a:r>
            <a:r>
              <a:rPr/>
              <a:t>수정 후: ros2 topic echo /clock --once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rPr/>
              <a:t>증상 2: topic은 있는데 subscriber가 못 받음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rPr/>
              <a:t>우선 확인: publisher/subscriber QoS reliability 호환을 확인한다.</a:t>
            </a:r>
            <a:r>
              <a:rPr/>
              <a:t>수정 후: ros2 topic echo /clock --once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rPr/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rPr/>
              <a:t>cd ~/ros2_curri</a:t>
            </a:r>
            <a:r>
              <a:rPr/>
              <a:t>diff -ru my_agv_ws/src blocks/D_sensors/M15_sensor_operations/complete/agv_ws/src || true</a:t>
            </a:r>
            <a:r>
              <a:rPr/>
              <a:t>cp -a my_agv_ws/src my_agv_ws/src_before_M15</a:t>
            </a:r>
            <a:r>
              <a:rPr/>
              <a:t>cp -a blocks/D_sensors/M15_sensor_operations/complete/agv_ws/src/. my_agv_ws/src/</a:t>
            </a:r>
            <a:r>
              <a:rPr/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rPr/>
              <a:t>/scan과 /imu/data의 hz를 표로 기록하고 SDF update_rate 10/100 Hz와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rPr/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rPr/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완료 화면: 모든 sensor 노드가 같은 시뮬레이션 시간과 기대 publish rate를 사용한다.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막혔을 때 비교할 Complete: blocks/D_sensors/M15_sensor_operations/complete/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rPr/>
              <a:t>• □ 다음 시작 조건: M16 제어 interface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rPr/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rPr/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rPr/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ROS 2 Jazzy · Gazebo Harmonic · M15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rPr/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rPr/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rPr/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